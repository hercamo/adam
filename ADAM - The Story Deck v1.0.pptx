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4"/>
  </p:notesMasterIdLst>
  <p:sldIdLst>
    <p:sldId id="256" r:id="rId3"/>
    <p:sldId id="257" r:id="rId4"/>
    <p:sldId id="258" r:id="rId5"/>
    <p:sldId id="279" r:id="rId6"/>
    <p:sldId id="259" r:id="rId7"/>
    <p:sldId id="260" r:id="rId8"/>
    <p:sldId id="262" r:id="rId9"/>
    <p:sldId id="261" r:id="rId10"/>
    <p:sldId id="263" r:id="rId11"/>
    <p:sldId id="266" r:id="rId12"/>
    <p:sldId id="264" r:id="rId13"/>
    <p:sldId id="270" r:id="rId14"/>
    <p:sldId id="271" r:id="rId15"/>
    <p:sldId id="272" r:id="rId16"/>
    <p:sldId id="273" r:id="rId17"/>
    <p:sldId id="280" r:id="rId18"/>
    <p:sldId id="277" r:id="rId19"/>
    <p:sldId id="275" r:id="rId20"/>
    <p:sldId id="281" r:id="rId21"/>
    <p:sldId id="278" r:id="rId22"/>
    <p:sldId id="26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864"/>
    <a:srgbClr val="4472C4"/>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347" autoAdjust="0"/>
  </p:normalViewPr>
  <p:slideViewPr>
    <p:cSldViewPr snapToGrid="0" snapToObjects="1">
      <p:cViewPr varScale="1">
        <p:scale>
          <a:sx n="124" d="100"/>
          <a:sy n="124" d="100"/>
        </p:scale>
        <p:origin x="342"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Lamb" userId="57c3f3671c8633cd" providerId="LiveId" clId="{2384C4B6-81F4-40FF-B005-A5B684AAD0B8}"/>
    <pc:docChg chg="undo redo custSel addSld delSld modSld sldOrd">
      <pc:chgData name="Michael Lamb" userId="57c3f3671c8633cd" providerId="LiveId" clId="{2384C4B6-81F4-40FF-B005-A5B684AAD0B8}" dt="2026-04-14T12:45:57.611" v="8325" actId="729"/>
      <pc:docMkLst>
        <pc:docMk/>
      </pc:docMkLst>
      <pc:sldChg chg="modSp mod">
        <pc:chgData name="Michael Lamb" userId="57c3f3671c8633cd" providerId="LiveId" clId="{2384C4B6-81F4-40FF-B005-A5B684AAD0B8}" dt="2026-04-13T14:36:58.062" v="5866" actId="20577"/>
        <pc:sldMkLst>
          <pc:docMk/>
          <pc:sldMk cId="0" sldId="256"/>
        </pc:sldMkLst>
        <pc:spChg chg="mod">
          <ac:chgData name="Michael Lamb" userId="57c3f3671c8633cd" providerId="LiveId" clId="{2384C4B6-81F4-40FF-B005-A5B684AAD0B8}" dt="2026-04-13T14:36:20.259" v="5855" actId="20577"/>
          <ac:spMkLst>
            <pc:docMk/>
            <pc:sldMk cId="0" sldId="256"/>
            <ac:spMk id="9" creationId="{00000000-0000-0000-0000-000000000000}"/>
          </ac:spMkLst>
        </pc:spChg>
        <pc:spChg chg="mod">
          <ac:chgData name="Michael Lamb" userId="57c3f3671c8633cd" providerId="LiveId" clId="{2384C4B6-81F4-40FF-B005-A5B684AAD0B8}" dt="2026-03-29T11:49:01.564" v="46" actId="1036"/>
          <ac:spMkLst>
            <pc:docMk/>
            <pc:sldMk cId="0" sldId="256"/>
            <ac:spMk id="11" creationId="{00000000-0000-0000-0000-000000000000}"/>
          </ac:spMkLst>
        </pc:spChg>
        <pc:spChg chg="mod">
          <ac:chgData name="Michael Lamb" userId="57c3f3671c8633cd" providerId="LiveId" clId="{2384C4B6-81F4-40FF-B005-A5B684AAD0B8}" dt="2026-03-29T11:49:01.564" v="46" actId="1036"/>
          <ac:spMkLst>
            <pc:docMk/>
            <pc:sldMk cId="0" sldId="256"/>
            <ac:spMk id="13" creationId="{00000000-0000-0000-0000-000000000000}"/>
          </ac:spMkLst>
        </pc:spChg>
        <pc:spChg chg="mod">
          <ac:chgData name="Michael Lamb" userId="57c3f3671c8633cd" providerId="LiveId" clId="{2384C4B6-81F4-40FF-B005-A5B684AAD0B8}" dt="2026-03-29T11:49:24.501" v="86" actId="1037"/>
          <ac:spMkLst>
            <pc:docMk/>
            <pc:sldMk cId="0" sldId="256"/>
            <ac:spMk id="15" creationId="{00000000-0000-0000-0000-000000000000}"/>
          </ac:spMkLst>
        </pc:spChg>
        <pc:spChg chg="mod">
          <ac:chgData name="Michael Lamb" userId="57c3f3671c8633cd" providerId="LiveId" clId="{2384C4B6-81F4-40FF-B005-A5B684AAD0B8}" dt="2026-04-13T14:36:58.062" v="5866" actId="20577"/>
          <ac:spMkLst>
            <pc:docMk/>
            <pc:sldMk cId="0" sldId="256"/>
            <ac:spMk id="16" creationId="{00000000-0000-0000-0000-000000000000}"/>
          </ac:spMkLst>
        </pc:spChg>
        <pc:picChg chg="mod">
          <ac:chgData name="Michael Lamb" userId="57c3f3671c8633cd" providerId="LiveId" clId="{2384C4B6-81F4-40FF-B005-A5B684AAD0B8}" dt="2026-03-29T11:49:01.564" v="46" actId="1036"/>
          <ac:picMkLst>
            <pc:docMk/>
            <pc:sldMk cId="0" sldId="256"/>
            <ac:picMk id="10" creationId="{00000000-0000-0000-0000-000000000000}"/>
          </ac:picMkLst>
        </pc:picChg>
        <pc:picChg chg="mod">
          <ac:chgData name="Michael Lamb" userId="57c3f3671c8633cd" providerId="LiveId" clId="{2384C4B6-81F4-40FF-B005-A5B684AAD0B8}" dt="2026-03-29T11:49:01.564" v="46" actId="1036"/>
          <ac:picMkLst>
            <pc:docMk/>
            <pc:sldMk cId="0" sldId="256"/>
            <ac:picMk id="12" creationId="{00000000-0000-0000-0000-000000000000}"/>
          </ac:picMkLst>
        </pc:picChg>
        <pc:picChg chg="mod">
          <ac:chgData name="Michael Lamb" userId="57c3f3671c8633cd" providerId="LiveId" clId="{2384C4B6-81F4-40FF-B005-A5B684AAD0B8}" dt="2026-03-29T11:49:24.501" v="86" actId="1037"/>
          <ac:picMkLst>
            <pc:docMk/>
            <pc:sldMk cId="0" sldId="256"/>
            <ac:picMk id="14" creationId="{00000000-0000-0000-0000-000000000000}"/>
          </ac:picMkLst>
        </pc:picChg>
      </pc:sldChg>
      <pc:sldChg chg="addSp modSp mod">
        <pc:chgData name="Michael Lamb" userId="57c3f3671c8633cd" providerId="LiveId" clId="{2384C4B6-81F4-40FF-B005-A5B684AAD0B8}" dt="2026-04-13T14:40:15.583" v="6070" actId="20577"/>
        <pc:sldMkLst>
          <pc:docMk/>
          <pc:sldMk cId="0" sldId="257"/>
        </pc:sldMkLst>
        <pc:spChg chg="mod">
          <ac:chgData name="Michael Lamb" userId="57c3f3671c8633cd" providerId="LiveId" clId="{2384C4B6-81F4-40FF-B005-A5B684AAD0B8}" dt="2026-04-11T13:06:00.526" v="2178" actId="20577"/>
          <ac:spMkLst>
            <pc:docMk/>
            <pc:sldMk cId="0" sldId="257"/>
            <ac:spMk id="2" creationId="{00000000-0000-0000-0000-000000000000}"/>
          </ac:spMkLst>
        </pc:spChg>
        <pc:spChg chg="mod">
          <ac:chgData name="Michael Lamb" userId="57c3f3671c8633cd" providerId="LiveId" clId="{2384C4B6-81F4-40FF-B005-A5B684AAD0B8}" dt="2026-04-10T10:01:59.748" v="152" actId="1036"/>
          <ac:spMkLst>
            <pc:docMk/>
            <pc:sldMk cId="0" sldId="257"/>
            <ac:spMk id="3" creationId="{00000000-0000-0000-0000-000000000000}"/>
          </ac:spMkLst>
        </pc:spChg>
        <pc:spChg chg="mod">
          <ac:chgData name="Michael Lamb" userId="57c3f3671c8633cd" providerId="LiveId" clId="{2384C4B6-81F4-40FF-B005-A5B684AAD0B8}" dt="2026-04-11T12:56:15.573" v="1460" actId="20577"/>
          <ac:spMkLst>
            <pc:docMk/>
            <pc:sldMk cId="0" sldId="257"/>
            <ac:spMk id="6" creationId="{00000000-0000-0000-0000-000000000000}"/>
          </ac:spMkLst>
        </pc:spChg>
        <pc:spChg chg="mod">
          <ac:chgData name="Michael Lamb" userId="57c3f3671c8633cd" providerId="LiveId" clId="{2384C4B6-81F4-40FF-B005-A5B684AAD0B8}" dt="2026-04-11T12:57:31.573" v="1543" actId="20577"/>
          <ac:spMkLst>
            <pc:docMk/>
            <pc:sldMk cId="0" sldId="257"/>
            <ac:spMk id="7" creationId="{00000000-0000-0000-0000-000000000000}"/>
          </ac:spMkLst>
        </pc:spChg>
        <pc:spChg chg="mod">
          <ac:chgData name="Michael Lamb" userId="57c3f3671c8633cd" providerId="LiveId" clId="{2384C4B6-81F4-40FF-B005-A5B684AAD0B8}" dt="2026-04-11T12:58:28.038" v="1627" actId="20577"/>
          <ac:spMkLst>
            <pc:docMk/>
            <pc:sldMk cId="0" sldId="257"/>
            <ac:spMk id="9" creationId="{00000000-0000-0000-0000-000000000000}"/>
          </ac:spMkLst>
        </pc:spChg>
        <pc:spChg chg="mod">
          <ac:chgData name="Michael Lamb" userId="57c3f3671c8633cd" providerId="LiveId" clId="{2384C4B6-81F4-40FF-B005-A5B684AAD0B8}" dt="2026-04-10T10:01:59.748" v="152" actId="1036"/>
          <ac:spMkLst>
            <pc:docMk/>
            <pc:sldMk cId="0" sldId="257"/>
            <ac:spMk id="10" creationId="{00000000-0000-0000-0000-000000000000}"/>
          </ac:spMkLst>
        </pc:spChg>
        <pc:spChg chg="mod">
          <ac:chgData name="Michael Lamb" userId="57c3f3671c8633cd" providerId="LiveId" clId="{2384C4B6-81F4-40FF-B005-A5B684AAD0B8}" dt="2026-04-11T13:03:15.042" v="1935" actId="20577"/>
          <ac:spMkLst>
            <pc:docMk/>
            <pc:sldMk cId="0" sldId="257"/>
            <ac:spMk id="13" creationId="{00000000-0000-0000-0000-000000000000}"/>
          </ac:spMkLst>
        </pc:spChg>
        <pc:spChg chg="mod">
          <ac:chgData name="Michael Lamb" userId="57c3f3671c8633cd" providerId="LiveId" clId="{2384C4B6-81F4-40FF-B005-A5B684AAD0B8}" dt="2026-04-11T13:03:08.555" v="1929" actId="20577"/>
          <ac:spMkLst>
            <pc:docMk/>
            <pc:sldMk cId="0" sldId="257"/>
            <ac:spMk id="14" creationId="{00000000-0000-0000-0000-000000000000}"/>
          </ac:spMkLst>
        </pc:spChg>
        <pc:spChg chg="mod">
          <ac:chgData name="Michael Lamb" userId="57c3f3671c8633cd" providerId="LiveId" clId="{2384C4B6-81F4-40FF-B005-A5B684AAD0B8}" dt="2026-04-11T13:04:21.877" v="2036" actId="20577"/>
          <ac:spMkLst>
            <pc:docMk/>
            <pc:sldMk cId="0" sldId="257"/>
            <ac:spMk id="15" creationId="{00000000-0000-0000-0000-000000000000}"/>
          </ac:spMkLst>
        </pc:spChg>
        <pc:spChg chg="mod">
          <ac:chgData name="Michael Lamb" userId="57c3f3671c8633cd" providerId="LiveId" clId="{2384C4B6-81F4-40FF-B005-A5B684AAD0B8}" dt="2026-04-13T14:38:59.675" v="5995" actId="113"/>
          <ac:spMkLst>
            <pc:docMk/>
            <pc:sldMk cId="0" sldId="257"/>
            <ac:spMk id="16" creationId="{00000000-0000-0000-0000-000000000000}"/>
          </ac:spMkLst>
        </pc:spChg>
        <pc:spChg chg="mod">
          <ac:chgData name="Michael Lamb" userId="57c3f3671c8633cd" providerId="LiveId" clId="{2384C4B6-81F4-40FF-B005-A5B684AAD0B8}" dt="2026-04-10T10:01:59.748" v="152" actId="1036"/>
          <ac:spMkLst>
            <pc:docMk/>
            <pc:sldMk cId="0" sldId="257"/>
            <ac:spMk id="17" creationId="{00000000-0000-0000-0000-000000000000}"/>
          </ac:spMkLst>
        </pc:spChg>
        <pc:spChg chg="mod">
          <ac:chgData name="Michael Lamb" userId="57c3f3671c8633cd" providerId="LiveId" clId="{2384C4B6-81F4-40FF-B005-A5B684AAD0B8}" dt="2026-04-10T10:01:41.204" v="128" actId="1035"/>
          <ac:spMkLst>
            <pc:docMk/>
            <pc:sldMk cId="0" sldId="257"/>
            <ac:spMk id="18" creationId="{00000000-0000-0000-0000-000000000000}"/>
          </ac:spMkLst>
        </pc:spChg>
        <pc:spChg chg="mod">
          <ac:chgData name="Michael Lamb" userId="57c3f3671c8633cd" providerId="LiveId" clId="{2384C4B6-81F4-40FF-B005-A5B684AAD0B8}" dt="2026-04-11T13:00:32.987" v="1723" actId="20577"/>
          <ac:spMkLst>
            <pc:docMk/>
            <pc:sldMk cId="0" sldId="257"/>
            <ac:spMk id="20" creationId="{00000000-0000-0000-0000-000000000000}"/>
          </ac:spMkLst>
        </pc:spChg>
        <pc:spChg chg="mod">
          <ac:chgData name="Michael Lamb" userId="57c3f3671c8633cd" providerId="LiveId" clId="{2384C4B6-81F4-40FF-B005-A5B684AAD0B8}" dt="2026-04-11T13:00:59.758" v="1772" actId="20577"/>
          <ac:spMkLst>
            <pc:docMk/>
            <pc:sldMk cId="0" sldId="257"/>
            <ac:spMk id="21" creationId="{00000000-0000-0000-0000-000000000000}"/>
          </ac:spMkLst>
        </pc:spChg>
        <pc:spChg chg="mod">
          <ac:chgData name="Michael Lamb" userId="57c3f3671c8633cd" providerId="LiveId" clId="{2384C4B6-81F4-40FF-B005-A5B684AAD0B8}" dt="2026-04-10T10:01:59.748" v="152" actId="1036"/>
          <ac:spMkLst>
            <pc:docMk/>
            <pc:sldMk cId="0" sldId="257"/>
            <ac:spMk id="22" creationId="{00000000-0000-0000-0000-000000000000}"/>
          </ac:spMkLst>
        </pc:spChg>
        <pc:spChg chg="mod">
          <ac:chgData name="Michael Lamb" userId="57c3f3671c8633cd" providerId="LiveId" clId="{2384C4B6-81F4-40FF-B005-A5B684AAD0B8}" dt="2026-04-11T13:02:24.401" v="1864" actId="1036"/>
          <ac:spMkLst>
            <pc:docMk/>
            <pc:sldMk cId="0" sldId="257"/>
            <ac:spMk id="23" creationId="{00000000-0000-0000-0000-000000000000}"/>
          </ac:spMkLst>
        </pc:spChg>
        <pc:spChg chg="add mod">
          <ac:chgData name="Michael Lamb" userId="57c3f3671c8633cd" providerId="LiveId" clId="{2384C4B6-81F4-40FF-B005-A5B684AAD0B8}" dt="2026-04-13T14:40:15.583" v="6070" actId="20577"/>
          <ac:spMkLst>
            <pc:docMk/>
            <pc:sldMk cId="0" sldId="257"/>
            <ac:spMk id="24" creationId="{91750ABA-0D35-EB4E-BFB0-0FE680CC6DB5}"/>
          </ac:spMkLst>
        </pc:spChg>
      </pc:sldChg>
      <pc:sldChg chg="modSp mod modNotes">
        <pc:chgData name="Michael Lamb" userId="57c3f3671c8633cd" providerId="LiveId" clId="{2384C4B6-81F4-40FF-B005-A5B684AAD0B8}" dt="2026-04-14T10:59:07.843" v="6952" actId="20577"/>
        <pc:sldMkLst>
          <pc:docMk/>
          <pc:sldMk cId="0" sldId="258"/>
        </pc:sldMkLst>
        <pc:spChg chg="mod">
          <ac:chgData name="Michael Lamb" userId="57c3f3671c8633cd" providerId="LiveId" clId="{2384C4B6-81F4-40FF-B005-A5B684AAD0B8}" dt="2026-04-11T13:06:28.761" v="2180" actId="404"/>
          <ac:spMkLst>
            <pc:docMk/>
            <pc:sldMk cId="0" sldId="258"/>
            <ac:spMk id="2" creationId="{00000000-0000-0000-0000-000000000000}"/>
          </ac:spMkLst>
        </pc:spChg>
        <pc:spChg chg="mod">
          <ac:chgData name="Michael Lamb" userId="57c3f3671c8633cd" providerId="LiveId" clId="{2384C4B6-81F4-40FF-B005-A5B684AAD0B8}" dt="2026-04-14T10:51:12.789" v="6307" actId="14100"/>
          <ac:spMkLst>
            <pc:docMk/>
            <pc:sldMk cId="0" sldId="258"/>
            <ac:spMk id="4" creationId="{00000000-0000-0000-0000-000000000000}"/>
          </ac:spMkLst>
        </pc:spChg>
        <pc:spChg chg="mod">
          <ac:chgData name="Michael Lamb" userId="57c3f3671c8633cd" providerId="LiveId" clId="{2384C4B6-81F4-40FF-B005-A5B684AAD0B8}" dt="2026-04-11T13:06:41.628" v="2236" actId="1036"/>
          <ac:spMkLst>
            <pc:docMk/>
            <pc:sldMk cId="0" sldId="258"/>
            <ac:spMk id="6" creationId="{00000000-0000-0000-0000-000000000000}"/>
          </ac:spMkLst>
        </pc:spChg>
        <pc:spChg chg="mod">
          <ac:chgData name="Michael Lamb" userId="57c3f3671c8633cd" providerId="LiveId" clId="{2384C4B6-81F4-40FF-B005-A5B684AAD0B8}" dt="2026-04-11T13:06:41.628" v="2236" actId="1036"/>
          <ac:spMkLst>
            <pc:docMk/>
            <pc:sldMk cId="0" sldId="258"/>
            <ac:spMk id="7" creationId="{00000000-0000-0000-0000-000000000000}"/>
          </ac:spMkLst>
        </pc:spChg>
        <pc:spChg chg="mod">
          <ac:chgData name="Michael Lamb" userId="57c3f3671c8633cd" providerId="LiveId" clId="{2384C4B6-81F4-40FF-B005-A5B684AAD0B8}" dt="2026-04-11T13:06:41.628" v="2236" actId="1036"/>
          <ac:spMkLst>
            <pc:docMk/>
            <pc:sldMk cId="0" sldId="258"/>
            <ac:spMk id="9" creationId="{00000000-0000-0000-0000-000000000000}"/>
          </ac:spMkLst>
        </pc:spChg>
        <pc:spChg chg="mod">
          <ac:chgData name="Michael Lamb" userId="57c3f3671c8633cd" providerId="LiveId" clId="{2384C4B6-81F4-40FF-B005-A5B684AAD0B8}" dt="2026-04-14T10:56:17.763" v="6751" actId="20577"/>
          <ac:spMkLst>
            <pc:docMk/>
            <pc:sldMk cId="0" sldId="258"/>
            <ac:spMk id="10" creationId="{00000000-0000-0000-0000-000000000000}"/>
          </ac:spMkLst>
        </pc:spChg>
        <pc:spChg chg="mod">
          <ac:chgData name="Michael Lamb" userId="57c3f3671c8633cd" providerId="LiveId" clId="{2384C4B6-81F4-40FF-B005-A5B684AAD0B8}" dt="2026-04-14T10:51:16.562" v="6308" actId="14100"/>
          <ac:spMkLst>
            <pc:docMk/>
            <pc:sldMk cId="0" sldId="258"/>
            <ac:spMk id="11" creationId="{00000000-0000-0000-0000-000000000000}"/>
          </ac:spMkLst>
        </pc:spChg>
        <pc:spChg chg="mod">
          <ac:chgData name="Michael Lamb" userId="57c3f3671c8633cd" providerId="LiveId" clId="{2384C4B6-81F4-40FF-B005-A5B684AAD0B8}" dt="2026-04-11T13:06:41.628" v="2236" actId="1036"/>
          <ac:spMkLst>
            <pc:docMk/>
            <pc:sldMk cId="0" sldId="258"/>
            <ac:spMk id="13" creationId="{00000000-0000-0000-0000-000000000000}"/>
          </ac:spMkLst>
        </pc:spChg>
        <pc:spChg chg="mod">
          <ac:chgData name="Michael Lamb" userId="57c3f3671c8633cd" providerId="LiveId" clId="{2384C4B6-81F4-40FF-B005-A5B684AAD0B8}" dt="2026-04-14T10:52:44.763" v="6453" actId="20577"/>
          <ac:spMkLst>
            <pc:docMk/>
            <pc:sldMk cId="0" sldId="258"/>
            <ac:spMk id="17" creationId="{00000000-0000-0000-0000-000000000000}"/>
          </ac:spMkLst>
        </pc:spChg>
        <pc:spChg chg="mod">
          <ac:chgData name="Michael Lamb" userId="57c3f3671c8633cd" providerId="LiveId" clId="{2384C4B6-81F4-40FF-B005-A5B684AAD0B8}" dt="2026-04-14T10:51:19.997" v="6309" actId="14100"/>
          <ac:spMkLst>
            <pc:docMk/>
            <pc:sldMk cId="0" sldId="258"/>
            <ac:spMk id="18" creationId="{00000000-0000-0000-0000-000000000000}"/>
          </ac:spMkLst>
        </pc:spChg>
        <pc:spChg chg="mod">
          <ac:chgData name="Michael Lamb" userId="57c3f3671c8633cd" providerId="LiveId" clId="{2384C4B6-81F4-40FF-B005-A5B684AAD0B8}" dt="2026-04-11T13:06:41.628" v="2236" actId="1036"/>
          <ac:spMkLst>
            <pc:docMk/>
            <pc:sldMk cId="0" sldId="258"/>
            <ac:spMk id="19" creationId="{00000000-0000-0000-0000-000000000000}"/>
          </ac:spMkLst>
        </pc:spChg>
        <pc:spChg chg="mod">
          <ac:chgData name="Michael Lamb" userId="57c3f3671c8633cd" providerId="LiveId" clId="{2384C4B6-81F4-40FF-B005-A5B684AAD0B8}" dt="2026-04-11T13:06:41.628" v="2236" actId="1036"/>
          <ac:spMkLst>
            <pc:docMk/>
            <pc:sldMk cId="0" sldId="258"/>
            <ac:spMk id="21" creationId="{00000000-0000-0000-0000-000000000000}"/>
          </ac:spMkLst>
        </pc:spChg>
        <pc:spChg chg="mod">
          <ac:chgData name="Michael Lamb" userId="57c3f3671c8633cd" providerId="LiveId" clId="{2384C4B6-81F4-40FF-B005-A5B684AAD0B8}" dt="2026-04-11T13:07:03.840" v="2239" actId="14100"/>
          <ac:spMkLst>
            <pc:docMk/>
            <pc:sldMk cId="0" sldId="258"/>
            <ac:spMk id="23" creationId="{00000000-0000-0000-0000-000000000000}"/>
          </ac:spMkLst>
        </pc:spChg>
        <pc:spChg chg="mod">
          <ac:chgData name="Michael Lamb" userId="57c3f3671c8633cd" providerId="LiveId" clId="{2384C4B6-81F4-40FF-B005-A5B684AAD0B8}" dt="2026-04-14T10:59:07.843" v="6952" actId="20577"/>
          <ac:spMkLst>
            <pc:docMk/>
            <pc:sldMk cId="0" sldId="258"/>
            <ac:spMk id="24" creationId="{00000000-0000-0000-0000-000000000000}"/>
          </ac:spMkLst>
        </pc:spChg>
        <pc:picChg chg="mod">
          <ac:chgData name="Michael Lamb" userId="57c3f3671c8633cd" providerId="LiveId" clId="{2384C4B6-81F4-40FF-B005-A5B684AAD0B8}" dt="2026-04-11T13:06:49.519" v="2238" actId="1076"/>
          <ac:picMkLst>
            <pc:docMk/>
            <pc:sldMk cId="0" sldId="258"/>
            <ac:picMk id="3" creationId="{00000000-0000-0000-0000-000000000000}"/>
          </ac:picMkLst>
        </pc:picChg>
      </pc:sldChg>
      <pc:sldChg chg="modSp mod modNotesTx">
        <pc:chgData name="Michael Lamb" userId="57c3f3671c8633cd" providerId="LiveId" clId="{2384C4B6-81F4-40FF-B005-A5B684AAD0B8}" dt="2026-04-14T11:01:41.514" v="7034" actId="20577"/>
        <pc:sldMkLst>
          <pc:docMk/>
          <pc:sldMk cId="0" sldId="259"/>
        </pc:sldMkLst>
        <pc:spChg chg="mod">
          <ac:chgData name="Michael Lamb" userId="57c3f3671c8633cd" providerId="LiveId" clId="{2384C4B6-81F4-40FF-B005-A5B684AAD0B8}" dt="2026-04-10T10:03:11.464" v="163" actId="1076"/>
          <ac:spMkLst>
            <pc:docMk/>
            <pc:sldMk cId="0" sldId="259"/>
            <ac:spMk id="2" creationId="{00000000-0000-0000-0000-000000000000}"/>
          </ac:spMkLst>
        </pc:spChg>
        <pc:spChg chg="mod">
          <ac:chgData name="Michael Lamb" userId="57c3f3671c8633cd" providerId="LiveId" clId="{2384C4B6-81F4-40FF-B005-A5B684AAD0B8}" dt="2026-04-14T11:01:25.495" v="7032" actId="20577"/>
          <ac:spMkLst>
            <pc:docMk/>
            <pc:sldMk cId="0" sldId="259"/>
            <ac:spMk id="3" creationId="{00000000-0000-0000-0000-000000000000}"/>
          </ac:spMkLst>
        </pc:spChg>
        <pc:spChg chg="mod">
          <ac:chgData name="Michael Lamb" userId="57c3f3671c8633cd" providerId="LiveId" clId="{2384C4B6-81F4-40FF-B005-A5B684AAD0B8}" dt="2026-04-11T13:07:15.161" v="2259" actId="1036"/>
          <ac:spMkLst>
            <pc:docMk/>
            <pc:sldMk cId="0" sldId="259"/>
            <ac:spMk id="5" creationId="{00000000-0000-0000-0000-000000000000}"/>
          </ac:spMkLst>
        </pc:spChg>
        <pc:spChg chg="mod">
          <ac:chgData name="Michael Lamb" userId="57c3f3671c8633cd" providerId="LiveId" clId="{2384C4B6-81F4-40FF-B005-A5B684AAD0B8}" dt="2026-04-11T13:07:15.161" v="2259" actId="1036"/>
          <ac:spMkLst>
            <pc:docMk/>
            <pc:sldMk cId="0" sldId="259"/>
            <ac:spMk id="6" creationId="{00000000-0000-0000-0000-000000000000}"/>
          </ac:spMkLst>
        </pc:spChg>
        <pc:spChg chg="mod">
          <ac:chgData name="Michael Lamb" userId="57c3f3671c8633cd" providerId="LiveId" clId="{2384C4B6-81F4-40FF-B005-A5B684AAD0B8}" dt="2026-04-11T13:07:15.161" v="2259" actId="1036"/>
          <ac:spMkLst>
            <pc:docMk/>
            <pc:sldMk cId="0" sldId="259"/>
            <ac:spMk id="8" creationId="{00000000-0000-0000-0000-000000000000}"/>
          </ac:spMkLst>
        </pc:spChg>
        <pc:spChg chg="mod">
          <ac:chgData name="Michael Lamb" userId="57c3f3671c8633cd" providerId="LiveId" clId="{2384C4B6-81F4-40FF-B005-A5B684AAD0B8}" dt="2026-04-11T13:07:15.161" v="2259" actId="1036"/>
          <ac:spMkLst>
            <pc:docMk/>
            <pc:sldMk cId="0" sldId="259"/>
            <ac:spMk id="9" creationId="{00000000-0000-0000-0000-000000000000}"/>
          </ac:spMkLst>
        </pc:spChg>
        <pc:spChg chg="mod">
          <ac:chgData name="Michael Lamb" userId="57c3f3671c8633cd" providerId="LiveId" clId="{2384C4B6-81F4-40FF-B005-A5B684AAD0B8}" dt="2026-04-11T13:07:15.161" v="2259" actId="1036"/>
          <ac:spMkLst>
            <pc:docMk/>
            <pc:sldMk cId="0" sldId="259"/>
            <ac:spMk id="13" creationId="{00000000-0000-0000-0000-000000000000}"/>
          </ac:spMkLst>
        </pc:spChg>
        <pc:spChg chg="mod">
          <ac:chgData name="Michael Lamb" userId="57c3f3671c8633cd" providerId="LiveId" clId="{2384C4B6-81F4-40FF-B005-A5B684AAD0B8}" dt="2026-04-11T13:07:15.161" v="2259" actId="1036"/>
          <ac:spMkLst>
            <pc:docMk/>
            <pc:sldMk cId="0" sldId="259"/>
            <ac:spMk id="14" creationId="{00000000-0000-0000-0000-000000000000}"/>
          </ac:spMkLst>
        </pc:spChg>
        <pc:spChg chg="mod">
          <ac:chgData name="Michael Lamb" userId="57c3f3671c8633cd" providerId="LiveId" clId="{2384C4B6-81F4-40FF-B005-A5B684AAD0B8}" dt="2026-04-11T13:07:15.161" v="2259" actId="1036"/>
          <ac:spMkLst>
            <pc:docMk/>
            <pc:sldMk cId="0" sldId="259"/>
            <ac:spMk id="15" creationId="{00000000-0000-0000-0000-000000000000}"/>
          </ac:spMkLst>
        </pc:spChg>
        <pc:spChg chg="mod">
          <ac:chgData name="Michael Lamb" userId="57c3f3671c8633cd" providerId="LiveId" clId="{2384C4B6-81F4-40FF-B005-A5B684AAD0B8}" dt="2026-04-11T13:07:15.161" v="2259" actId="1036"/>
          <ac:spMkLst>
            <pc:docMk/>
            <pc:sldMk cId="0" sldId="259"/>
            <ac:spMk id="18" creationId="{00000000-0000-0000-0000-000000000000}"/>
          </ac:spMkLst>
        </pc:spChg>
        <pc:spChg chg="mod">
          <ac:chgData name="Michael Lamb" userId="57c3f3671c8633cd" providerId="LiveId" clId="{2384C4B6-81F4-40FF-B005-A5B684AAD0B8}" dt="2026-04-11T13:07:15.161" v="2259" actId="1036"/>
          <ac:spMkLst>
            <pc:docMk/>
            <pc:sldMk cId="0" sldId="259"/>
            <ac:spMk id="20" creationId="{00000000-0000-0000-0000-000000000000}"/>
          </ac:spMkLst>
        </pc:spChg>
        <pc:spChg chg="mod">
          <ac:chgData name="Michael Lamb" userId="57c3f3671c8633cd" providerId="LiveId" clId="{2384C4B6-81F4-40FF-B005-A5B684AAD0B8}" dt="2026-04-11T13:07:15.161" v="2259" actId="1036"/>
          <ac:spMkLst>
            <pc:docMk/>
            <pc:sldMk cId="0" sldId="259"/>
            <ac:spMk id="21" creationId="{00000000-0000-0000-0000-000000000000}"/>
          </ac:spMkLst>
        </pc:spChg>
        <pc:spChg chg="mod">
          <ac:chgData name="Michael Lamb" userId="57c3f3671c8633cd" providerId="LiveId" clId="{2384C4B6-81F4-40FF-B005-A5B684AAD0B8}" dt="2026-04-14T11:01:41.514" v="7034" actId="20577"/>
          <ac:spMkLst>
            <pc:docMk/>
            <pc:sldMk cId="0" sldId="259"/>
            <ac:spMk id="25" creationId="{00000000-0000-0000-0000-000000000000}"/>
          </ac:spMkLst>
        </pc:spChg>
        <pc:picChg chg="mod">
          <ac:chgData name="Michael Lamb" userId="57c3f3671c8633cd" providerId="LiveId" clId="{2384C4B6-81F4-40FF-B005-A5B684AAD0B8}" dt="2026-04-11T13:07:20.777" v="2260" actId="1076"/>
          <ac:picMkLst>
            <pc:docMk/>
            <pc:sldMk cId="0" sldId="259"/>
            <ac:picMk id="4" creationId="{00000000-0000-0000-0000-000000000000}"/>
          </ac:picMkLst>
        </pc:picChg>
      </pc:sldChg>
      <pc:sldChg chg="delSp modSp mod">
        <pc:chgData name="Michael Lamb" userId="57c3f3671c8633cd" providerId="LiveId" clId="{2384C4B6-81F4-40FF-B005-A5B684AAD0B8}" dt="2026-04-14T12:16:11.175" v="7505" actId="20577"/>
        <pc:sldMkLst>
          <pc:docMk/>
          <pc:sldMk cId="0" sldId="260"/>
        </pc:sldMkLst>
        <pc:spChg chg="mod">
          <ac:chgData name="Michael Lamb" userId="57c3f3671c8633cd" providerId="LiveId" clId="{2384C4B6-81F4-40FF-B005-A5B684AAD0B8}" dt="2026-04-11T13:07:40.966" v="2276" actId="20577"/>
          <ac:spMkLst>
            <pc:docMk/>
            <pc:sldMk cId="0" sldId="260"/>
            <ac:spMk id="2" creationId="{00000000-0000-0000-0000-000000000000}"/>
          </ac:spMkLst>
        </pc:spChg>
        <pc:spChg chg="mod">
          <ac:chgData name="Michael Lamb" userId="57c3f3671c8633cd" providerId="LiveId" clId="{2384C4B6-81F4-40FF-B005-A5B684AAD0B8}" dt="2026-04-10T10:09:38.154" v="190" actId="1036"/>
          <ac:spMkLst>
            <pc:docMk/>
            <pc:sldMk cId="0" sldId="260"/>
            <ac:spMk id="6" creationId="{00000000-0000-0000-0000-000000000000}"/>
          </ac:spMkLst>
        </pc:spChg>
        <pc:spChg chg="mod">
          <ac:chgData name="Michael Lamb" userId="57c3f3671c8633cd" providerId="LiveId" clId="{2384C4B6-81F4-40FF-B005-A5B684AAD0B8}" dt="2026-04-10T10:09:38.154" v="190" actId="1036"/>
          <ac:spMkLst>
            <pc:docMk/>
            <pc:sldMk cId="0" sldId="260"/>
            <ac:spMk id="8" creationId="{00000000-0000-0000-0000-000000000000}"/>
          </ac:spMkLst>
        </pc:spChg>
        <pc:spChg chg="mod">
          <ac:chgData name="Michael Lamb" userId="57c3f3671c8633cd" providerId="LiveId" clId="{2384C4B6-81F4-40FF-B005-A5B684AAD0B8}" dt="2026-04-14T12:12:09.646" v="7451" actId="1076"/>
          <ac:spMkLst>
            <pc:docMk/>
            <pc:sldMk cId="0" sldId="260"/>
            <ac:spMk id="9" creationId="{00000000-0000-0000-0000-000000000000}"/>
          </ac:spMkLst>
        </pc:spChg>
        <pc:spChg chg="mod">
          <ac:chgData name="Michael Lamb" userId="57c3f3671c8633cd" providerId="LiveId" clId="{2384C4B6-81F4-40FF-B005-A5B684AAD0B8}" dt="2026-04-10T10:09:38.154" v="190" actId="1036"/>
          <ac:spMkLst>
            <pc:docMk/>
            <pc:sldMk cId="0" sldId="260"/>
            <ac:spMk id="10" creationId="{00000000-0000-0000-0000-000000000000}"/>
          </ac:spMkLst>
        </pc:spChg>
        <pc:spChg chg="mod">
          <ac:chgData name="Michael Lamb" userId="57c3f3671c8633cd" providerId="LiveId" clId="{2384C4B6-81F4-40FF-B005-A5B684AAD0B8}" dt="2026-04-14T12:04:57.441" v="7108" actId="1076"/>
          <ac:spMkLst>
            <pc:docMk/>
            <pc:sldMk cId="0" sldId="260"/>
            <ac:spMk id="12" creationId="{00000000-0000-0000-0000-000000000000}"/>
          </ac:spMkLst>
        </pc:spChg>
        <pc:spChg chg="mod">
          <ac:chgData name="Michael Lamb" userId="57c3f3671c8633cd" providerId="LiveId" clId="{2384C4B6-81F4-40FF-B005-A5B684AAD0B8}" dt="2026-04-14T12:12:13.633" v="7452" actId="1076"/>
          <ac:spMkLst>
            <pc:docMk/>
            <pc:sldMk cId="0" sldId="260"/>
            <ac:spMk id="13" creationId="{00000000-0000-0000-0000-000000000000}"/>
          </ac:spMkLst>
        </pc:spChg>
        <pc:spChg chg="mod">
          <ac:chgData name="Michael Lamb" userId="57c3f3671c8633cd" providerId="LiveId" clId="{2384C4B6-81F4-40FF-B005-A5B684AAD0B8}" dt="2026-04-10T10:09:38.154" v="190" actId="1036"/>
          <ac:spMkLst>
            <pc:docMk/>
            <pc:sldMk cId="0" sldId="260"/>
            <ac:spMk id="14" creationId="{00000000-0000-0000-0000-000000000000}"/>
          </ac:spMkLst>
        </pc:spChg>
        <pc:spChg chg="mod">
          <ac:chgData name="Michael Lamb" userId="57c3f3671c8633cd" providerId="LiveId" clId="{2384C4B6-81F4-40FF-B005-A5B684AAD0B8}" dt="2026-04-10T10:09:38.154" v="190" actId="1036"/>
          <ac:spMkLst>
            <pc:docMk/>
            <pc:sldMk cId="0" sldId="260"/>
            <ac:spMk id="16" creationId="{00000000-0000-0000-0000-000000000000}"/>
          </ac:spMkLst>
        </pc:spChg>
        <pc:spChg chg="mod">
          <ac:chgData name="Michael Lamb" userId="57c3f3671c8633cd" providerId="LiveId" clId="{2384C4B6-81F4-40FF-B005-A5B684AAD0B8}" dt="2026-04-14T12:15:38.039" v="7497" actId="20577"/>
          <ac:spMkLst>
            <pc:docMk/>
            <pc:sldMk cId="0" sldId="260"/>
            <ac:spMk id="17" creationId="{00000000-0000-0000-0000-000000000000}"/>
          </ac:spMkLst>
        </pc:spChg>
        <pc:spChg chg="mod">
          <ac:chgData name="Michael Lamb" userId="57c3f3671c8633cd" providerId="LiveId" clId="{2384C4B6-81F4-40FF-B005-A5B684AAD0B8}" dt="2026-04-14T12:11:41.992" v="7448" actId="1076"/>
          <ac:spMkLst>
            <pc:docMk/>
            <pc:sldMk cId="0" sldId="260"/>
            <ac:spMk id="20" creationId="{00000000-0000-0000-0000-000000000000}"/>
          </ac:spMkLst>
        </pc:spChg>
        <pc:spChg chg="mod">
          <ac:chgData name="Michael Lamb" userId="57c3f3671c8633cd" providerId="LiveId" clId="{2384C4B6-81F4-40FF-B005-A5B684AAD0B8}" dt="2026-04-14T12:08:28.287" v="7233" actId="1036"/>
          <ac:spMkLst>
            <pc:docMk/>
            <pc:sldMk cId="0" sldId="260"/>
            <ac:spMk id="22" creationId="{00000000-0000-0000-0000-000000000000}"/>
          </ac:spMkLst>
        </pc:spChg>
        <pc:spChg chg="mod">
          <ac:chgData name="Michael Lamb" userId="57c3f3671c8633cd" providerId="LiveId" clId="{2384C4B6-81F4-40FF-B005-A5B684AAD0B8}" dt="2026-04-14T12:16:11.175" v="7505" actId="20577"/>
          <ac:spMkLst>
            <pc:docMk/>
            <pc:sldMk cId="0" sldId="260"/>
            <ac:spMk id="23" creationId="{00000000-0000-0000-0000-000000000000}"/>
          </ac:spMkLst>
        </pc:spChg>
        <pc:spChg chg="mod">
          <ac:chgData name="Michael Lamb" userId="57c3f3671c8633cd" providerId="LiveId" clId="{2384C4B6-81F4-40FF-B005-A5B684AAD0B8}" dt="2026-04-14T12:11:28.563" v="7444" actId="14100"/>
          <ac:spMkLst>
            <pc:docMk/>
            <pc:sldMk cId="0" sldId="260"/>
            <ac:spMk id="24" creationId="{00000000-0000-0000-0000-000000000000}"/>
          </ac:spMkLst>
        </pc:spChg>
        <pc:spChg chg="mod">
          <ac:chgData name="Michael Lamb" userId="57c3f3671c8633cd" providerId="LiveId" clId="{2384C4B6-81F4-40FF-B005-A5B684AAD0B8}" dt="2026-04-14T12:08:28.287" v="7233" actId="1036"/>
          <ac:spMkLst>
            <pc:docMk/>
            <pc:sldMk cId="0" sldId="260"/>
            <ac:spMk id="26" creationId="{00000000-0000-0000-0000-000000000000}"/>
          </ac:spMkLst>
        </pc:spChg>
        <pc:spChg chg="mod">
          <ac:chgData name="Michael Lamb" userId="57c3f3671c8633cd" providerId="LiveId" clId="{2384C4B6-81F4-40FF-B005-A5B684AAD0B8}" dt="2026-04-14T12:11:36.350" v="7446" actId="1076"/>
          <ac:spMkLst>
            <pc:docMk/>
            <pc:sldMk cId="0" sldId="260"/>
            <ac:spMk id="27" creationId="{00000000-0000-0000-0000-000000000000}"/>
          </ac:spMkLst>
        </pc:spChg>
        <pc:spChg chg="mod">
          <ac:chgData name="Michael Lamb" userId="57c3f3671c8633cd" providerId="LiveId" clId="{2384C4B6-81F4-40FF-B005-A5B684AAD0B8}" dt="2026-04-14T12:11:28.563" v="7444" actId="14100"/>
          <ac:spMkLst>
            <pc:docMk/>
            <pc:sldMk cId="0" sldId="260"/>
            <ac:spMk id="28" creationId="{00000000-0000-0000-0000-000000000000}"/>
          </ac:spMkLst>
        </pc:spChg>
        <pc:spChg chg="mod">
          <ac:chgData name="Michael Lamb" userId="57c3f3671c8633cd" providerId="LiveId" clId="{2384C4B6-81F4-40FF-B005-A5B684AAD0B8}" dt="2026-04-14T12:08:28.287" v="7233" actId="1036"/>
          <ac:spMkLst>
            <pc:docMk/>
            <pc:sldMk cId="0" sldId="260"/>
            <ac:spMk id="30" creationId="{00000000-0000-0000-0000-000000000000}"/>
          </ac:spMkLst>
        </pc:spChg>
        <pc:spChg chg="mod">
          <ac:chgData name="Michael Lamb" userId="57c3f3671c8633cd" providerId="LiveId" clId="{2384C4B6-81F4-40FF-B005-A5B684AAD0B8}" dt="2026-04-14T12:11:57.130" v="7450" actId="1076"/>
          <ac:spMkLst>
            <pc:docMk/>
            <pc:sldMk cId="0" sldId="260"/>
            <ac:spMk id="31" creationId="{00000000-0000-0000-0000-000000000000}"/>
          </ac:spMkLst>
        </pc:spChg>
        <pc:picChg chg="mod">
          <ac:chgData name="Michael Lamb" userId="57c3f3671c8633cd" providerId="LiveId" clId="{2384C4B6-81F4-40FF-B005-A5B684AAD0B8}" dt="2026-04-10T10:09:38.154" v="190" actId="1036"/>
          <ac:picMkLst>
            <pc:docMk/>
            <pc:sldMk cId="0" sldId="260"/>
            <ac:picMk id="7" creationId="{00000000-0000-0000-0000-000000000000}"/>
          </ac:picMkLst>
        </pc:picChg>
        <pc:picChg chg="mod">
          <ac:chgData name="Michael Lamb" userId="57c3f3671c8633cd" providerId="LiveId" clId="{2384C4B6-81F4-40FF-B005-A5B684AAD0B8}" dt="2026-04-14T12:08:28.287" v="7233" actId="1036"/>
          <ac:picMkLst>
            <pc:docMk/>
            <pc:sldMk cId="0" sldId="260"/>
            <ac:picMk id="21" creationId="{00000000-0000-0000-0000-000000000000}"/>
          </ac:picMkLst>
        </pc:picChg>
        <pc:picChg chg="mod">
          <ac:chgData name="Michael Lamb" userId="57c3f3671c8633cd" providerId="LiveId" clId="{2384C4B6-81F4-40FF-B005-A5B684AAD0B8}" dt="2026-04-10T10:09:46.786" v="209" actId="1035"/>
          <ac:picMkLst>
            <pc:docMk/>
            <pc:sldMk cId="0" sldId="260"/>
            <ac:picMk id="25" creationId="{00000000-0000-0000-0000-000000000000}"/>
          </ac:picMkLst>
        </pc:picChg>
      </pc:sldChg>
      <pc:sldChg chg="modSp mod">
        <pc:chgData name="Michael Lamb" userId="57c3f3671c8633cd" providerId="LiveId" clId="{2384C4B6-81F4-40FF-B005-A5B684AAD0B8}" dt="2026-04-14T12:20:06.930" v="7633" actId="20577"/>
        <pc:sldMkLst>
          <pc:docMk/>
          <pc:sldMk cId="0" sldId="261"/>
        </pc:sldMkLst>
        <pc:spChg chg="mod">
          <ac:chgData name="Michael Lamb" userId="57c3f3671c8633cd" providerId="LiveId" clId="{2384C4B6-81F4-40FF-B005-A5B684AAD0B8}" dt="2026-03-29T11:46:29.602" v="5" actId="404"/>
          <ac:spMkLst>
            <pc:docMk/>
            <pc:sldMk cId="0" sldId="261"/>
            <ac:spMk id="3" creationId="{00000000-0000-0000-0000-000000000000}"/>
          </ac:spMkLst>
        </pc:spChg>
        <pc:spChg chg="mod">
          <ac:chgData name="Michael Lamb" userId="57c3f3671c8633cd" providerId="LiveId" clId="{2384C4B6-81F4-40FF-B005-A5B684AAD0B8}" dt="2026-04-11T12:29:09.980" v="1002" actId="207"/>
          <ac:spMkLst>
            <pc:docMk/>
            <pc:sldMk cId="0" sldId="261"/>
            <ac:spMk id="10" creationId="{00000000-0000-0000-0000-000000000000}"/>
          </ac:spMkLst>
        </pc:spChg>
        <pc:spChg chg="mod">
          <ac:chgData name="Michael Lamb" userId="57c3f3671c8633cd" providerId="LiveId" clId="{2384C4B6-81F4-40FF-B005-A5B684AAD0B8}" dt="2026-04-11T12:29:26.486" v="1003" actId="207"/>
          <ac:spMkLst>
            <pc:docMk/>
            <pc:sldMk cId="0" sldId="261"/>
            <ac:spMk id="15" creationId="{00000000-0000-0000-0000-000000000000}"/>
          </ac:spMkLst>
        </pc:spChg>
        <pc:spChg chg="mod">
          <ac:chgData name="Michael Lamb" userId="57c3f3671c8633cd" providerId="LiveId" clId="{2384C4B6-81F4-40FF-B005-A5B684AAD0B8}" dt="2026-04-11T12:29:26.486" v="1003" actId="207"/>
          <ac:spMkLst>
            <pc:docMk/>
            <pc:sldMk cId="0" sldId="261"/>
            <ac:spMk id="20" creationId="{00000000-0000-0000-0000-000000000000}"/>
          </ac:spMkLst>
        </pc:spChg>
        <pc:spChg chg="mod">
          <ac:chgData name="Michael Lamb" userId="57c3f3671c8633cd" providerId="LiveId" clId="{2384C4B6-81F4-40FF-B005-A5B684AAD0B8}" dt="2026-04-11T12:30:32.935" v="1007" actId="207"/>
          <ac:spMkLst>
            <pc:docMk/>
            <pc:sldMk cId="0" sldId="261"/>
            <ac:spMk id="25" creationId="{00000000-0000-0000-0000-000000000000}"/>
          </ac:spMkLst>
        </pc:spChg>
        <pc:spChg chg="mod">
          <ac:chgData name="Michael Lamb" userId="57c3f3671c8633cd" providerId="LiveId" clId="{2384C4B6-81F4-40FF-B005-A5B684AAD0B8}" dt="2026-04-11T12:30:14.411" v="1005" actId="207"/>
          <ac:spMkLst>
            <pc:docMk/>
            <pc:sldMk cId="0" sldId="261"/>
            <ac:spMk id="30" creationId="{00000000-0000-0000-0000-000000000000}"/>
          </ac:spMkLst>
        </pc:spChg>
        <pc:spChg chg="mod">
          <ac:chgData name="Michael Lamb" userId="57c3f3671c8633cd" providerId="LiveId" clId="{2384C4B6-81F4-40FF-B005-A5B684AAD0B8}" dt="2026-04-11T12:29:51.463" v="1004" actId="207"/>
          <ac:spMkLst>
            <pc:docMk/>
            <pc:sldMk cId="0" sldId="261"/>
            <ac:spMk id="35" creationId="{00000000-0000-0000-0000-000000000000}"/>
          </ac:spMkLst>
        </pc:spChg>
        <pc:spChg chg="mod">
          <ac:chgData name="Michael Lamb" userId="57c3f3671c8633cd" providerId="LiveId" clId="{2384C4B6-81F4-40FF-B005-A5B684AAD0B8}" dt="2026-04-11T12:30:21.958" v="1006" actId="207"/>
          <ac:spMkLst>
            <pc:docMk/>
            <pc:sldMk cId="0" sldId="261"/>
            <ac:spMk id="40" creationId="{00000000-0000-0000-0000-000000000000}"/>
          </ac:spMkLst>
        </pc:spChg>
        <pc:spChg chg="mod">
          <ac:chgData name="Michael Lamb" userId="57c3f3671c8633cd" providerId="LiveId" clId="{2384C4B6-81F4-40FF-B005-A5B684AAD0B8}" dt="2026-04-11T12:31:31.745" v="1009" actId="207"/>
          <ac:spMkLst>
            <pc:docMk/>
            <pc:sldMk cId="0" sldId="261"/>
            <ac:spMk id="44" creationId="{00000000-0000-0000-0000-000000000000}"/>
          </ac:spMkLst>
        </pc:spChg>
        <pc:spChg chg="mod">
          <ac:chgData name="Michael Lamb" userId="57c3f3671c8633cd" providerId="LiveId" clId="{2384C4B6-81F4-40FF-B005-A5B684AAD0B8}" dt="2026-04-11T12:31:26.120" v="1008" actId="207"/>
          <ac:spMkLst>
            <pc:docMk/>
            <pc:sldMk cId="0" sldId="261"/>
            <ac:spMk id="45" creationId="{00000000-0000-0000-0000-000000000000}"/>
          </ac:spMkLst>
        </pc:spChg>
        <pc:spChg chg="mod">
          <ac:chgData name="Michael Lamb" userId="57c3f3671c8633cd" providerId="LiveId" clId="{2384C4B6-81F4-40FF-B005-A5B684AAD0B8}" dt="2026-04-11T12:28:33.374" v="1001" actId="20577"/>
          <ac:spMkLst>
            <pc:docMk/>
            <pc:sldMk cId="0" sldId="261"/>
            <ac:spMk id="47" creationId="{00000000-0000-0000-0000-000000000000}"/>
          </ac:spMkLst>
        </pc:spChg>
        <pc:spChg chg="mod">
          <ac:chgData name="Michael Lamb" userId="57c3f3671c8633cd" providerId="LiveId" clId="{2384C4B6-81F4-40FF-B005-A5B684AAD0B8}" dt="2026-04-11T12:32:25.407" v="1013" actId="207"/>
          <ac:spMkLst>
            <pc:docMk/>
            <pc:sldMk cId="0" sldId="261"/>
            <ac:spMk id="49" creationId="{00000000-0000-0000-0000-000000000000}"/>
          </ac:spMkLst>
        </pc:spChg>
        <pc:spChg chg="mod">
          <ac:chgData name="Michael Lamb" userId="57c3f3671c8633cd" providerId="LiveId" clId="{2384C4B6-81F4-40FF-B005-A5B684AAD0B8}" dt="2026-04-11T12:32:16.501" v="1012" actId="207"/>
          <ac:spMkLst>
            <pc:docMk/>
            <pc:sldMk cId="0" sldId="261"/>
            <ac:spMk id="50" creationId="{00000000-0000-0000-0000-000000000000}"/>
          </ac:spMkLst>
        </pc:spChg>
        <pc:spChg chg="mod">
          <ac:chgData name="Michael Lamb" userId="57c3f3671c8633cd" providerId="LiveId" clId="{2384C4B6-81F4-40FF-B005-A5B684AAD0B8}" dt="2026-04-11T12:32:48.336" v="1017" actId="207"/>
          <ac:spMkLst>
            <pc:docMk/>
            <pc:sldMk cId="0" sldId="261"/>
            <ac:spMk id="54" creationId="{00000000-0000-0000-0000-000000000000}"/>
          </ac:spMkLst>
        </pc:spChg>
        <pc:spChg chg="mod">
          <ac:chgData name="Michael Lamb" userId="57c3f3671c8633cd" providerId="LiveId" clId="{2384C4B6-81F4-40FF-B005-A5B684AAD0B8}" dt="2026-04-11T12:32:44.956" v="1016" actId="207"/>
          <ac:spMkLst>
            <pc:docMk/>
            <pc:sldMk cId="0" sldId="261"/>
            <ac:spMk id="55" creationId="{00000000-0000-0000-0000-000000000000}"/>
          </ac:spMkLst>
        </pc:spChg>
        <pc:spChg chg="mod">
          <ac:chgData name="Michael Lamb" userId="57c3f3671c8633cd" providerId="LiveId" clId="{2384C4B6-81F4-40FF-B005-A5B684AAD0B8}" dt="2026-04-11T12:33:13.568" v="1019" actId="207"/>
          <ac:spMkLst>
            <pc:docMk/>
            <pc:sldMk cId="0" sldId="261"/>
            <ac:spMk id="59" creationId="{00000000-0000-0000-0000-000000000000}"/>
          </ac:spMkLst>
        </pc:spChg>
        <pc:spChg chg="mod">
          <ac:chgData name="Michael Lamb" userId="57c3f3671c8633cd" providerId="LiveId" clId="{2384C4B6-81F4-40FF-B005-A5B684AAD0B8}" dt="2026-04-11T12:33:07.930" v="1018" actId="207"/>
          <ac:spMkLst>
            <pc:docMk/>
            <pc:sldMk cId="0" sldId="261"/>
            <ac:spMk id="60" creationId="{00000000-0000-0000-0000-000000000000}"/>
          </ac:spMkLst>
        </pc:spChg>
        <pc:spChg chg="mod">
          <ac:chgData name="Michael Lamb" userId="57c3f3671c8633cd" providerId="LiveId" clId="{2384C4B6-81F4-40FF-B005-A5B684AAD0B8}" dt="2026-04-11T12:31:55.866" v="1011" actId="207"/>
          <ac:spMkLst>
            <pc:docMk/>
            <pc:sldMk cId="0" sldId="261"/>
            <ac:spMk id="64" creationId="{00000000-0000-0000-0000-000000000000}"/>
          </ac:spMkLst>
        </pc:spChg>
        <pc:spChg chg="mod">
          <ac:chgData name="Michael Lamb" userId="57c3f3671c8633cd" providerId="LiveId" clId="{2384C4B6-81F4-40FF-B005-A5B684AAD0B8}" dt="2026-04-11T12:31:50.430" v="1010" actId="207"/>
          <ac:spMkLst>
            <pc:docMk/>
            <pc:sldMk cId="0" sldId="261"/>
            <ac:spMk id="65" creationId="{00000000-0000-0000-0000-000000000000}"/>
          </ac:spMkLst>
        </pc:spChg>
        <pc:spChg chg="mod">
          <ac:chgData name="Michael Lamb" userId="57c3f3671c8633cd" providerId="LiveId" clId="{2384C4B6-81F4-40FF-B005-A5B684AAD0B8}" dt="2026-04-10T10:13:30.303" v="312" actId="20577"/>
          <ac:spMkLst>
            <pc:docMk/>
            <pc:sldMk cId="0" sldId="261"/>
            <ac:spMk id="67" creationId="{00000000-0000-0000-0000-000000000000}"/>
          </ac:spMkLst>
        </pc:spChg>
        <pc:spChg chg="mod">
          <ac:chgData name="Michael Lamb" userId="57c3f3671c8633cd" providerId="LiveId" clId="{2384C4B6-81F4-40FF-B005-A5B684AAD0B8}" dt="2026-04-10T10:12:47.317" v="290" actId="20577"/>
          <ac:spMkLst>
            <pc:docMk/>
            <pc:sldMk cId="0" sldId="261"/>
            <ac:spMk id="69" creationId="{00000000-0000-0000-0000-000000000000}"/>
          </ac:spMkLst>
        </pc:spChg>
        <pc:spChg chg="mod">
          <ac:chgData name="Michael Lamb" userId="57c3f3671c8633cd" providerId="LiveId" clId="{2384C4B6-81F4-40FF-B005-A5B684AAD0B8}" dt="2026-04-14T12:20:06.930" v="7633" actId="20577"/>
          <ac:spMkLst>
            <pc:docMk/>
            <pc:sldMk cId="0" sldId="261"/>
            <ac:spMk id="70" creationId="{00000000-0000-0000-0000-000000000000}"/>
          </ac:spMkLst>
        </pc:spChg>
      </pc:sldChg>
      <pc:sldChg chg="modSp mod ord">
        <pc:chgData name="Michael Lamb" userId="57c3f3671c8633cd" providerId="LiveId" clId="{2384C4B6-81F4-40FF-B005-A5B684AAD0B8}" dt="2026-04-14T12:19:33.977" v="7561" actId="20577"/>
        <pc:sldMkLst>
          <pc:docMk/>
          <pc:sldMk cId="0" sldId="262"/>
        </pc:sldMkLst>
        <pc:spChg chg="mod">
          <ac:chgData name="Michael Lamb" userId="57c3f3671c8633cd" providerId="LiveId" clId="{2384C4B6-81F4-40FF-B005-A5B684AAD0B8}" dt="2026-04-14T12:16:46.996" v="7506" actId="20577"/>
          <ac:spMkLst>
            <pc:docMk/>
            <pc:sldMk cId="0" sldId="262"/>
            <ac:spMk id="2" creationId="{00000000-0000-0000-0000-000000000000}"/>
          </ac:spMkLst>
        </pc:spChg>
        <pc:spChg chg="mod">
          <ac:chgData name="Michael Lamb" userId="57c3f3671c8633cd" providerId="LiveId" clId="{2384C4B6-81F4-40FF-B005-A5B684AAD0B8}" dt="2026-04-14T12:19:33.977" v="7561" actId="20577"/>
          <ac:spMkLst>
            <pc:docMk/>
            <pc:sldMk cId="0" sldId="262"/>
            <ac:spMk id="26" creationId="{00000000-0000-0000-0000-000000000000}"/>
          </ac:spMkLst>
        </pc:spChg>
        <pc:spChg chg="mod">
          <ac:chgData name="Michael Lamb" userId="57c3f3671c8633cd" providerId="LiveId" clId="{2384C4B6-81F4-40FF-B005-A5B684AAD0B8}" dt="2026-04-10T10:14:58.448" v="326" actId="20577"/>
          <ac:spMkLst>
            <pc:docMk/>
            <pc:sldMk cId="0" sldId="262"/>
            <ac:spMk id="28" creationId="{00000000-0000-0000-0000-000000000000}"/>
          </ac:spMkLst>
        </pc:spChg>
        <pc:spChg chg="mod">
          <ac:chgData name="Michael Lamb" userId="57c3f3671c8633cd" providerId="LiveId" clId="{2384C4B6-81F4-40FF-B005-A5B684AAD0B8}" dt="2026-04-10T10:14:41.899" v="322" actId="20577"/>
          <ac:spMkLst>
            <pc:docMk/>
            <pc:sldMk cId="0" sldId="262"/>
            <ac:spMk id="32" creationId="{00000000-0000-0000-0000-000000000000}"/>
          </ac:spMkLst>
        </pc:spChg>
      </pc:sldChg>
      <pc:sldChg chg="modSp mod">
        <pc:chgData name="Michael Lamb" userId="57c3f3671c8633cd" providerId="LiveId" clId="{2384C4B6-81F4-40FF-B005-A5B684AAD0B8}" dt="2026-04-14T12:25:31.372" v="7949" actId="20577"/>
        <pc:sldMkLst>
          <pc:docMk/>
          <pc:sldMk cId="0" sldId="263"/>
        </pc:sldMkLst>
        <pc:spChg chg="mod">
          <ac:chgData name="Michael Lamb" userId="57c3f3671c8633cd" providerId="LiveId" clId="{2384C4B6-81F4-40FF-B005-A5B684AAD0B8}" dt="2026-04-14T12:22:25.234" v="7737" actId="20577"/>
          <ac:spMkLst>
            <pc:docMk/>
            <pc:sldMk cId="0" sldId="263"/>
            <ac:spMk id="2" creationId="{00000000-0000-0000-0000-000000000000}"/>
          </ac:spMkLst>
        </pc:spChg>
        <pc:spChg chg="mod">
          <ac:chgData name="Michael Lamb" userId="57c3f3671c8633cd" providerId="LiveId" clId="{2384C4B6-81F4-40FF-B005-A5B684AAD0B8}" dt="2026-04-14T12:22:58.213" v="7768" actId="20577"/>
          <ac:spMkLst>
            <pc:docMk/>
            <pc:sldMk cId="0" sldId="263"/>
            <ac:spMk id="3" creationId="{00000000-0000-0000-0000-000000000000}"/>
          </ac:spMkLst>
        </pc:spChg>
        <pc:spChg chg="mod">
          <ac:chgData name="Michael Lamb" userId="57c3f3671c8633cd" providerId="LiveId" clId="{2384C4B6-81F4-40FF-B005-A5B684AAD0B8}" dt="2026-04-14T12:23:29.145" v="7785" actId="20577"/>
          <ac:spMkLst>
            <pc:docMk/>
            <pc:sldMk cId="0" sldId="263"/>
            <ac:spMk id="13" creationId="{00000000-0000-0000-0000-000000000000}"/>
          </ac:spMkLst>
        </pc:spChg>
        <pc:spChg chg="mod">
          <ac:chgData name="Michael Lamb" userId="57c3f3671c8633cd" providerId="LiveId" clId="{2384C4B6-81F4-40FF-B005-A5B684AAD0B8}" dt="2026-04-14T12:24:02.447" v="7853" actId="20577"/>
          <ac:spMkLst>
            <pc:docMk/>
            <pc:sldMk cId="0" sldId="263"/>
            <ac:spMk id="18" creationId="{00000000-0000-0000-0000-000000000000}"/>
          </ac:spMkLst>
        </pc:spChg>
        <pc:spChg chg="mod">
          <ac:chgData name="Michael Lamb" userId="57c3f3671c8633cd" providerId="LiveId" clId="{2384C4B6-81F4-40FF-B005-A5B684AAD0B8}" dt="2026-04-14T12:25:31.372" v="7949" actId="20577"/>
          <ac:spMkLst>
            <pc:docMk/>
            <pc:sldMk cId="0" sldId="263"/>
            <ac:spMk id="23" creationId="{00000000-0000-0000-0000-000000000000}"/>
          </ac:spMkLst>
        </pc:spChg>
      </pc:sldChg>
      <pc:sldChg chg="modSp mod">
        <pc:chgData name="Michael Lamb" userId="57c3f3671c8633cd" providerId="LiveId" clId="{2384C4B6-81F4-40FF-B005-A5B684AAD0B8}" dt="2026-04-14T12:30:58.822" v="8217" actId="20577"/>
        <pc:sldMkLst>
          <pc:docMk/>
          <pc:sldMk cId="0" sldId="264"/>
        </pc:sldMkLst>
        <pc:spChg chg="mod">
          <ac:chgData name="Michael Lamb" userId="57c3f3671c8633cd" providerId="LiveId" clId="{2384C4B6-81F4-40FF-B005-A5B684AAD0B8}" dt="2026-03-29T11:46:49.598" v="7" actId="404"/>
          <ac:spMkLst>
            <pc:docMk/>
            <pc:sldMk cId="0" sldId="264"/>
            <ac:spMk id="4" creationId="{00000000-0000-0000-0000-000000000000}"/>
          </ac:spMkLst>
        </pc:spChg>
        <pc:spChg chg="mod">
          <ac:chgData name="Michael Lamb" userId="57c3f3671c8633cd" providerId="LiveId" clId="{2384C4B6-81F4-40FF-B005-A5B684AAD0B8}" dt="2026-04-10T10:17:48.513" v="381" actId="20577"/>
          <ac:spMkLst>
            <pc:docMk/>
            <pc:sldMk cId="0" sldId="264"/>
            <ac:spMk id="5" creationId="{00000000-0000-0000-0000-000000000000}"/>
          </ac:spMkLst>
        </pc:spChg>
        <pc:spChg chg="mod">
          <ac:chgData name="Michael Lamb" userId="57c3f3671c8633cd" providerId="LiveId" clId="{2384C4B6-81F4-40FF-B005-A5B684AAD0B8}" dt="2026-04-11T12:53:40.649" v="1452" actId="404"/>
          <ac:spMkLst>
            <pc:docMk/>
            <pc:sldMk cId="0" sldId="264"/>
            <ac:spMk id="7" creationId="{00000000-0000-0000-0000-000000000000}"/>
          </ac:spMkLst>
        </pc:spChg>
        <pc:spChg chg="mod">
          <ac:chgData name="Michael Lamb" userId="57c3f3671c8633cd" providerId="LiveId" clId="{2384C4B6-81F4-40FF-B005-A5B684AAD0B8}" dt="2026-04-11T12:53:40.649" v="1452" actId="404"/>
          <ac:spMkLst>
            <pc:docMk/>
            <pc:sldMk cId="0" sldId="264"/>
            <ac:spMk id="8" creationId="{00000000-0000-0000-0000-000000000000}"/>
          </ac:spMkLst>
        </pc:spChg>
        <pc:spChg chg="mod">
          <ac:chgData name="Michael Lamb" userId="57c3f3671c8633cd" providerId="LiveId" clId="{2384C4B6-81F4-40FF-B005-A5B684AAD0B8}" dt="2026-04-11T12:53:40.649" v="1452" actId="404"/>
          <ac:spMkLst>
            <pc:docMk/>
            <pc:sldMk cId="0" sldId="264"/>
            <ac:spMk id="11" creationId="{00000000-0000-0000-0000-000000000000}"/>
          </ac:spMkLst>
        </pc:spChg>
        <pc:spChg chg="mod">
          <ac:chgData name="Michael Lamb" userId="57c3f3671c8633cd" providerId="LiveId" clId="{2384C4B6-81F4-40FF-B005-A5B684AAD0B8}" dt="2026-04-11T12:53:40.649" v="1452" actId="404"/>
          <ac:spMkLst>
            <pc:docMk/>
            <pc:sldMk cId="0" sldId="264"/>
            <ac:spMk id="13" creationId="{00000000-0000-0000-0000-000000000000}"/>
          </ac:spMkLst>
        </pc:spChg>
        <pc:spChg chg="mod">
          <ac:chgData name="Michael Lamb" userId="57c3f3671c8633cd" providerId="LiveId" clId="{2384C4B6-81F4-40FF-B005-A5B684AAD0B8}" dt="2026-04-11T12:53:40.649" v="1452" actId="404"/>
          <ac:spMkLst>
            <pc:docMk/>
            <pc:sldMk cId="0" sldId="264"/>
            <ac:spMk id="16" creationId="{00000000-0000-0000-0000-000000000000}"/>
          </ac:spMkLst>
        </pc:spChg>
        <pc:spChg chg="mod">
          <ac:chgData name="Michael Lamb" userId="57c3f3671c8633cd" providerId="LiveId" clId="{2384C4B6-81F4-40FF-B005-A5B684AAD0B8}" dt="2026-04-11T12:53:40.649" v="1452" actId="404"/>
          <ac:spMkLst>
            <pc:docMk/>
            <pc:sldMk cId="0" sldId="264"/>
            <ac:spMk id="19" creationId="{00000000-0000-0000-0000-000000000000}"/>
          </ac:spMkLst>
        </pc:spChg>
        <pc:spChg chg="mod">
          <ac:chgData name="Michael Lamb" userId="57c3f3671c8633cd" providerId="LiveId" clId="{2384C4B6-81F4-40FF-B005-A5B684AAD0B8}" dt="2026-04-11T12:53:40.649" v="1452" actId="404"/>
          <ac:spMkLst>
            <pc:docMk/>
            <pc:sldMk cId="0" sldId="264"/>
            <ac:spMk id="26" creationId="{00000000-0000-0000-0000-000000000000}"/>
          </ac:spMkLst>
        </pc:spChg>
        <pc:spChg chg="mod">
          <ac:chgData name="Michael Lamb" userId="57c3f3671c8633cd" providerId="LiveId" clId="{2384C4B6-81F4-40FF-B005-A5B684AAD0B8}" dt="2026-04-11T12:53:40.649" v="1452" actId="404"/>
          <ac:spMkLst>
            <pc:docMk/>
            <pc:sldMk cId="0" sldId="264"/>
            <ac:spMk id="29" creationId="{00000000-0000-0000-0000-000000000000}"/>
          </ac:spMkLst>
        </pc:spChg>
        <pc:spChg chg="mod">
          <ac:chgData name="Michael Lamb" userId="57c3f3671c8633cd" providerId="LiveId" clId="{2384C4B6-81F4-40FF-B005-A5B684AAD0B8}" dt="2026-04-11T12:53:27.016" v="1451" actId="404"/>
          <ac:spMkLst>
            <pc:docMk/>
            <pc:sldMk cId="0" sldId="264"/>
            <ac:spMk id="34" creationId="{00000000-0000-0000-0000-000000000000}"/>
          </ac:spMkLst>
        </pc:spChg>
        <pc:spChg chg="mod">
          <ac:chgData name="Michael Lamb" userId="57c3f3671c8633cd" providerId="LiveId" clId="{2384C4B6-81F4-40FF-B005-A5B684AAD0B8}" dt="2026-04-11T12:53:40.649" v="1452" actId="404"/>
          <ac:spMkLst>
            <pc:docMk/>
            <pc:sldMk cId="0" sldId="264"/>
            <ac:spMk id="35" creationId="{00000000-0000-0000-0000-000000000000}"/>
          </ac:spMkLst>
        </pc:spChg>
        <pc:spChg chg="mod">
          <ac:chgData name="Michael Lamb" userId="57c3f3671c8633cd" providerId="LiveId" clId="{2384C4B6-81F4-40FF-B005-A5B684AAD0B8}" dt="2026-04-11T12:53:27.016" v="1451" actId="404"/>
          <ac:spMkLst>
            <pc:docMk/>
            <pc:sldMk cId="0" sldId="264"/>
            <ac:spMk id="37" creationId="{00000000-0000-0000-0000-000000000000}"/>
          </ac:spMkLst>
        </pc:spChg>
        <pc:spChg chg="mod">
          <ac:chgData name="Michael Lamb" userId="57c3f3671c8633cd" providerId="LiveId" clId="{2384C4B6-81F4-40FF-B005-A5B684AAD0B8}" dt="2026-04-11T12:53:40.649" v="1452" actId="404"/>
          <ac:spMkLst>
            <pc:docMk/>
            <pc:sldMk cId="0" sldId="264"/>
            <ac:spMk id="38" creationId="{00000000-0000-0000-0000-000000000000}"/>
          </ac:spMkLst>
        </pc:spChg>
        <pc:spChg chg="mod">
          <ac:chgData name="Michael Lamb" userId="57c3f3671c8633cd" providerId="LiveId" clId="{2384C4B6-81F4-40FF-B005-A5B684AAD0B8}" dt="2026-04-11T12:53:27.016" v="1451" actId="404"/>
          <ac:spMkLst>
            <pc:docMk/>
            <pc:sldMk cId="0" sldId="264"/>
            <ac:spMk id="40" creationId="{00000000-0000-0000-0000-000000000000}"/>
          </ac:spMkLst>
        </pc:spChg>
        <pc:spChg chg="mod">
          <ac:chgData name="Michael Lamb" userId="57c3f3671c8633cd" providerId="LiveId" clId="{2384C4B6-81F4-40FF-B005-A5B684AAD0B8}" dt="2026-04-11T12:53:27.016" v="1451" actId="404"/>
          <ac:spMkLst>
            <pc:docMk/>
            <pc:sldMk cId="0" sldId="264"/>
            <ac:spMk id="43" creationId="{00000000-0000-0000-0000-000000000000}"/>
          </ac:spMkLst>
        </pc:spChg>
        <pc:spChg chg="mod">
          <ac:chgData name="Michael Lamb" userId="57c3f3671c8633cd" providerId="LiveId" clId="{2384C4B6-81F4-40FF-B005-A5B684AAD0B8}" dt="2026-04-14T12:30:58.822" v="8217" actId="20577"/>
          <ac:spMkLst>
            <pc:docMk/>
            <pc:sldMk cId="0" sldId="264"/>
            <ac:spMk id="45" creationId="{00000000-0000-0000-0000-000000000000}"/>
          </ac:spMkLst>
        </pc:spChg>
      </pc:sldChg>
      <pc:sldChg chg="modSp mod ord">
        <pc:chgData name="Michael Lamb" userId="57c3f3671c8633cd" providerId="LiveId" clId="{2384C4B6-81F4-40FF-B005-A5B684AAD0B8}" dt="2026-04-14T12:30:01.030" v="8192" actId="115"/>
        <pc:sldMkLst>
          <pc:docMk/>
          <pc:sldMk cId="0" sldId="266"/>
        </pc:sldMkLst>
        <pc:spChg chg="mod">
          <ac:chgData name="Michael Lamb" userId="57c3f3671c8633cd" providerId="LiveId" clId="{2384C4B6-81F4-40FF-B005-A5B684AAD0B8}" dt="2026-04-10T10:41:37.987" v="620" actId="403"/>
          <ac:spMkLst>
            <pc:docMk/>
            <pc:sldMk cId="0" sldId="266"/>
            <ac:spMk id="2" creationId="{00000000-0000-0000-0000-000000000000}"/>
          </ac:spMkLst>
        </pc:spChg>
        <pc:spChg chg="mod">
          <ac:chgData name="Michael Lamb" userId="57c3f3671c8633cd" providerId="LiveId" clId="{2384C4B6-81F4-40FF-B005-A5B684AAD0B8}" dt="2026-04-10T10:41:44.789" v="624" actId="404"/>
          <ac:spMkLst>
            <pc:docMk/>
            <pc:sldMk cId="0" sldId="266"/>
            <ac:spMk id="3" creationId="{00000000-0000-0000-0000-000000000000}"/>
          </ac:spMkLst>
        </pc:spChg>
        <pc:spChg chg="mod">
          <ac:chgData name="Michael Lamb" userId="57c3f3671c8633cd" providerId="LiveId" clId="{2384C4B6-81F4-40FF-B005-A5B684AAD0B8}" dt="2026-04-14T12:28:15.492" v="8097" actId="404"/>
          <ac:spMkLst>
            <pc:docMk/>
            <pc:sldMk cId="0" sldId="266"/>
            <ac:spMk id="28" creationId="{00000000-0000-0000-0000-000000000000}"/>
          </ac:spMkLst>
        </pc:spChg>
        <pc:spChg chg="mod">
          <ac:chgData name="Michael Lamb" userId="57c3f3671c8633cd" providerId="LiveId" clId="{2384C4B6-81F4-40FF-B005-A5B684AAD0B8}" dt="2026-04-14T12:27:35.590" v="8057" actId="20577"/>
          <ac:spMkLst>
            <pc:docMk/>
            <pc:sldMk cId="0" sldId="266"/>
            <ac:spMk id="36" creationId="{00000000-0000-0000-0000-000000000000}"/>
          </ac:spMkLst>
        </pc:spChg>
        <pc:spChg chg="mod">
          <ac:chgData name="Michael Lamb" userId="57c3f3671c8633cd" providerId="LiveId" clId="{2384C4B6-81F4-40FF-B005-A5B684AAD0B8}" dt="2026-04-14T12:30:01.030" v="8192" actId="115"/>
          <ac:spMkLst>
            <pc:docMk/>
            <pc:sldMk cId="0" sldId="266"/>
            <ac:spMk id="38" creationId="{00000000-0000-0000-0000-000000000000}"/>
          </ac:spMkLst>
        </pc:spChg>
      </pc:sldChg>
      <pc:sldChg chg="modSp mod modShow">
        <pc:chgData name="Michael Lamb" userId="57c3f3671c8633cd" providerId="LiveId" clId="{2384C4B6-81F4-40FF-B005-A5B684AAD0B8}" dt="2026-04-10T10:45:52.977" v="952" actId="729"/>
        <pc:sldMkLst>
          <pc:docMk/>
          <pc:sldMk cId="0" sldId="267"/>
        </pc:sldMkLst>
        <pc:spChg chg="mod">
          <ac:chgData name="Michael Lamb" userId="57c3f3671c8633cd" providerId="LiveId" clId="{2384C4B6-81F4-40FF-B005-A5B684AAD0B8}" dt="2026-03-29T11:48:16.403" v="9" actId="113"/>
          <ac:spMkLst>
            <pc:docMk/>
            <pc:sldMk cId="0" sldId="267"/>
            <ac:spMk id="24" creationId="{00000000-0000-0000-0000-000000000000}"/>
          </ac:spMkLst>
        </pc:spChg>
      </pc:sldChg>
      <pc:sldChg chg="modSp del mod modShow">
        <pc:chgData name="Michael Lamb" userId="57c3f3671c8633cd" providerId="LiveId" clId="{2384C4B6-81F4-40FF-B005-A5B684AAD0B8}" dt="2026-04-14T12:41:12.893" v="8309" actId="47"/>
        <pc:sldMkLst>
          <pc:docMk/>
          <pc:sldMk cId="0" sldId="268"/>
        </pc:sldMkLst>
      </pc:sldChg>
      <pc:sldChg chg="modSp add mod">
        <pc:chgData name="Michael Lamb" userId="57c3f3671c8633cd" providerId="LiveId" clId="{2384C4B6-81F4-40FF-B005-A5B684AAD0B8}" dt="2026-04-11T12:40:13.529" v="1368" actId="20577"/>
        <pc:sldMkLst>
          <pc:docMk/>
          <pc:sldMk cId="0" sldId="270"/>
        </pc:sldMkLst>
        <pc:spChg chg="mod">
          <ac:chgData name="Michael Lamb" userId="57c3f3671c8633cd" providerId="LiveId" clId="{2384C4B6-81F4-40FF-B005-A5B684AAD0B8}" dt="2026-04-11T12:35:54.633" v="1070" actId="20577"/>
          <ac:spMkLst>
            <pc:docMk/>
            <pc:sldMk cId="0" sldId="270"/>
            <ac:spMk id="4" creationId="{00000000-0000-0000-0000-000000000000}"/>
          </ac:spMkLst>
        </pc:spChg>
        <pc:spChg chg="mod">
          <ac:chgData name="Michael Lamb" userId="57c3f3671c8633cd" providerId="LiveId" clId="{2384C4B6-81F4-40FF-B005-A5B684AAD0B8}" dt="2026-04-10T10:44:44.005" v="950" actId="20577"/>
          <ac:spMkLst>
            <pc:docMk/>
            <pc:sldMk cId="0" sldId="270"/>
            <ac:spMk id="7" creationId="{00000000-0000-0000-0000-000000000000}"/>
          </ac:spMkLst>
        </pc:spChg>
        <pc:spChg chg="mod">
          <ac:chgData name="Michael Lamb" userId="57c3f3671c8633cd" providerId="LiveId" clId="{2384C4B6-81F4-40FF-B005-A5B684AAD0B8}" dt="2026-04-10T10:44:17.402" v="910" actId="20577"/>
          <ac:spMkLst>
            <pc:docMk/>
            <pc:sldMk cId="0" sldId="270"/>
            <ac:spMk id="8" creationId="{00000000-0000-0000-0000-000000000000}"/>
          </ac:spMkLst>
        </pc:spChg>
        <pc:spChg chg="mod">
          <ac:chgData name="Michael Lamb" userId="57c3f3671c8633cd" providerId="LiveId" clId="{2384C4B6-81F4-40FF-B005-A5B684AAD0B8}" dt="2026-04-11T12:40:13.529" v="1368" actId="20577"/>
          <ac:spMkLst>
            <pc:docMk/>
            <pc:sldMk cId="0" sldId="270"/>
            <ac:spMk id="12" creationId="{00000000-0000-0000-0000-000000000000}"/>
          </ac:spMkLst>
        </pc:spChg>
      </pc:sldChg>
      <pc:sldChg chg="modSp add mod">
        <pc:chgData name="Michael Lamb" userId="57c3f3671c8633cd" providerId="LiveId" clId="{2384C4B6-81F4-40FF-B005-A5B684AAD0B8}" dt="2026-04-14T12:32:30.188" v="8223" actId="20577"/>
        <pc:sldMkLst>
          <pc:docMk/>
          <pc:sldMk cId="0" sldId="271"/>
        </pc:sldMkLst>
        <pc:spChg chg="mod">
          <ac:chgData name="Michael Lamb" userId="57c3f3671c8633cd" providerId="LiveId" clId="{2384C4B6-81F4-40FF-B005-A5B684AAD0B8}" dt="2026-04-11T12:54:31.046" v="1453" actId="403"/>
          <ac:spMkLst>
            <pc:docMk/>
            <pc:sldMk cId="0" sldId="271"/>
            <ac:spMk id="7" creationId="{00000000-0000-0000-0000-000000000000}"/>
          </ac:spMkLst>
        </pc:spChg>
        <pc:spChg chg="mod">
          <ac:chgData name="Michael Lamb" userId="57c3f3671c8633cd" providerId="LiveId" clId="{2384C4B6-81F4-40FF-B005-A5B684AAD0B8}" dt="2026-04-11T12:55:02.986" v="1456" actId="403"/>
          <ac:spMkLst>
            <pc:docMk/>
            <pc:sldMk cId="0" sldId="271"/>
            <ac:spMk id="8" creationId="{00000000-0000-0000-0000-000000000000}"/>
          </ac:spMkLst>
        </pc:spChg>
        <pc:spChg chg="mod">
          <ac:chgData name="Michael Lamb" userId="57c3f3671c8633cd" providerId="LiveId" clId="{2384C4B6-81F4-40FF-B005-A5B684AAD0B8}" dt="2026-04-11T12:54:31.046" v="1453" actId="403"/>
          <ac:spMkLst>
            <pc:docMk/>
            <pc:sldMk cId="0" sldId="271"/>
            <ac:spMk id="11" creationId="{00000000-0000-0000-0000-000000000000}"/>
          </ac:spMkLst>
        </pc:spChg>
        <pc:spChg chg="mod">
          <ac:chgData name="Michael Lamb" userId="57c3f3671c8633cd" providerId="LiveId" clId="{2384C4B6-81F4-40FF-B005-A5B684AAD0B8}" dt="2026-04-11T12:55:02.986" v="1456" actId="403"/>
          <ac:spMkLst>
            <pc:docMk/>
            <pc:sldMk cId="0" sldId="271"/>
            <ac:spMk id="12" creationId="{00000000-0000-0000-0000-000000000000}"/>
          </ac:spMkLst>
        </pc:spChg>
        <pc:spChg chg="mod">
          <ac:chgData name="Michael Lamb" userId="57c3f3671c8633cd" providerId="LiveId" clId="{2384C4B6-81F4-40FF-B005-A5B684AAD0B8}" dt="2026-04-11T12:54:31.046" v="1453" actId="403"/>
          <ac:spMkLst>
            <pc:docMk/>
            <pc:sldMk cId="0" sldId="271"/>
            <ac:spMk id="15" creationId="{00000000-0000-0000-0000-000000000000}"/>
          </ac:spMkLst>
        </pc:spChg>
        <pc:spChg chg="mod">
          <ac:chgData name="Michael Lamb" userId="57c3f3671c8633cd" providerId="LiveId" clId="{2384C4B6-81F4-40FF-B005-A5B684AAD0B8}" dt="2026-04-11T12:55:02.986" v="1456" actId="403"/>
          <ac:spMkLst>
            <pc:docMk/>
            <pc:sldMk cId="0" sldId="271"/>
            <ac:spMk id="16" creationId="{00000000-0000-0000-0000-000000000000}"/>
          </ac:spMkLst>
        </pc:spChg>
        <pc:spChg chg="mod">
          <ac:chgData name="Michael Lamb" userId="57c3f3671c8633cd" providerId="LiveId" clId="{2384C4B6-81F4-40FF-B005-A5B684AAD0B8}" dt="2026-04-11T12:54:31.046" v="1453" actId="403"/>
          <ac:spMkLst>
            <pc:docMk/>
            <pc:sldMk cId="0" sldId="271"/>
            <ac:spMk id="19" creationId="{00000000-0000-0000-0000-000000000000}"/>
          </ac:spMkLst>
        </pc:spChg>
        <pc:spChg chg="mod">
          <ac:chgData name="Michael Lamb" userId="57c3f3671c8633cd" providerId="LiveId" clId="{2384C4B6-81F4-40FF-B005-A5B684AAD0B8}" dt="2026-04-11T12:55:02.986" v="1456" actId="403"/>
          <ac:spMkLst>
            <pc:docMk/>
            <pc:sldMk cId="0" sldId="271"/>
            <ac:spMk id="20" creationId="{00000000-0000-0000-0000-000000000000}"/>
          </ac:spMkLst>
        </pc:spChg>
        <pc:spChg chg="mod">
          <ac:chgData name="Michael Lamb" userId="57c3f3671c8633cd" providerId="LiveId" clId="{2384C4B6-81F4-40FF-B005-A5B684AAD0B8}" dt="2026-04-11T12:54:31.046" v="1453" actId="403"/>
          <ac:spMkLst>
            <pc:docMk/>
            <pc:sldMk cId="0" sldId="271"/>
            <ac:spMk id="23" creationId="{00000000-0000-0000-0000-000000000000}"/>
          </ac:spMkLst>
        </pc:spChg>
        <pc:spChg chg="mod">
          <ac:chgData name="Michael Lamb" userId="57c3f3671c8633cd" providerId="LiveId" clId="{2384C4B6-81F4-40FF-B005-A5B684AAD0B8}" dt="2026-04-11T12:55:02.986" v="1456" actId="403"/>
          <ac:spMkLst>
            <pc:docMk/>
            <pc:sldMk cId="0" sldId="271"/>
            <ac:spMk id="24" creationId="{00000000-0000-0000-0000-000000000000}"/>
          </ac:spMkLst>
        </pc:spChg>
        <pc:spChg chg="mod">
          <ac:chgData name="Michael Lamb" userId="57c3f3671c8633cd" providerId="LiveId" clId="{2384C4B6-81F4-40FF-B005-A5B684AAD0B8}" dt="2026-04-11T12:54:31.046" v="1453" actId="403"/>
          <ac:spMkLst>
            <pc:docMk/>
            <pc:sldMk cId="0" sldId="271"/>
            <ac:spMk id="27" creationId="{00000000-0000-0000-0000-000000000000}"/>
          </ac:spMkLst>
        </pc:spChg>
        <pc:spChg chg="mod">
          <ac:chgData name="Michael Lamb" userId="57c3f3671c8633cd" providerId="LiveId" clId="{2384C4B6-81F4-40FF-B005-A5B684AAD0B8}" dt="2026-04-11T12:55:02.986" v="1456" actId="403"/>
          <ac:spMkLst>
            <pc:docMk/>
            <pc:sldMk cId="0" sldId="271"/>
            <ac:spMk id="28" creationId="{00000000-0000-0000-0000-000000000000}"/>
          </ac:spMkLst>
        </pc:spChg>
        <pc:spChg chg="mod">
          <ac:chgData name="Michael Lamb" userId="57c3f3671c8633cd" providerId="LiveId" clId="{2384C4B6-81F4-40FF-B005-A5B684AAD0B8}" dt="2026-04-14T12:32:30.188" v="8223" actId="20577"/>
          <ac:spMkLst>
            <pc:docMk/>
            <pc:sldMk cId="0" sldId="271"/>
            <ac:spMk id="31" creationId="{00000000-0000-0000-0000-000000000000}"/>
          </ac:spMkLst>
        </pc:spChg>
      </pc:sldChg>
      <pc:sldChg chg="addSp modSp add mod">
        <pc:chgData name="Michael Lamb" userId="57c3f3671c8633cd" providerId="LiveId" clId="{2384C4B6-81F4-40FF-B005-A5B684AAD0B8}" dt="2026-04-14T12:34:31.659" v="8306" actId="20577"/>
        <pc:sldMkLst>
          <pc:docMk/>
          <pc:sldMk cId="0" sldId="272"/>
        </pc:sldMkLst>
        <pc:spChg chg="mod">
          <ac:chgData name="Michael Lamb" userId="57c3f3671c8633cd" providerId="LiveId" clId="{2384C4B6-81F4-40FF-B005-A5B684AAD0B8}" dt="2026-04-11T12:44:26.524" v="1404" actId="1035"/>
          <ac:spMkLst>
            <pc:docMk/>
            <pc:sldMk cId="0" sldId="272"/>
            <ac:spMk id="6" creationId="{00000000-0000-0000-0000-000000000000}"/>
          </ac:spMkLst>
        </pc:spChg>
        <pc:spChg chg="mod">
          <ac:chgData name="Michael Lamb" userId="57c3f3671c8633cd" providerId="LiveId" clId="{2384C4B6-81F4-40FF-B005-A5B684AAD0B8}" dt="2026-04-10T10:36:00.250" v="578" actId="20577"/>
          <ac:spMkLst>
            <pc:docMk/>
            <pc:sldMk cId="0" sldId="272"/>
            <ac:spMk id="7" creationId="{00000000-0000-0000-0000-000000000000}"/>
          </ac:spMkLst>
        </pc:spChg>
        <pc:spChg chg="mod">
          <ac:chgData name="Michael Lamb" userId="57c3f3671c8633cd" providerId="LiveId" clId="{2384C4B6-81F4-40FF-B005-A5B684AAD0B8}" dt="2026-04-14T12:33:30.176" v="8295" actId="20577"/>
          <ac:spMkLst>
            <pc:docMk/>
            <pc:sldMk cId="0" sldId="272"/>
            <ac:spMk id="8" creationId="{00000000-0000-0000-0000-000000000000}"/>
          </ac:spMkLst>
        </pc:spChg>
        <pc:spChg chg="mod">
          <ac:chgData name="Michael Lamb" userId="57c3f3671c8633cd" providerId="LiveId" clId="{2384C4B6-81F4-40FF-B005-A5B684AAD0B8}" dt="2026-04-11T12:44:21.770" v="1398" actId="1035"/>
          <ac:spMkLst>
            <pc:docMk/>
            <pc:sldMk cId="0" sldId="272"/>
            <ac:spMk id="10" creationId="{00000000-0000-0000-0000-000000000000}"/>
          </ac:spMkLst>
        </pc:spChg>
        <pc:spChg chg="mod">
          <ac:chgData name="Michael Lamb" userId="57c3f3671c8633cd" providerId="LiveId" clId="{2384C4B6-81F4-40FF-B005-A5B684AAD0B8}" dt="2026-04-10T10:37:26.763" v="610" actId="20577"/>
          <ac:spMkLst>
            <pc:docMk/>
            <pc:sldMk cId="0" sldId="272"/>
            <ac:spMk id="11" creationId="{00000000-0000-0000-0000-000000000000}"/>
          </ac:spMkLst>
        </pc:spChg>
        <pc:spChg chg="mod">
          <ac:chgData name="Michael Lamb" userId="57c3f3671c8633cd" providerId="LiveId" clId="{2384C4B6-81F4-40FF-B005-A5B684AAD0B8}" dt="2026-04-10T10:34:26.609" v="559" actId="14100"/>
          <ac:spMkLst>
            <pc:docMk/>
            <pc:sldMk cId="0" sldId="272"/>
            <ac:spMk id="12" creationId="{00000000-0000-0000-0000-000000000000}"/>
          </ac:spMkLst>
        </pc:spChg>
        <pc:spChg chg="mod">
          <ac:chgData name="Michael Lamb" userId="57c3f3671c8633cd" providerId="LiveId" clId="{2384C4B6-81F4-40FF-B005-A5B684AAD0B8}" dt="2026-04-11T12:44:09.920" v="1387" actId="1035"/>
          <ac:spMkLst>
            <pc:docMk/>
            <pc:sldMk cId="0" sldId="272"/>
            <ac:spMk id="14" creationId="{00000000-0000-0000-0000-000000000000}"/>
          </ac:spMkLst>
        </pc:spChg>
        <pc:spChg chg="mod">
          <ac:chgData name="Michael Lamb" userId="57c3f3671c8633cd" providerId="LiveId" clId="{2384C4B6-81F4-40FF-B005-A5B684AAD0B8}" dt="2026-04-14T12:34:31.659" v="8306" actId="20577"/>
          <ac:spMkLst>
            <pc:docMk/>
            <pc:sldMk cId="0" sldId="272"/>
            <ac:spMk id="16" creationId="{00000000-0000-0000-0000-000000000000}"/>
          </ac:spMkLst>
        </pc:spChg>
        <pc:spChg chg="mod">
          <ac:chgData name="Michael Lamb" userId="57c3f3671c8633cd" providerId="LiveId" clId="{2384C4B6-81F4-40FF-B005-A5B684AAD0B8}" dt="2026-04-11T12:44:16.220" v="1395" actId="1037"/>
          <ac:spMkLst>
            <pc:docMk/>
            <pc:sldMk cId="0" sldId="272"/>
            <ac:spMk id="18" creationId="{00000000-0000-0000-0000-000000000000}"/>
          </ac:spMkLst>
        </pc:spChg>
        <pc:spChg chg="mod">
          <ac:chgData name="Michael Lamb" userId="57c3f3671c8633cd" providerId="LiveId" clId="{2384C4B6-81F4-40FF-B005-A5B684AAD0B8}" dt="2026-04-10T10:34:26.609" v="559" actId="14100"/>
          <ac:spMkLst>
            <pc:docMk/>
            <pc:sldMk cId="0" sldId="272"/>
            <ac:spMk id="20" creationId="{00000000-0000-0000-0000-000000000000}"/>
          </ac:spMkLst>
        </pc:spChg>
        <pc:spChg chg="mod">
          <ac:chgData name="Michael Lamb" userId="57c3f3671c8633cd" providerId="LiveId" clId="{2384C4B6-81F4-40FF-B005-A5B684AAD0B8}" dt="2026-04-10T10:33:49.486" v="557" actId="14100"/>
          <ac:spMkLst>
            <pc:docMk/>
            <pc:sldMk cId="0" sldId="272"/>
            <ac:spMk id="22" creationId="{00000000-0000-0000-0000-000000000000}"/>
          </ac:spMkLst>
        </pc:spChg>
        <pc:spChg chg="mod">
          <ac:chgData name="Michael Lamb" userId="57c3f3671c8633cd" providerId="LiveId" clId="{2384C4B6-81F4-40FF-B005-A5B684AAD0B8}" dt="2026-04-10T10:33:53.768" v="558" actId="14100"/>
          <ac:spMkLst>
            <pc:docMk/>
            <pc:sldMk cId="0" sldId="272"/>
            <ac:spMk id="23" creationId="{00000000-0000-0000-0000-000000000000}"/>
          </ac:spMkLst>
        </pc:spChg>
        <pc:spChg chg="add mod">
          <ac:chgData name="Michael Lamb" userId="57c3f3671c8633cd" providerId="LiveId" clId="{2384C4B6-81F4-40FF-B005-A5B684AAD0B8}" dt="2026-04-10T10:33:06.975" v="550" actId="14100"/>
          <ac:spMkLst>
            <pc:docMk/>
            <pc:sldMk cId="0" sldId="272"/>
            <ac:spMk id="26" creationId="{1312BE2B-4BB7-274E-7BCF-5F534C06AD44}"/>
          </ac:spMkLst>
        </pc:spChg>
        <pc:spChg chg="add mod">
          <ac:chgData name="Michael Lamb" userId="57c3f3671c8633cd" providerId="LiveId" clId="{2384C4B6-81F4-40FF-B005-A5B684AAD0B8}" dt="2026-04-10T10:31:42.136" v="546" actId="14100"/>
          <ac:spMkLst>
            <pc:docMk/>
            <pc:sldMk cId="0" sldId="272"/>
            <ac:spMk id="27" creationId="{C6684655-1D5A-CDB1-3568-03CFC1DA3FA8}"/>
          </ac:spMkLst>
        </pc:spChg>
        <pc:spChg chg="add mod">
          <ac:chgData name="Michael Lamb" userId="57c3f3671c8633cd" providerId="LiveId" clId="{2384C4B6-81F4-40FF-B005-A5B684AAD0B8}" dt="2026-04-10T10:32:25.639" v="547" actId="207"/>
          <ac:spMkLst>
            <pc:docMk/>
            <pc:sldMk cId="0" sldId="272"/>
            <ac:spMk id="28" creationId="{190DFFF7-46FA-860D-74A8-7BA685AFDD8B}"/>
          </ac:spMkLst>
        </pc:spChg>
        <pc:spChg chg="add mod">
          <ac:chgData name="Michael Lamb" userId="57c3f3671c8633cd" providerId="LiveId" clId="{2384C4B6-81F4-40FF-B005-A5B684AAD0B8}" dt="2026-04-10T10:35:28.590" v="567" actId="14100"/>
          <ac:spMkLst>
            <pc:docMk/>
            <pc:sldMk cId="0" sldId="272"/>
            <ac:spMk id="29" creationId="{C65270D3-95DD-0249-17E8-8B39AC2CBD0B}"/>
          </ac:spMkLst>
        </pc:spChg>
        <pc:picChg chg="add mod">
          <ac:chgData name="Michael Lamb" userId="57c3f3671c8633cd" providerId="LiveId" clId="{2384C4B6-81F4-40FF-B005-A5B684AAD0B8}" dt="2026-04-11T12:43:24.128" v="1371" actId="1076"/>
          <ac:picMkLst>
            <pc:docMk/>
            <pc:sldMk cId="0" sldId="272"/>
            <ac:picMk id="21" creationId="{E0F332F0-D36A-E153-C2C3-6918F392AEBD}"/>
          </ac:picMkLst>
        </pc:picChg>
        <pc:picChg chg="add mod">
          <ac:chgData name="Michael Lamb" userId="57c3f3671c8633cd" providerId="LiveId" clId="{2384C4B6-81F4-40FF-B005-A5B684AAD0B8}" dt="2026-04-11T12:43:41.112" v="1373" actId="1076"/>
          <ac:picMkLst>
            <pc:docMk/>
            <pc:sldMk cId="0" sldId="272"/>
            <ac:picMk id="24" creationId="{986B45B1-75D9-F85E-E56E-8D83B97F30F4}"/>
          </ac:picMkLst>
        </pc:picChg>
        <pc:picChg chg="add mod">
          <ac:chgData name="Michael Lamb" userId="57c3f3671c8633cd" providerId="LiveId" clId="{2384C4B6-81F4-40FF-B005-A5B684AAD0B8}" dt="2026-04-11T12:44:01.517" v="1382" actId="1036"/>
          <ac:picMkLst>
            <pc:docMk/>
            <pc:sldMk cId="0" sldId="272"/>
            <ac:picMk id="25" creationId="{BDFB0390-F8BF-93BA-C110-B7C70CE6C0E4}"/>
          </ac:picMkLst>
        </pc:picChg>
        <pc:picChg chg="add mod">
          <ac:chgData name="Michael Lamb" userId="57c3f3671c8633cd" providerId="LiveId" clId="{2384C4B6-81F4-40FF-B005-A5B684AAD0B8}" dt="2026-04-11T12:44:51.973" v="1409" actId="1035"/>
          <ac:picMkLst>
            <pc:docMk/>
            <pc:sldMk cId="0" sldId="272"/>
            <ac:picMk id="30" creationId="{CC7017E4-1A03-4D38-729A-7D83C44DC383}"/>
          </ac:picMkLst>
        </pc:picChg>
        <pc:picChg chg="add mod">
          <ac:chgData name="Michael Lamb" userId="57c3f3671c8633cd" providerId="LiveId" clId="{2384C4B6-81F4-40FF-B005-A5B684AAD0B8}" dt="2026-04-11T12:45:44.135" v="1433" actId="1076"/>
          <ac:picMkLst>
            <pc:docMk/>
            <pc:sldMk cId="0" sldId="272"/>
            <ac:picMk id="31" creationId="{4D996EBC-75A9-752B-CF27-19F636D87D81}"/>
          </ac:picMkLst>
        </pc:picChg>
      </pc:sldChg>
      <pc:sldChg chg="addSp modSp add mod modNotes modNotesTx">
        <pc:chgData name="Michael Lamb" userId="57c3f3671c8633cd" providerId="LiveId" clId="{2384C4B6-81F4-40FF-B005-A5B684AAD0B8}" dt="2026-04-11T14:06:07.464" v="3066" actId="20577"/>
        <pc:sldMkLst>
          <pc:docMk/>
          <pc:sldMk cId="0" sldId="273"/>
        </pc:sldMkLst>
        <pc:spChg chg="mod">
          <ac:chgData name="Michael Lamb" userId="57c3f3671c8633cd" providerId="LiveId" clId="{2384C4B6-81F4-40FF-B005-A5B684AAD0B8}" dt="2026-04-11T14:05:36.780" v="3061" actId="115"/>
          <ac:spMkLst>
            <pc:docMk/>
            <pc:sldMk cId="0" sldId="273"/>
            <ac:spMk id="4" creationId="{00000000-0000-0000-0000-000000000000}"/>
          </ac:spMkLst>
        </pc:spChg>
        <pc:spChg chg="mod">
          <ac:chgData name="Michael Lamb" userId="57c3f3671c8633cd" providerId="LiveId" clId="{2384C4B6-81F4-40FF-B005-A5B684AAD0B8}" dt="2026-04-10T10:24:42.519" v="476" actId="403"/>
          <ac:spMkLst>
            <pc:docMk/>
            <pc:sldMk cId="0" sldId="273"/>
            <ac:spMk id="6" creationId="{00000000-0000-0000-0000-000000000000}"/>
          </ac:spMkLst>
        </pc:spChg>
        <pc:spChg chg="mod">
          <ac:chgData name="Michael Lamb" userId="57c3f3671c8633cd" providerId="LiveId" clId="{2384C4B6-81F4-40FF-B005-A5B684AAD0B8}" dt="2026-04-10T10:24:21.126" v="473" actId="14100"/>
          <ac:spMkLst>
            <pc:docMk/>
            <pc:sldMk cId="0" sldId="273"/>
            <ac:spMk id="7" creationId="{00000000-0000-0000-0000-000000000000}"/>
          </ac:spMkLst>
        </pc:spChg>
        <pc:spChg chg="mod">
          <ac:chgData name="Michael Lamb" userId="57c3f3671c8633cd" providerId="LiveId" clId="{2384C4B6-81F4-40FF-B005-A5B684AAD0B8}" dt="2026-04-10T10:25:19.202" v="478" actId="403"/>
          <ac:spMkLst>
            <pc:docMk/>
            <pc:sldMk cId="0" sldId="273"/>
            <ac:spMk id="8" creationId="{00000000-0000-0000-0000-000000000000}"/>
          </ac:spMkLst>
        </pc:spChg>
        <pc:spChg chg="mod">
          <ac:chgData name="Michael Lamb" userId="57c3f3671c8633cd" providerId="LiveId" clId="{2384C4B6-81F4-40FF-B005-A5B684AAD0B8}" dt="2026-04-11T13:55:11.325" v="2480" actId="20577"/>
          <ac:spMkLst>
            <pc:docMk/>
            <pc:sldMk cId="0" sldId="273"/>
            <ac:spMk id="9" creationId="{00000000-0000-0000-0000-000000000000}"/>
          </ac:spMkLst>
        </pc:spChg>
        <pc:spChg chg="mod">
          <ac:chgData name="Michael Lamb" userId="57c3f3671c8633cd" providerId="LiveId" clId="{2384C4B6-81F4-40FF-B005-A5B684AAD0B8}" dt="2026-04-10T10:24:42.519" v="476" actId="403"/>
          <ac:spMkLst>
            <pc:docMk/>
            <pc:sldMk cId="0" sldId="273"/>
            <ac:spMk id="11" creationId="{00000000-0000-0000-0000-000000000000}"/>
          </ac:spMkLst>
        </pc:spChg>
        <pc:spChg chg="mod">
          <ac:chgData name="Michael Lamb" userId="57c3f3671c8633cd" providerId="LiveId" clId="{2384C4B6-81F4-40FF-B005-A5B684AAD0B8}" dt="2026-04-10T10:24:21.126" v="473" actId="14100"/>
          <ac:spMkLst>
            <pc:docMk/>
            <pc:sldMk cId="0" sldId="273"/>
            <ac:spMk id="12" creationId="{00000000-0000-0000-0000-000000000000}"/>
          </ac:spMkLst>
        </pc:spChg>
        <pc:spChg chg="mod">
          <ac:chgData name="Michael Lamb" userId="57c3f3671c8633cd" providerId="LiveId" clId="{2384C4B6-81F4-40FF-B005-A5B684AAD0B8}" dt="2026-04-10T10:25:19.202" v="478" actId="403"/>
          <ac:spMkLst>
            <pc:docMk/>
            <pc:sldMk cId="0" sldId="273"/>
            <ac:spMk id="13" creationId="{00000000-0000-0000-0000-000000000000}"/>
          </ac:spMkLst>
        </pc:spChg>
        <pc:spChg chg="mod">
          <ac:chgData name="Michael Lamb" userId="57c3f3671c8633cd" providerId="LiveId" clId="{2384C4B6-81F4-40FF-B005-A5B684AAD0B8}" dt="2026-04-11T13:54:02.410" v="2438" actId="20577"/>
          <ac:spMkLst>
            <pc:docMk/>
            <pc:sldMk cId="0" sldId="273"/>
            <ac:spMk id="14" creationId="{00000000-0000-0000-0000-000000000000}"/>
          </ac:spMkLst>
        </pc:spChg>
        <pc:spChg chg="mod">
          <ac:chgData name="Michael Lamb" userId="57c3f3671c8633cd" providerId="LiveId" clId="{2384C4B6-81F4-40FF-B005-A5B684AAD0B8}" dt="2026-04-10T10:24:42.519" v="476" actId="403"/>
          <ac:spMkLst>
            <pc:docMk/>
            <pc:sldMk cId="0" sldId="273"/>
            <ac:spMk id="16" creationId="{00000000-0000-0000-0000-000000000000}"/>
          </ac:spMkLst>
        </pc:spChg>
        <pc:spChg chg="mod">
          <ac:chgData name="Michael Lamb" userId="57c3f3671c8633cd" providerId="LiveId" clId="{2384C4B6-81F4-40FF-B005-A5B684AAD0B8}" dt="2026-04-10T10:24:21.126" v="473" actId="14100"/>
          <ac:spMkLst>
            <pc:docMk/>
            <pc:sldMk cId="0" sldId="273"/>
            <ac:spMk id="17" creationId="{00000000-0000-0000-0000-000000000000}"/>
          </ac:spMkLst>
        </pc:spChg>
        <pc:spChg chg="mod">
          <ac:chgData name="Michael Lamb" userId="57c3f3671c8633cd" providerId="LiveId" clId="{2384C4B6-81F4-40FF-B005-A5B684AAD0B8}" dt="2026-04-10T10:25:19.202" v="478" actId="403"/>
          <ac:spMkLst>
            <pc:docMk/>
            <pc:sldMk cId="0" sldId="273"/>
            <ac:spMk id="18" creationId="{00000000-0000-0000-0000-000000000000}"/>
          </ac:spMkLst>
        </pc:spChg>
        <pc:spChg chg="mod">
          <ac:chgData name="Michael Lamb" userId="57c3f3671c8633cd" providerId="LiveId" clId="{2384C4B6-81F4-40FF-B005-A5B684AAD0B8}" dt="2026-04-11T13:53:23.301" v="2425" actId="20577"/>
          <ac:spMkLst>
            <pc:docMk/>
            <pc:sldMk cId="0" sldId="273"/>
            <ac:spMk id="19" creationId="{00000000-0000-0000-0000-000000000000}"/>
          </ac:spMkLst>
        </pc:spChg>
        <pc:spChg chg="mod">
          <ac:chgData name="Michael Lamb" userId="57c3f3671c8633cd" providerId="LiveId" clId="{2384C4B6-81F4-40FF-B005-A5B684AAD0B8}" dt="2026-04-10T10:24:42.519" v="476" actId="403"/>
          <ac:spMkLst>
            <pc:docMk/>
            <pc:sldMk cId="0" sldId="273"/>
            <ac:spMk id="21" creationId="{00000000-0000-0000-0000-000000000000}"/>
          </ac:spMkLst>
        </pc:spChg>
        <pc:spChg chg="mod">
          <ac:chgData name="Michael Lamb" userId="57c3f3671c8633cd" providerId="LiveId" clId="{2384C4B6-81F4-40FF-B005-A5B684AAD0B8}" dt="2026-04-10T10:24:21.126" v="473" actId="14100"/>
          <ac:spMkLst>
            <pc:docMk/>
            <pc:sldMk cId="0" sldId="273"/>
            <ac:spMk id="22" creationId="{00000000-0000-0000-0000-000000000000}"/>
          </ac:spMkLst>
        </pc:spChg>
        <pc:spChg chg="mod">
          <ac:chgData name="Michael Lamb" userId="57c3f3671c8633cd" providerId="LiveId" clId="{2384C4B6-81F4-40FF-B005-A5B684AAD0B8}" dt="2026-04-10T10:25:19.202" v="478" actId="403"/>
          <ac:spMkLst>
            <pc:docMk/>
            <pc:sldMk cId="0" sldId="273"/>
            <ac:spMk id="23" creationId="{00000000-0000-0000-0000-000000000000}"/>
          </ac:spMkLst>
        </pc:spChg>
        <pc:spChg chg="mod">
          <ac:chgData name="Michael Lamb" userId="57c3f3671c8633cd" providerId="LiveId" clId="{2384C4B6-81F4-40FF-B005-A5B684AAD0B8}" dt="2026-04-11T13:53:00.204" v="2421" actId="20577"/>
          <ac:spMkLst>
            <pc:docMk/>
            <pc:sldMk cId="0" sldId="273"/>
            <ac:spMk id="24" creationId="{00000000-0000-0000-0000-000000000000}"/>
          </ac:spMkLst>
        </pc:spChg>
        <pc:spChg chg="mod">
          <ac:chgData name="Michael Lamb" userId="57c3f3671c8633cd" providerId="LiveId" clId="{2384C4B6-81F4-40FF-B005-A5B684AAD0B8}" dt="2026-04-10T10:24:42.519" v="476" actId="403"/>
          <ac:spMkLst>
            <pc:docMk/>
            <pc:sldMk cId="0" sldId="273"/>
            <ac:spMk id="26" creationId="{00000000-0000-0000-0000-000000000000}"/>
          </ac:spMkLst>
        </pc:spChg>
        <pc:spChg chg="mod">
          <ac:chgData name="Michael Lamb" userId="57c3f3671c8633cd" providerId="LiveId" clId="{2384C4B6-81F4-40FF-B005-A5B684AAD0B8}" dt="2026-04-10T10:25:19.202" v="478" actId="403"/>
          <ac:spMkLst>
            <pc:docMk/>
            <pc:sldMk cId="0" sldId="273"/>
            <ac:spMk id="28" creationId="{00000000-0000-0000-0000-000000000000}"/>
          </ac:spMkLst>
        </pc:spChg>
        <pc:spChg chg="mod">
          <ac:chgData name="Michael Lamb" userId="57c3f3671c8633cd" providerId="LiveId" clId="{2384C4B6-81F4-40FF-B005-A5B684AAD0B8}" dt="2026-04-11T13:49:03.566" v="2382" actId="20577"/>
          <ac:spMkLst>
            <pc:docMk/>
            <pc:sldMk cId="0" sldId="273"/>
            <ac:spMk id="29" creationId="{00000000-0000-0000-0000-000000000000}"/>
          </ac:spMkLst>
        </pc:spChg>
        <pc:spChg chg="mod">
          <ac:chgData name="Michael Lamb" userId="57c3f3671c8633cd" providerId="LiveId" clId="{2384C4B6-81F4-40FF-B005-A5B684AAD0B8}" dt="2026-04-10T10:24:42.519" v="476" actId="403"/>
          <ac:spMkLst>
            <pc:docMk/>
            <pc:sldMk cId="0" sldId="273"/>
            <ac:spMk id="31" creationId="{00000000-0000-0000-0000-000000000000}"/>
          </ac:spMkLst>
        </pc:spChg>
        <pc:spChg chg="mod">
          <ac:chgData name="Michael Lamb" userId="57c3f3671c8633cd" providerId="LiveId" clId="{2384C4B6-81F4-40FF-B005-A5B684AAD0B8}" dt="2026-04-10T10:24:21.126" v="473" actId="14100"/>
          <ac:spMkLst>
            <pc:docMk/>
            <pc:sldMk cId="0" sldId="273"/>
            <ac:spMk id="32" creationId="{00000000-0000-0000-0000-000000000000}"/>
          </ac:spMkLst>
        </pc:spChg>
        <pc:spChg chg="mod">
          <ac:chgData name="Michael Lamb" userId="57c3f3671c8633cd" providerId="LiveId" clId="{2384C4B6-81F4-40FF-B005-A5B684AAD0B8}" dt="2026-04-10T10:25:19.202" v="478" actId="403"/>
          <ac:spMkLst>
            <pc:docMk/>
            <pc:sldMk cId="0" sldId="273"/>
            <ac:spMk id="33" creationId="{00000000-0000-0000-0000-000000000000}"/>
          </ac:spMkLst>
        </pc:spChg>
        <pc:spChg chg="mod">
          <ac:chgData name="Michael Lamb" userId="57c3f3671c8633cd" providerId="LiveId" clId="{2384C4B6-81F4-40FF-B005-A5B684AAD0B8}" dt="2026-04-11T13:48:44.754" v="2375" actId="20577"/>
          <ac:spMkLst>
            <pc:docMk/>
            <pc:sldMk cId="0" sldId="273"/>
            <ac:spMk id="34" creationId="{00000000-0000-0000-0000-000000000000}"/>
          </ac:spMkLst>
        </pc:spChg>
        <pc:spChg chg="add mod ord">
          <ac:chgData name="Michael Lamb" userId="57c3f3671c8633cd" providerId="LiveId" clId="{2384C4B6-81F4-40FF-B005-A5B684AAD0B8}" dt="2026-04-11T14:06:07.464" v="3066" actId="20577"/>
          <ac:spMkLst>
            <pc:docMk/>
            <pc:sldMk cId="0" sldId="273"/>
            <ac:spMk id="35" creationId="{A3C303A0-420C-F69D-3FDD-A953F820BDE5}"/>
          </ac:spMkLst>
        </pc:spChg>
        <pc:spChg chg="mod">
          <ac:chgData name="Michael Lamb" userId="57c3f3671c8633cd" providerId="LiveId" clId="{2384C4B6-81F4-40FF-B005-A5B684AAD0B8}" dt="2026-04-10T10:27:48.691" v="517" actId="20577"/>
          <ac:spMkLst>
            <pc:docMk/>
            <pc:sldMk cId="0" sldId="273"/>
            <ac:spMk id="37" creationId="{00000000-0000-0000-0000-000000000000}"/>
          </ac:spMkLst>
        </pc:spChg>
      </pc:sldChg>
      <pc:sldChg chg="addSp modSp add del mod ord modShow">
        <pc:chgData name="Michael Lamb" userId="57c3f3671c8633cd" providerId="LiveId" clId="{2384C4B6-81F4-40FF-B005-A5B684AAD0B8}" dt="2026-04-14T12:35:50.823" v="8307" actId="47"/>
        <pc:sldMkLst>
          <pc:docMk/>
          <pc:sldMk cId="0" sldId="274"/>
        </pc:sldMkLst>
      </pc:sldChg>
      <pc:sldChg chg="add mod ord modShow">
        <pc:chgData name="Michael Lamb" userId="57c3f3671c8633cd" providerId="LiveId" clId="{2384C4B6-81F4-40FF-B005-A5B684AAD0B8}" dt="2026-04-14T12:45:53.090" v="8324" actId="729"/>
        <pc:sldMkLst>
          <pc:docMk/>
          <pc:sldMk cId="0" sldId="275"/>
        </pc:sldMkLst>
      </pc:sldChg>
      <pc:sldChg chg="add del mod ord modShow">
        <pc:chgData name="Michael Lamb" userId="57c3f3671c8633cd" providerId="LiveId" clId="{2384C4B6-81F4-40FF-B005-A5B684AAD0B8}" dt="2026-04-14T12:41:02.753" v="8308" actId="47"/>
        <pc:sldMkLst>
          <pc:docMk/>
          <pc:sldMk cId="0" sldId="276"/>
        </pc:sldMkLst>
      </pc:sldChg>
      <pc:sldChg chg="modSp add mod modShow modNotesTx">
        <pc:chgData name="Michael Lamb" userId="57c3f3671c8633cd" providerId="LiveId" clId="{2384C4B6-81F4-40FF-B005-A5B684AAD0B8}" dt="2026-04-14T12:45:57.611" v="8325" actId="729"/>
        <pc:sldMkLst>
          <pc:docMk/>
          <pc:sldMk cId="0" sldId="277"/>
        </pc:sldMkLst>
        <pc:spChg chg="mod">
          <ac:chgData name="Michael Lamb" userId="57c3f3671c8633cd" providerId="LiveId" clId="{2384C4B6-81F4-40FF-B005-A5B684AAD0B8}" dt="2026-04-14T12:14:20.523" v="7478" actId="20577"/>
          <ac:spMkLst>
            <pc:docMk/>
            <pc:sldMk cId="0" sldId="277"/>
            <ac:spMk id="3" creationId="{00000000-0000-0000-0000-000000000000}"/>
          </ac:spMkLst>
        </pc:spChg>
        <pc:spChg chg="mod">
          <ac:chgData name="Michael Lamb" userId="57c3f3671c8633cd" providerId="LiveId" clId="{2384C4B6-81F4-40FF-B005-A5B684AAD0B8}" dt="2026-04-14T12:13:16.885" v="7464" actId="20577"/>
          <ac:spMkLst>
            <pc:docMk/>
            <pc:sldMk cId="0" sldId="277"/>
            <ac:spMk id="4" creationId="{00000000-0000-0000-0000-000000000000}"/>
          </ac:spMkLst>
        </pc:spChg>
      </pc:sldChg>
      <pc:sldChg chg="addSp delSp modSp add mod ord setBg modShow modNotesTx">
        <pc:chgData name="Michael Lamb" userId="57c3f3671c8633cd" providerId="LiveId" clId="{2384C4B6-81F4-40FF-B005-A5B684AAD0B8}" dt="2026-04-14T12:45:53.090" v="8324" actId="729"/>
        <pc:sldMkLst>
          <pc:docMk/>
          <pc:sldMk cId="1559425458" sldId="278"/>
        </pc:sldMkLst>
        <pc:spChg chg="mod">
          <ac:chgData name="Michael Lamb" userId="57c3f3671c8633cd" providerId="LiveId" clId="{2384C4B6-81F4-40FF-B005-A5B684AAD0B8}" dt="2026-04-13T12:43:32.211" v="5313" actId="20577"/>
          <ac:spMkLst>
            <pc:docMk/>
            <pc:sldMk cId="1559425458" sldId="278"/>
            <ac:spMk id="2" creationId="{4C10E90D-AA8E-F5D9-8708-EE2D896C0099}"/>
          </ac:spMkLst>
        </pc:spChg>
        <pc:spChg chg="del">
          <ac:chgData name="Michael Lamb" userId="57c3f3671c8633cd" providerId="LiveId" clId="{2384C4B6-81F4-40FF-B005-A5B684AAD0B8}" dt="2026-04-13T11:53:18.468" v="3069" actId="478"/>
          <ac:spMkLst>
            <pc:docMk/>
            <pc:sldMk cId="1559425458" sldId="278"/>
            <ac:spMk id="3" creationId="{4E9FE0A5-F893-E7FF-A2B2-E2FC9A2F30B9}"/>
          </ac:spMkLst>
        </pc:spChg>
        <pc:spChg chg="add del mod">
          <ac:chgData name="Michael Lamb" userId="57c3f3671c8633cd" providerId="LiveId" clId="{2384C4B6-81F4-40FF-B005-A5B684AAD0B8}" dt="2026-04-13T11:57:46.389" v="3096" actId="478"/>
          <ac:spMkLst>
            <pc:docMk/>
            <pc:sldMk cId="1559425458" sldId="278"/>
            <ac:spMk id="4" creationId="{EC8F1D9E-D8ED-00FA-E603-AC3CB6A751E0}"/>
          </ac:spMkLst>
        </pc:spChg>
        <pc:spChg chg="add del mod">
          <ac:chgData name="Michael Lamb" userId="57c3f3671c8633cd" providerId="LiveId" clId="{2384C4B6-81F4-40FF-B005-A5B684AAD0B8}" dt="2026-04-13T11:57:17.165" v="3093" actId="478"/>
          <ac:spMkLst>
            <pc:docMk/>
            <pc:sldMk cId="1559425458" sldId="278"/>
            <ac:spMk id="5" creationId="{B791C3DE-8467-2482-57CB-1C2A6E398738}"/>
          </ac:spMkLst>
        </pc:spChg>
        <pc:spChg chg="del">
          <ac:chgData name="Michael Lamb" userId="57c3f3671c8633cd" providerId="LiveId" clId="{2384C4B6-81F4-40FF-B005-A5B684AAD0B8}" dt="2026-04-13T11:53:14.616" v="3068" actId="478"/>
          <ac:spMkLst>
            <pc:docMk/>
            <pc:sldMk cId="1559425458" sldId="278"/>
            <ac:spMk id="6" creationId="{D5D254E8-988A-E561-79BB-1B767EC56D6F}"/>
          </ac:spMkLst>
        </pc:spChg>
        <pc:spChg chg="del">
          <ac:chgData name="Michael Lamb" userId="57c3f3671c8633cd" providerId="LiveId" clId="{2384C4B6-81F4-40FF-B005-A5B684AAD0B8}" dt="2026-04-13T11:53:14.616" v="3068" actId="478"/>
          <ac:spMkLst>
            <pc:docMk/>
            <pc:sldMk cId="1559425458" sldId="278"/>
            <ac:spMk id="8" creationId="{D2D87C7C-9017-D557-50E2-48B024697B84}"/>
          </ac:spMkLst>
        </pc:spChg>
        <pc:spChg chg="del">
          <ac:chgData name="Michael Lamb" userId="57c3f3671c8633cd" providerId="LiveId" clId="{2384C4B6-81F4-40FF-B005-A5B684AAD0B8}" dt="2026-04-13T11:53:14.616" v="3068" actId="478"/>
          <ac:spMkLst>
            <pc:docMk/>
            <pc:sldMk cId="1559425458" sldId="278"/>
            <ac:spMk id="10" creationId="{0803E10E-97C1-7515-ACE7-13654F720C25}"/>
          </ac:spMkLst>
        </pc:spChg>
        <pc:spChg chg="del">
          <ac:chgData name="Michael Lamb" userId="57c3f3671c8633cd" providerId="LiveId" clId="{2384C4B6-81F4-40FF-B005-A5B684AAD0B8}" dt="2026-04-13T11:53:14.616" v="3068" actId="478"/>
          <ac:spMkLst>
            <pc:docMk/>
            <pc:sldMk cId="1559425458" sldId="278"/>
            <ac:spMk id="12" creationId="{3578D684-680F-D2EA-65CD-ED14159053A0}"/>
          </ac:spMkLst>
        </pc:spChg>
        <pc:spChg chg="del">
          <ac:chgData name="Michael Lamb" userId="57c3f3671c8633cd" providerId="LiveId" clId="{2384C4B6-81F4-40FF-B005-A5B684AAD0B8}" dt="2026-04-13T11:53:14.616" v="3068" actId="478"/>
          <ac:spMkLst>
            <pc:docMk/>
            <pc:sldMk cId="1559425458" sldId="278"/>
            <ac:spMk id="14" creationId="{8B0278A0-5C5C-BE44-BC08-1B3A69321A57}"/>
          </ac:spMkLst>
        </pc:spChg>
        <pc:spChg chg="add mod">
          <ac:chgData name="Michael Lamb" userId="57c3f3671c8633cd" providerId="LiveId" clId="{2384C4B6-81F4-40FF-B005-A5B684AAD0B8}" dt="2026-04-14T12:19:51.336" v="7608" actId="1036"/>
          <ac:spMkLst>
            <pc:docMk/>
            <pc:sldMk cId="1559425458" sldId="278"/>
            <ac:spMk id="18" creationId="{E1BDCF66-CBF6-D175-AF65-054E16A2CED0}"/>
          </ac:spMkLst>
        </pc:spChg>
        <pc:spChg chg="add mod">
          <ac:chgData name="Michael Lamb" userId="57c3f3671c8633cd" providerId="LiveId" clId="{2384C4B6-81F4-40FF-B005-A5B684AAD0B8}" dt="2026-04-13T14:45:20.026" v="6306" actId="207"/>
          <ac:spMkLst>
            <pc:docMk/>
            <pc:sldMk cId="1559425458" sldId="278"/>
            <ac:spMk id="19" creationId="{E7478949-E976-C51C-F850-11BD9127BA99}"/>
          </ac:spMkLst>
        </pc:spChg>
        <pc:spChg chg="del">
          <ac:chgData name="Michael Lamb" userId="57c3f3671c8633cd" providerId="LiveId" clId="{2384C4B6-81F4-40FF-B005-A5B684AAD0B8}" dt="2026-04-13T11:53:14.616" v="3068" actId="478"/>
          <ac:spMkLst>
            <pc:docMk/>
            <pc:sldMk cId="1559425458" sldId="278"/>
            <ac:spMk id="22" creationId="{50688A8B-DDA2-9015-DA38-206ED3161336}"/>
          </ac:spMkLst>
        </pc:spChg>
        <pc:spChg chg="del">
          <ac:chgData name="Michael Lamb" userId="57c3f3671c8633cd" providerId="LiveId" clId="{2384C4B6-81F4-40FF-B005-A5B684AAD0B8}" dt="2026-04-13T11:53:14.616" v="3068" actId="478"/>
          <ac:spMkLst>
            <pc:docMk/>
            <pc:sldMk cId="1559425458" sldId="278"/>
            <ac:spMk id="24" creationId="{65694902-189D-BC19-1141-CB7E39B69BCA}"/>
          </ac:spMkLst>
        </pc:spChg>
        <pc:spChg chg="del">
          <ac:chgData name="Michael Lamb" userId="57c3f3671c8633cd" providerId="LiveId" clId="{2384C4B6-81F4-40FF-B005-A5B684AAD0B8}" dt="2026-04-13T11:53:14.616" v="3068" actId="478"/>
          <ac:spMkLst>
            <pc:docMk/>
            <pc:sldMk cId="1559425458" sldId="278"/>
            <ac:spMk id="26" creationId="{8849F893-8613-3EF1-CCFD-D76214889515}"/>
          </ac:spMkLst>
        </pc:spChg>
        <pc:spChg chg="del">
          <ac:chgData name="Michael Lamb" userId="57c3f3671c8633cd" providerId="LiveId" clId="{2384C4B6-81F4-40FF-B005-A5B684AAD0B8}" dt="2026-04-13T11:53:14.616" v="3068" actId="478"/>
          <ac:spMkLst>
            <pc:docMk/>
            <pc:sldMk cId="1559425458" sldId="278"/>
            <ac:spMk id="30" creationId="{06789688-549B-AA8A-D717-A3B158249F43}"/>
          </ac:spMkLst>
        </pc:spChg>
        <pc:spChg chg="del">
          <ac:chgData name="Michael Lamb" userId="57c3f3671c8633cd" providerId="LiveId" clId="{2384C4B6-81F4-40FF-B005-A5B684AAD0B8}" dt="2026-04-13T11:53:14.616" v="3068" actId="478"/>
          <ac:spMkLst>
            <pc:docMk/>
            <pc:sldMk cId="1559425458" sldId="278"/>
            <ac:spMk id="31" creationId="{C743B58C-D4A1-4CB1-BD17-FBFE81735A05}"/>
          </ac:spMkLst>
        </pc:spChg>
        <pc:spChg chg="add mod">
          <ac:chgData name="Michael Lamb" userId="57c3f3671c8633cd" providerId="LiveId" clId="{2384C4B6-81F4-40FF-B005-A5B684AAD0B8}" dt="2026-04-13T14:42:50.515" v="6277" actId="113"/>
          <ac:spMkLst>
            <pc:docMk/>
            <pc:sldMk cId="1559425458" sldId="278"/>
            <ac:spMk id="32" creationId="{029E6BD6-4C30-49FE-7A90-958924975315}"/>
          </ac:spMkLst>
        </pc:spChg>
        <pc:spChg chg="add mod">
          <ac:chgData name="Michael Lamb" userId="57c3f3671c8633cd" providerId="LiveId" clId="{2384C4B6-81F4-40FF-B005-A5B684AAD0B8}" dt="2026-04-13T14:42:54.454" v="6278" actId="113"/>
          <ac:spMkLst>
            <pc:docMk/>
            <pc:sldMk cId="1559425458" sldId="278"/>
            <ac:spMk id="33" creationId="{ADCE8354-5058-389F-EF96-F878589AB810}"/>
          </ac:spMkLst>
        </pc:spChg>
        <pc:spChg chg="add del mod">
          <ac:chgData name="Michael Lamb" userId="57c3f3671c8633cd" providerId="LiveId" clId="{2384C4B6-81F4-40FF-B005-A5B684AAD0B8}" dt="2026-04-13T11:59:26.199" v="3107"/>
          <ac:spMkLst>
            <pc:docMk/>
            <pc:sldMk cId="1559425458" sldId="278"/>
            <ac:spMk id="34" creationId="{251FE276-4E55-CDDD-8E88-474F38110170}"/>
          </ac:spMkLst>
        </pc:spChg>
        <pc:spChg chg="add mod">
          <ac:chgData name="Michael Lamb" userId="57c3f3671c8633cd" providerId="LiveId" clId="{2384C4B6-81F4-40FF-B005-A5B684AAD0B8}" dt="2026-04-14T12:19:51.336" v="7608" actId="1036"/>
          <ac:spMkLst>
            <pc:docMk/>
            <pc:sldMk cId="1559425458" sldId="278"/>
            <ac:spMk id="35" creationId="{3C172FE1-FAD7-87FE-4649-49276C41BE7C}"/>
          </ac:spMkLst>
        </pc:spChg>
        <pc:spChg chg="add mod">
          <ac:chgData name="Michael Lamb" userId="57c3f3671c8633cd" providerId="LiveId" clId="{2384C4B6-81F4-40FF-B005-A5B684AAD0B8}" dt="2026-04-14T12:19:51.336" v="7608" actId="1036"/>
          <ac:spMkLst>
            <pc:docMk/>
            <pc:sldMk cId="1559425458" sldId="278"/>
            <ac:spMk id="36" creationId="{DFB6A044-B6C1-4EEB-F6C7-91B452E0B0B2}"/>
          </ac:spMkLst>
        </pc:spChg>
        <pc:spChg chg="add mod">
          <ac:chgData name="Michael Lamb" userId="57c3f3671c8633cd" providerId="LiveId" clId="{2384C4B6-81F4-40FF-B005-A5B684AAD0B8}" dt="2026-04-13T12:22:28.519" v="3603" actId="255"/>
          <ac:spMkLst>
            <pc:docMk/>
            <pc:sldMk cId="1559425458" sldId="278"/>
            <ac:spMk id="37" creationId="{369FABAA-B7F9-7D4B-ADC0-B58396DF3358}"/>
          </ac:spMkLst>
        </pc:spChg>
        <pc:spChg chg="add mod">
          <ac:chgData name="Michael Lamb" userId="57c3f3671c8633cd" providerId="LiveId" clId="{2384C4B6-81F4-40FF-B005-A5B684AAD0B8}" dt="2026-04-14T12:19:51.336" v="7608" actId="1036"/>
          <ac:spMkLst>
            <pc:docMk/>
            <pc:sldMk cId="1559425458" sldId="278"/>
            <ac:spMk id="38" creationId="{5EF29059-D54F-314A-6B17-ACB55FD194D2}"/>
          </ac:spMkLst>
        </pc:spChg>
        <pc:spChg chg="add mod">
          <ac:chgData name="Michael Lamb" userId="57c3f3671c8633cd" providerId="LiveId" clId="{2384C4B6-81F4-40FF-B005-A5B684AAD0B8}" dt="2026-04-14T12:19:51.336" v="7608" actId="1036"/>
          <ac:spMkLst>
            <pc:docMk/>
            <pc:sldMk cId="1559425458" sldId="278"/>
            <ac:spMk id="39" creationId="{AE35F6FF-FACE-8F1A-0098-BF26B4AF1770}"/>
          </ac:spMkLst>
        </pc:spChg>
        <pc:spChg chg="add mod">
          <ac:chgData name="Michael Lamb" userId="57c3f3671c8633cd" providerId="LiveId" clId="{2384C4B6-81F4-40FF-B005-A5B684AAD0B8}" dt="2026-04-13T12:23:43.152" v="3612" actId="1076"/>
          <ac:spMkLst>
            <pc:docMk/>
            <pc:sldMk cId="1559425458" sldId="278"/>
            <ac:spMk id="40" creationId="{4028C985-40A2-EC53-38F7-A77B915ACD4D}"/>
          </ac:spMkLst>
        </pc:spChg>
        <pc:spChg chg="add mod">
          <ac:chgData name="Michael Lamb" userId="57c3f3671c8633cd" providerId="LiveId" clId="{2384C4B6-81F4-40FF-B005-A5B684AAD0B8}" dt="2026-04-14T12:19:51.336" v="7608" actId="1036"/>
          <ac:spMkLst>
            <pc:docMk/>
            <pc:sldMk cId="1559425458" sldId="278"/>
            <ac:spMk id="41" creationId="{7979D134-05D7-DE71-64F8-9422E16B6382}"/>
          </ac:spMkLst>
        </pc:spChg>
        <pc:spChg chg="add mod">
          <ac:chgData name="Michael Lamb" userId="57c3f3671c8633cd" providerId="LiveId" clId="{2384C4B6-81F4-40FF-B005-A5B684AAD0B8}" dt="2026-04-13T14:41:24.728" v="6105" actId="1036"/>
          <ac:spMkLst>
            <pc:docMk/>
            <pc:sldMk cId="1559425458" sldId="278"/>
            <ac:spMk id="42" creationId="{0353AA0D-0894-28E1-9300-C7F10E2797E7}"/>
          </ac:spMkLst>
        </pc:spChg>
        <pc:spChg chg="add mod">
          <ac:chgData name="Michael Lamb" userId="57c3f3671c8633cd" providerId="LiveId" clId="{2384C4B6-81F4-40FF-B005-A5B684AAD0B8}" dt="2026-04-14T12:19:51.336" v="7608" actId="1036"/>
          <ac:spMkLst>
            <pc:docMk/>
            <pc:sldMk cId="1559425458" sldId="278"/>
            <ac:spMk id="43" creationId="{0FDE94F9-2118-8A7E-5EAC-AD063FD920C4}"/>
          </ac:spMkLst>
        </pc:spChg>
        <pc:spChg chg="add mod">
          <ac:chgData name="Michael Lamb" userId="57c3f3671c8633cd" providerId="LiveId" clId="{2384C4B6-81F4-40FF-B005-A5B684AAD0B8}" dt="2026-04-13T14:44:01.968" v="6292" actId="20577"/>
          <ac:spMkLst>
            <pc:docMk/>
            <pc:sldMk cId="1559425458" sldId="278"/>
            <ac:spMk id="44" creationId="{91CE5735-B64C-C59F-0E82-BE4FFECC3C1B}"/>
          </ac:spMkLst>
        </pc:spChg>
        <pc:spChg chg="add mod">
          <ac:chgData name="Michael Lamb" userId="57c3f3671c8633cd" providerId="LiveId" clId="{2384C4B6-81F4-40FF-B005-A5B684AAD0B8}" dt="2026-04-14T12:19:51.336" v="7608" actId="1036"/>
          <ac:spMkLst>
            <pc:docMk/>
            <pc:sldMk cId="1559425458" sldId="278"/>
            <ac:spMk id="45" creationId="{9C0D7B6A-C4C2-CAA4-6E83-F27B6FE48A3D}"/>
          </ac:spMkLst>
        </pc:spChg>
        <pc:spChg chg="add mod">
          <ac:chgData name="Michael Lamb" userId="57c3f3671c8633cd" providerId="LiveId" clId="{2384C4B6-81F4-40FF-B005-A5B684AAD0B8}" dt="2026-04-13T12:28:28.386" v="3699" actId="207"/>
          <ac:spMkLst>
            <pc:docMk/>
            <pc:sldMk cId="1559425458" sldId="278"/>
            <ac:spMk id="46" creationId="{2929C69C-81E2-A461-3039-DCC98D8E374F}"/>
          </ac:spMkLst>
        </pc:spChg>
        <pc:spChg chg="add del mod">
          <ac:chgData name="Michael Lamb" userId="57c3f3671c8633cd" providerId="LiveId" clId="{2384C4B6-81F4-40FF-B005-A5B684AAD0B8}" dt="2026-04-13T14:44:04.940" v="6293" actId="478"/>
          <ac:spMkLst>
            <pc:docMk/>
            <pc:sldMk cId="1559425458" sldId="278"/>
            <ac:spMk id="47" creationId="{C3753582-1D9C-3970-6386-595A012572B6}"/>
          </ac:spMkLst>
        </pc:spChg>
        <pc:spChg chg="add mod">
          <ac:chgData name="Michael Lamb" userId="57c3f3671c8633cd" providerId="LiveId" clId="{2384C4B6-81F4-40FF-B005-A5B684AAD0B8}" dt="2026-04-13T12:42:51.166" v="5294" actId="1035"/>
          <ac:spMkLst>
            <pc:docMk/>
            <pc:sldMk cId="1559425458" sldId="278"/>
            <ac:spMk id="48" creationId="{CD2DA3C9-7DDC-0951-98A7-2B8D003E8EE4}"/>
          </ac:spMkLst>
        </pc:spChg>
        <pc:spChg chg="add mod">
          <ac:chgData name="Michael Lamb" userId="57c3f3671c8633cd" providerId="LiveId" clId="{2384C4B6-81F4-40FF-B005-A5B684AAD0B8}" dt="2026-04-13T14:41:24.728" v="6105" actId="1036"/>
          <ac:spMkLst>
            <pc:docMk/>
            <pc:sldMk cId="1559425458" sldId="278"/>
            <ac:spMk id="49" creationId="{8894ABA5-FF99-5A9F-07F6-B37F5AB14B52}"/>
          </ac:spMkLst>
        </pc:spChg>
        <pc:spChg chg="add mod">
          <ac:chgData name="Michael Lamb" userId="57c3f3671c8633cd" providerId="LiveId" clId="{2384C4B6-81F4-40FF-B005-A5B684AAD0B8}" dt="2026-04-13T14:41:24.728" v="6105" actId="1036"/>
          <ac:spMkLst>
            <pc:docMk/>
            <pc:sldMk cId="1559425458" sldId="278"/>
            <ac:spMk id="50" creationId="{2CE624A1-E800-1662-E706-3256EED94820}"/>
          </ac:spMkLst>
        </pc:spChg>
        <pc:spChg chg="add mod">
          <ac:chgData name="Michael Lamb" userId="57c3f3671c8633cd" providerId="LiveId" clId="{2384C4B6-81F4-40FF-B005-A5B684AAD0B8}" dt="2026-04-14T12:19:51.336" v="7608" actId="1036"/>
          <ac:spMkLst>
            <pc:docMk/>
            <pc:sldMk cId="1559425458" sldId="278"/>
            <ac:spMk id="51" creationId="{CF0C888C-7CB3-0FE1-3E2E-14778A2FB6B6}"/>
          </ac:spMkLst>
        </pc:spChg>
        <pc:spChg chg="add mod">
          <ac:chgData name="Michael Lamb" userId="57c3f3671c8633cd" providerId="LiveId" clId="{2384C4B6-81F4-40FF-B005-A5B684AAD0B8}" dt="2026-04-13T12:42:15.866" v="5221" actId="1036"/>
          <ac:spMkLst>
            <pc:docMk/>
            <pc:sldMk cId="1559425458" sldId="278"/>
            <ac:spMk id="52" creationId="{B420067C-EA13-771E-61E3-C7A2BDFE92BF}"/>
          </ac:spMkLst>
        </pc:spChg>
        <pc:spChg chg="add mod">
          <ac:chgData name="Michael Lamb" userId="57c3f3671c8633cd" providerId="LiveId" clId="{2384C4B6-81F4-40FF-B005-A5B684AAD0B8}" dt="2026-04-13T12:34:22.993" v="4161" actId="20577"/>
          <ac:spMkLst>
            <pc:docMk/>
            <pc:sldMk cId="1559425458" sldId="278"/>
            <ac:spMk id="53" creationId="{E3E24F4C-6AC5-6486-2B7B-7BAB39EFC056}"/>
          </ac:spMkLst>
        </pc:spChg>
        <pc:spChg chg="add mod">
          <ac:chgData name="Michael Lamb" userId="57c3f3671c8633cd" providerId="LiveId" clId="{2384C4B6-81F4-40FF-B005-A5B684AAD0B8}" dt="2026-04-13T14:41:24.728" v="6105" actId="1036"/>
          <ac:spMkLst>
            <pc:docMk/>
            <pc:sldMk cId="1559425458" sldId="278"/>
            <ac:spMk id="54" creationId="{ADBE5E9B-D800-7FF7-0BBB-4260D94F3638}"/>
          </ac:spMkLst>
        </pc:spChg>
        <pc:spChg chg="add mod">
          <ac:chgData name="Michael Lamb" userId="57c3f3671c8633cd" providerId="LiveId" clId="{2384C4B6-81F4-40FF-B005-A5B684AAD0B8}" dt="2026-04-13T14:41:39.234" v="6126" actId="1038"/>
          <ac:spMkLst>
            <pc:docMk/>
            <pc:sldMk cId="1559425458" sldId="278"/>
            <ac:spMk id="55" creationId="{FE94C97E-321F-B9E2-31D8-C7A8F5300112}"/>
          </ac:spMkLst>
        </pc:spChg>
        <pc:spChg chg="add mod">
          <ac:chgData name="Michael Lamb" userId="57c3f3671c8633cd" providerId="LiveId" clId="{2384C4B6-81F4-40FF-B005-A5B684AAD0B8}" dt="2026-04-14T12:19:51.336" v="7608" actId="1036"/>
          <ac:spMkLst>
            <pc:docMk/>
            <pc:sldMk cId="1559425458" sldId="278"/>
            <ac:spMk id="56" creationId="{36F36BA0-4D16-E7EF-ED8F-115E9314EAA2}"/>
          </ac:spMkLst>
        </pc:spChg>
        <pc:spChg chg="add mod">
          <ac:chgData name="Michael Lamb" userId="57c3f3671c8633cd" providerId="LiveId" clId="{2384C4B6-81F4-40FF-B005-A5B684AAD0B8}" dt="2026-04-13T12:43:11.891" v="5308" actId="1036"/>
          <ac:spMkLst>
            <pc:docMk/>
            <pc:sldMk cId="1559425458" sldId="278"/>
            <ac:spMk id="57" creationId="{F0B116C6-EC21-F985-8782-8F310062DB50}"/>
          </ac:spMkLst>
        </pc:spChg>
        <pc:spChg chg="add mod">
          <ac:chgData name="Michael Lamb" userId="57c3f3671c8633cd" providerId="LiveId" clId="{2384C4B6-81F4-40FF-B005-A5B684AAD0B8}" dt="2026-04-13T14:42:14.296" v="6252" actId="1037"/>
          <ac:spMkLst>
            <pc:docMk/>
            <pc:sldMk cId="1559425458" sldId="278"/>
            <ac:spMk id="58" creationId="{BC869021-CB17-EF10-FD80-B3C8A8006904}"/>
          </ac:spMkLst>
        </pc:spChg>
        <pc:spChg chg="add mod">
          <ac:chgData name="Michael Lamb" userId="57c3f3671c8633cd" providerId="LiveId" clId="{2384C4B6-81F4-40FF-B005-A5B684AAD0B8}" dt="2026-04-13T14:42:23.232" v="6274" actId="1036"/>
          <ac:spMkLst>
            <pc:docMk/>
            <pc:sldMk cId="1559425458" sldId="278"/>
            <ac:spMk id="59" creationId="{1499B086-3041-8613-5E8D-48753D7460F0}"/>
          </ac:spMkLst>
        </pc:spChg>
        <pc:spChg chg="add mod">
          <ac:chgData name="Michael Lamb" userId="57c3f3671c8633cd" providerId="LiveId" clId="{2384C4B6-81F4-40FF-B005-A5B684AAD0B8}" dt="2026-04-14T12:19:29.901" v="7559" actId="1036"/>
          <ac:spMkLst>
            <pc:docMk/>
            <pc:sldMk cId="1559425458" sldId="278"/>
            <ac:spMk id="60" creationId="{BE75D4D6-18A2-48F8-20C7-02AA9BC9CE46}"/>
          </ac:spMkLst>
        </pc:spChg>
        <pc:spChg chg="add mod">
          <ac:chgData name="Michael Lamb" userId="57c3f3671c8633cd" providerId="LiveId" clId="{2384C4B6-81F4-40FF-B005-A5B684AAD0B8}" dt="2026-04-13T12:48:19.479" v="5545" actId="1037"/>
          <ac:spMkLst>
            <pc:docMk/>
            <pc:sldMk cId="1559425458" sldId="278"/>
            <ac:spMk id="61" creationId="{2D60A60B-691B-0033-C0D9-95E532D58354}"/>
          </ac:spMkLst>
        </pc:spChg>
        <pc:spChg chg="add mod">
          <ac:chgData name="Michael Lamb" userId="57c3f3671c8633cd" providerId="LiveId" clId="{2384C4B6-81F4-40FF-B005-A5B684AAD0B8}" dt="2026-04-13T12:49:33.690" v="5678" actId="14100"/>
          <ac:spMkLst>
            <pc:docMk/>
            <pc:sldMk cId="1559425458" sldId="278"/>
            <ac:spMk id="62" creationId="{F369F2FD-1B25-A256-26A4-20DA18C6BF31}"/>
          </ac:spMkLst>
        </pc:spChg>
      </pc:sldChg>
      <pc:sldChg chg="modSp add del mod ord setBg">
        <pc:chgData name="Michael Lamb" userId="57c3f3671c8633cd" providerId="LiveId" clId="{2384C4B6-81F4-40FF-B005-A5B684AAD0B8}" dt="2026-04-14T12:42:29.801" v="8318" actId="20577"/>
        <pc:sldMkLst>
          <pc:docMk/>
          <pc:sldMk cId="0" sldId="279"/>
        </pc:sldMkLst>
        <pc:spChg chg="mod">
          <ac:chgData name="Michael Lamb" userId="57c3f3671c8633cd" providerId="LiveId" clId="{2384C4B6-81F4-40FF-B005-A5B684AAD0B8}" dt="2026-04-14T12:42:29.801" v="8318" actId="20577"/>
          <ac:spMkLst>
            <pc:docMk/>
            <pc:sldMk cId="0" sldId="279"/>
            <ac:spMk id="2" creationId="{00000000-0000-0000-0000-000000000000}"/>
          </ac:spMkLst>
        </pc:spChg>
      </pc:sldChg>
      <pc:sldChg chg="add del setBg">
        <pc:chgData name="Michael Lamb" userId="57c3f3671c8633cd" providerId="LiveId" clId="{2384C4B6-81F4-40FF-B005-A5B684AAD0B8}" dt="2026-04-14T12:41:44.449" v="8312"/>
        <pc:sldMkLst>
          <pc:docMk/>
          <pc:sldMk cId="2276842839" sldId="280"/>
        </pc:sldMkLst>
      </pc:sldChg>
      <pc:sldChg chg="add mod modShow">
        <pc:chgData name="Michael Lamb" userId="57c3f3671c8633cd" providerId="LiveId" clId="{2384C4B6-81F4-40FF-B005-A5B684AAD0B8}" dt="2026-04-14T12:45:53.090" v="8324" actId="729"/>
        <pc:sldMkLst>
          <pc:docMk/>
          <pc:sldMk cId="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539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 TITLE
[Open with the hook — this is the LinkedIn scroll-stopper]
"The Future Isn't Scary. It's Structured. That's not a tagline — it's an architecture."
"ADAM — the Autonomy Doctrine and Architecture Model — is a constitutional operating model for autonomous enterprises. Not a chatbot. Not a DAO. Not another AI wrapper. A complete, deployable blueprint for companies that run themselves."
"Three principles define ADAM. Humans define intent — they say what the company should do and set the boundaries. Machines execute — 81 purpose-built agents across 5 layers turn intent into coordinated action. Evidence proves everything — every decision is replayable, every action is scored, every outcome is provable."
"ADAM is industry-agnostic, sovereign by design, and implementable today. This deck tells you how."
REFERENCES:
- ADAM v0.4, Part I, Section 1: "The End of Manual"
- ADAM Overview Slide 1: "ADAM at a Glance"
- ADAM Governance Charter, Section A.2: "Governance Philosophy"
AUDIENCE NOTE: Lead with the statement. "The Future Isn't Scary. It's Structured." is your viral line. Make it the first thing people see when scrolling LinkedIn.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2: THE PROBLEM
"The world got complex. Regulations multiply across every jurisdiction you touch. Supply chains span continents. A single product launch triggers compliance checks in thirty countries. And your org chart? Still the same hierarchy from 2015."
"Speed compounded the problem. Markets don't wait for your quarterly review. Decisions that once had the luxury of a week now need to happen in seconds. By the time your committee convenes, approves the agenda, and schedules a follow-up — the opportunity is gone. Velocity isn't a nice-to-have. It's a survival trait."
"And all that automation you invested in? RPA bots, workflow engines, 'intelligent' automation — they executed tasks brilliantly. But they never built trust. Ask them WHY they did something and you'll get the digital equivalent of a blank stare. When the regulator shows up, your audit team is doing archaeology — sifting through logs like they're excavating Pompeii."
"This isn't a technology gap. It's a constitutional one. The world outgrew the operating model."
REFERENCES:
- ADAM v0.4, Part I, Section 1: "The End of Manual" — complexity threshold
- ADAM v0.4, Part I, Section 1: "Complexity Inflation Versus Headcount Reality"
- ADAM v0.4, Part I, Section 1: "Why Automation Failed to Scale Trust, Not Tasks"
- ADAM v0.4, Part I, Section 1: "Autonomy as an Economic Necessity, Not a Technical Indulgence"
AUDIENCE NOTE: This resonates with both CTOs drowning in complexity and CEOs watching their markets move faster than their organizations. LinkedIn gold.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3: MEET ADAM
"What if your company had a constitution? Not a mission statement nobody reads. Not a strategy deck trapped in PowerPoint purgatory. An actual living, executable constitution that every system, every agent, every decision references in real time."
"That's ADAM. And it works through three steps:"
"Step 1: Humans Define Intent. Your directors — and we'll talk about who exactly those are — set what the company wants. Outcomes, constraints, risk tolerance. They express intent in structured, machine-processable form. They never touch a workflow. They never approve a routine task. They govern what matters."
"Step 2: Machines Execute. A structured mesh of purpose-built agents — not one </a:t>
            </a:r>
            <a:r>
              <a:rPr lang="en-US"/>
              <a:t>monolithic 'Govenor </a:t>
            </a:r>
            <a:r>
              <a:rPr lang="en-US" dirty="0"/>
              <a:t>AI' — turns that intent into coordinated enterprise action. Deterministic orchestration, built-in policy enforcement, automatic recovery. This isn't AI 'figuring it out.' It's engineered execution."
"Step 3: Evidence Proves Everything. Every single decision produces governance-grade forensic evidence by construction. Not as an afterthought. Not because you added logging. By architectural design. Audit = playback. Not archaeology."
REFERENCES:
- ADAM v0.4, Part I, Section 2: "Autonomy Without Doctrine Is Just Chaos"
- ADAM v0.4, Part II, Section 1: "The Autonomy Doctrine CORE Engine"
- ADAM Governance Charter, Section A.2: "Governance Philosophy"
- ADAM v0.4, Part IV, Section 3: "Evidence &amp; Audit Plane"
AUDIENCE NOTE: The three-step framework is shareable. It's the kind of thing people screenshot and repost. Make each step memorable.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4: THE CORE ENGINE
"If ADAM had a brain, this is it. CORE stands for Culture, Objectives, Rules, Expectations. But don't let the simplicity fool you — this is a machine-readable semantic graph of your company's entire identity."
"Culture isn't soft here. It's encoded as trade-off priorities: when speed conflicts with compliance, which wins? When cost reduction collides with customer trust, what's the resolution? Your agents query this in real time."
"Objectives have a clear hierarchy: mandates are non-negotiable, goals are measurable and time-bound, aspirations are directional. '"
"Rules are hard constraints — zero tolerance. You don't process transactions for sanctioned entities. Period. Expectations are softer — they accept exceptions with proper escalation. 'Prefer local suppliers' is an expectation, not a death sentence for global sourcing."
"And this entire thing is live configuration. Versioned like software. Testable. Rollbackable. You deploy a new doctrine version on Monday. By Wednesday it's producing unexpected results? Roll it back. Try again. This is not your strategy deck collecting dust in SharePoint."
REFERENCES:
- ADAM v0.4, Part II, Section 1: "The Autonomy Doctrine CORE Engine"
- ADAM v0.4, Part II, Section 2: "Autonomy Doctrine CORE Graph"
- ADAM Overview Slide 1: CORE definition
- DNA Questionnaire, Sections 2-4: Culture, Objectives, Rules &amp; Expectations Graphs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5: THE SIX NOVEL CONCEPTS
"These six ideas are what ADAM brings to the table that nobody else has built. Three are Tier 1 — strongly novel, meaning no existing framework does them at all."
"The CORE Engine and Graphs — not just rules, but your company's entire identity as a queryable graph. Doctrine Conflict Arbitration — when objectives collide irreconcilably, ADAM doesn't silently pick a winner. It formalizes the conflict and routes it to the human who owns that tension. And the Exception Economy — every autonomous action carries a cost and risk estimate. Autonomy is literally budgeted."
"Tier 2 innovations are novel in their combination: Digital Twins that serve agents instead of dashboards, evidence-first execution where audit is playback, and formal Intent Objects — your strategic direction as a versioned, machine-processable schema."
REFERENCES:
- ADAM Overview Slide 4: "Novel Concepts" (complete tier listing)
- ADAM v0.4, Part II, Sections 1-3: CORE Engine, CORE Graph, Subgraphs
- ADAM Legal &amp; Arbitration, Section II: "Doctrine Conflict Arbitration Model"
- ADAM v0.4, Part V, Section 1: "Autonomy Budget &amp; Exception Economy"
- ADAM Intent Object Definition: full schema and 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7: THE 81 AGENTS
"Eighty-one agents across five layers. But — and this is important — 81 is the baseline reference model. Every actual ADAM deployment will have a different agent count based on the company's DNA. A global media company needs different work groups than a regional bank. The architecture scales to fit."
"Layer 1 is the human interface. Three agents: Intent Interpretation reads your intent and makes it executable. Trust Gateway verifies you're authorized. Explain-Back tells you what happened. These are your only touchpoints."
"Layer 2 is the five domain governors — Finance, Legal, Risk, Market, and Strategy. These agents don't execute. They GOVERN. And all five must concur before anything proceeds. Not majority rules. Unanimous consent."
"Layer 3 is the orchestration plane with four enforcement hooks: policy, exception, evidence, and recovery. Deterministic sequencing. Every failure has a rollback plan."
"Layer 4 is where work happens. 39 corporate work groups and 23 AI-native divisions. Single-responsibility agents with bounded scope."
"Layer 5: digital twins and meta-governance. The system that watches the system. Is ADAM still behaving like the company it's supposed to represent?"
"The specific agent count, domain focus, and work group structure? That comes from your DNA Questionnaire — tailored to your industry, your regulatory landscape, your risk appetite."
REFERENCES:
- ADAM Overview Slide 9: "ADAM at a Glance: The Agent Architecture"
- ADAM Agent Org Chart: Complete 81-agent directory and walkthrough
- ADAM v0.4, Part III, Section 1: "The Hierarchical Autonomous Model"
- ADAM v0.4, Part III, Section 1: "Single-Responsibility Agents, Agent Work Groups"
- DNA Questionnaire, Section 8: "Agentic Architecture &amp; Domain Configuration"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6: THE BOSS SCORE
"BOSS — Business Operations Sovereignty Score. Every action an agent proposes gets scored across seven independent dimensions before it executes. But here's what makes BOSS different from every other 'AI risk scoring' approach: every single dimension is derived directly from established, peer-reviewed global frameworks."
"Sovereignty Action uses the EU's SEAL framework and the Eurotechguide Sovereignty Index — published by the European Commission, not a vendor. Security Impact maps to NIST CSF and MITRE ATT&amp;CK. Financial Exposure uses FAIR — the only open, internationally recognized standard for quantifying risk in financial terms — combined with COSO ERM for portfolio-level risk."
"Regulatory Impact maps directly to the EU AI Act's risk classification system and CMMC 2.0 compliance scoring methodology. Reputational Risk uses RepTrak and SASB materiality frameworks. Rights Certainty maps to WIPO and Creative Commons frameworks. Doctrinal Alignment is ADAM's own — measuring drift from your declared identity."
"Why does this matter? Because when an auditor asks 'why did you make this decision?' — ADAM doesn't give you a confidence score from a black box. It gives you a formula, with weights, with framework citations, with a score that maps to an escalation tier. SOAP is safe. MODERATE means constrained execution. ELEVATED means exception likely. HIGH means get a director. And OHSHAT — that's Operational Hell, Send Humans Act Today. At 3 AM, you need a tier name you won't forget."
"Not opinions. Not vibes. Published frameworks that auditors already know and regulators already require."
REFERENCES:
- ADAM BOSS Score Formulas v3.0: Complete 7-dimension methodology with framework attributions
- BOSS Formulas, Section 4: Sovereignty Action Score (EU SEAL + Eurotechguide)
- BOSS Formulas, Section 5: Financial Exposure Score (FAIR + COSO ERM)
- BOSS Formulas, Section 6: Regulatory Impact Score (EU AI Act + CMMC 2.0)
- BOSS Formulas, Section 2.1: "The SOAP-to-OHSHAT Spectrum"
- DNA Questionnaire, Section 6: BOSS Scoring configuration
AUDIENCE NOTE: The framework list is the credibility anchor. Technical audiences will recognize FAIR, NIST, COSO. Executive audiences will recognize EU AI Act and audit-readiness. OHSHAT always gets a laugh.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8: THE FOUR GUARDRAIL PLANES
"Four planes cut across every single layer of the architecture. They're not policies you can choose to follow. They're architectural — they physically cannot be bypassed."
"Policy &amp; Risk is the arbiter. Every action gets checked before execution. Security &amp; Trust ensures that even if an agent is 'convinced' by a clever prompt to try something unauthorized, the execution constraint doesn't care about persuasion. Evidence &amp; Audit captures everything cryptographically — replayable proof, not narrative reconstruction. And Stability &amp; Drift watches for the slow-motion catastrophe: the quiet erosion nobody notices until it's too late."
"These planes cannot be bypassed by agents, by orchestration logic, or by human pressure. That's by design."
REFERENCES:
- ADAM v0.4, Part IV, Sections 2-5: All four planes
- ADAM Overview Slide 3: Architecture layers and guardrails
- ADAM v0.4, Part IV, Section 1: "Because these planes are architectural, not procedural..."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11: THE HUMAN ELEMENT
"Five humans. That's the entire governance structure. CEO, CFO, Legal Director, Market Director, and CISO. No middle management. No committees. No 'working groups' that produce PowerPoints about the PowerPoints."
"Each director has a specific accountability domain. The CEO is the ultimate accountable party. The CFO owns financial thresholds. Legal handles regulatory risk appetite. Market arbitrates growth versus reputation. The CISO can throttle autonomy when threat levels rise."
"Optional sixth director: a CPO — Chief Product and Technology Director — activated when you have three or more product lines that need dedicated governance. For complex product organizations, this role owns product roadmap arbitration and technology posture."
"Directors interact with ADAM through exactly three interface agents. They don't manage workflows. They don't approve timesheets. They govern intent."
REFERENCES:
- ADAM Governance Charter: Sections A.4.1 through A.4.5
- ADAM BOSS Score Formulas, Section 2.3: "The 5-Director Constitution"
- ADAM BOSS Score Formulas, Section 2.3: "An optional CPO is activated when the organization operates 3+ product lines"
- ADAM Legal &amp; Arbitration, Section I.4: "Human directors as the accountability anchors"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9: THE DNA QUESTIONNAIRE
"This is where ADAM gets personal. The DNA Questionnaire is a 13-section deep-dive into your company's identity. And this is NOT an IT asset inventory. ADAM doesn't care what CRM you use or what cloud provider is on your contract."
"ADAM cares about how your company THINKS. Section 1 defines your constitutional foundation — the permanent principles agents must never violate. Sections 2-4 populate the CORE Engine: Culture, Objectives, Rules &amp; Expectations. Section 5 captures enterprise memory — financials, rights, customers, suppliers, regulations."
"Section 6 configures BOSS scoring and your exception economy thresholds. Section 7 defines Intent Objects and conflict arbitration rules. Section 8 configures the agent architecture to your specific domains. Section 9 sets up the Flight Recorder."
"Sections 10-11 capture products, services, and regional/temporal variance. Sections 12-13 define infrastructure and resilience."
"Who fills this out? Sections 1-9 require your directors. Sections 10-11 need domain experts. Sections 12-13 need your architects. This is not delegated to an intern."
REFERENCES:
- ADAM DNA Questionnaire v1.0: Complete 13-section structure
- DNA Questionnaire, "How to Use This Questionnaire": Purpose and completion guidance
- ADAM v0.4, Part II: Maps directly to Sections 2-4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11: THE DNA TOOL
"This is the game-changer for adoption. The DNA Questionnaire is comprehensive — 13 sections of deep organizational introspection. Filling it out manually requires deep ADAM expertise, weeks of director workshops, and carries real risk of misconfiguration."
"The DNA Tool eliminates that friction. It's an AI-powered conversational application that extracts your company's DNA from documents you already have — strategy decks, board presentations, compliance reports, financial models. Upload them, and the AI asks targeted, contextual questions to fill gaps."
"On the left: the manual path. 13 sections by hand. Requires ADAM expertise. Weeks of workshops. Static document with no real-time validation."
"On the right: the DNA Tool path. Upload your strategy docs. The AI reads them, understands them, and extracts DNA configuration — then asks smart follow-up questions to fill the gaps. It validates against ADAM's schema in real-time, so you can't accidentally misconfigure BOSS scoring or leave critical doctrine gaps."
"The tool is built on FastAPI with a React + Tailwind chat UI. It supports pluggable AI providers — OpenAI, Anthropic, or Azure OpenAI. It's Kubernetes-deployable via Helm chart. And critically, it outputs deployment-ready DNA JSON that feeds directly into the DNA Deployment Tool."
"The DNA Tool supports document ingestion across DOCX, PDF, PPTX, CSV, XLSX, and JSON — essentially any format your strategy documents might live in."
"This is what turns ADAM from a months-long implementation project into a hours-long configuration session."
REFERENCES:
- ADAM DNA Tool: /ADAM Book/ADAM DNA TOOL/
- DNA Tool backend: FastAPI + AI provider abstraction (OpenAI/Anthropic/Azure)
- DNA Tool frontend: React + Vite + Tailwind CSS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12: THE DNA DEPLOYMENT TOOL
"The DNA Deployment Tool is the machine-executable companion to the DNA Questionnaire. It takes your completed DNA — whether filled out manually or generated by the DNA Tool — and compiles it into actual running infrastructure."
"Here's what it generates:"
"Terraform Infrastructure-as-Code: Complete multi-cloud topology. Azure primary with all governance and CORE Engine components. AWS warm standby at 30% capacity that auto-scales to 100% on failover. On-premises failover via Azure Local connected through Azure Arc. Full networking, identity (Entra ID federated to AWS IAM), storage, and monitoring."
"Agent Runtime: LangGraph v0.3+ agent code for all 81 agents, deployed via Azure AI Foundry Agent Service. BOSS scoring engine pre-configured with your DNA weights. Complete orchestration fabric."
"CORE Graphs: Your Culture, Objectives, Rules, and Expectations populated into Cosmos DB Gremlin API — queryable by every agent from day one."
"Policy Engine: OPA with Rego policies automatically generated from your DNA rules and constraints. Runtime enforcement, not documentation."
"Flight Recorder: Azure Confidential Ledger for tamper-proof evidence plus immutable Blob Storage. 7-year WORM retention. Hash-chained audit trail operational from first boot."
"GitOps Pipeline: Flux CD bootstrap with Azure DevOps Pipelines. Continuous deployment with scheduled drift detection."
"The tool includes 9 reference architectures: AWS Primary, Azure Primary, GCP Primary, Multi-Cloud with failover, On-Prem via Azure Stack and AWS Outposts, Fully Sovereign On-Prem, and Open-Source Kubernetes."
REFERENCES:
- ADAM DNA Deployment Specification v1.0: Complete machine-executable companion
- DNA Deployment Spec, Section 1.1: Technology Stack Decisions
- DNA Deployment Spec, Section 2: Infrastructure-as-Code Specifications
- Architecture Diagrams: 9 draw.io files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13: FROM BOOK TO AUTONOMOUS COMPANY
"Here's the deployment pipeline — how you go from a book about autonomy to an actually running autonomous enterprise. And now you have TWO paths."
"Step 1: Define Your DNA. You can fill out the 13-section DNA Questionnaire manually — your directors sit down and work through each section. OR you can use the AI DNA Tool: upload your existing strategy documents, financial models, compliance reports, and the AI extracts your DNA conversationally, asking targeted questions to fill gaps."
"Step 2: Generate Configuration. The DNA Tool outputs deployment-ready JSON directly compatible with the DNA Deployment Tool. On the manual path, feed the completed DNA document to the Deployment Tool's questionnaire parser."
"Step 3: Auto-Provision. The DNA Deployment Tool compiles everything: Terraform modules for multi-cloud infrastructure, LangGraph agent code for all 81+ agents, CORE graph data for Cosmos DB, OPA/Rego policy rules, Flight Recorder evidence chain — all customized to YOUR company's DNA."
"Step 4: Go Live. Autonomous enterprise operational. Humans govern intent via Intent Objects. Machines execute within BOSS-scored policy boundaries. Evidence flows continuously through the Flight Recorder. The 5-Director Constitution takes effect from day one."
"The key innovation: this pipeline means a customized ADAM deployment can be stood up in a single sprint. Hours, not months. The DNA Tool handles configuration. The Deployment Tool handles infrastructure. You handle governance."
REFERENCES:
- ADAM DNA Deployment Specification v1.0
- ADAM DNA Tool: Conversational configuration
- DNA Deployment Spec, Section 8: Deployment Sequence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14: THE ADAM MATURITY MODEL
"ADAM is not an all-or-nothing proposition. No enterprise wakes up autonomous. The journey from manual operations to ADAM-grade autonomy is a progression through six distinct maturity levels, each with measurable characteristics and specific ADAM components."
"L0 — Manual + Tribal: Decisions live in heads and spreadsheets. No codified policy. Audit by archaeology. This is pre-ADAM. Humans do everything."
"L1 — Documented Doctrine: DNA Questionnaire completed. CORE Engine loaded. Policies codified but not yet enforced at runtime. Humans still execute, but the system advises."
"L2 — Assisted Autonomy: First agent work groups deployed for low-risk domains. BOSS scoring active with conservative thresholds (escalation at 20 instead of 50). Flight Recorder capturing evidence. System acts, humans confirm. The win isn't speed — it's creating a governed, auditable foundation."
"L3 — Domain Autonomy: Multiple domains running autonomously within BOSS thresholds. Exception Economy calibrated from real escalation data. Digital Twins and Governor Agents active. System operates; humans review exceptions."
"L4 — Enterprise Autonomy: Full 81-Agent Mesh operational. Cross-domain orchestration. Innovation Engine proposing doctrine updates. Directors governing by intent alone. System runs, directors set direction."
"L5 — Adaptive Autonomy: Self-optimizing doctrine evolution within human-approved bounds. Predictive governance. Inter-enterprise federation. Humans design the boundaries of evolution itself."
"The implementation timeline: Foundation in months 1-3, Pilot Domain in 3-6, Domain Expansion in 6-12, Enterprise Integration in 12-24 months."
"This maturity model draws on TM Forum's AOMM v1.5.0,  and the Knight First Amendment Institute's 5-Level Autonomy Taxonomy as they are mapped to ADAM-specific components most closely. These were used as they conform to ‘Human Role at each Level’ rather than system capability alone as the deterministic factors“ It also aligns to SAE J3016 Levels of Driving Automation and Gartner’s AI Maturity Model in progression and capability, but these model capability with not much depiction of human role specifics. 
REFERENCES:
- ADAM v0.07, Part XIII-A: "The ADAM Maturity Model: From Manual to Autonomous"
- ADAM v0.07, Part XIII-B: "From Blueprint to Reality: Implementing ADAM in Existing Enterprises"
- TM Forum AOMM v1.5.0, Knight 5-Level Autonomy Taxonomy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18: THE VISION / CLOSING
"The Future Isn't Scary. It's Structured. It’s ADAM."
"That's not optimism. That's architecture. It's an enterprise where humans set intent and machines execute with precision. Where every action is scored across seven dimensions — each mapped to global frameworks auditors already recognize — before it happens, and provable after it happens."
"Where five directors govern what matters instead of a thousand employees managing what doesn't."
"ADAM is open-source, industry-agnostic, and deployable today. Here's the complete ecosystem:"
"The Book — the constitutional blueprint, currently at v0.07, covering 15 Parts from the Autonomy Shift through What Comes After ADAM."
"The DNA Questionnaire — the 13-section configuration interface that captures your company's identity."
"The DNA Tool — AI-powered conversational configuration that extracts your DNA from existing strategy documents in hours, not weeks."
"The DNA Deployment Tool — the machine-executable companion that compiles your DNA into Terraform, agent code, CORE graphs, policy rules, and Flight Recorder infrastructure."
"9 Architecture Diagrams — reference deployments from AWS/Azure/GCP primary to fully sovereign on-premises."
"Plus: BOSS Score Formulas v3.2, Agent Org Chart, Governance Charter, Intent Object Definition, Legal &amp; Arbitration framework, and Maturity Model."
"Autonomy replaces management, not responsibility. That's not just a principle — it's an architecture."
"If this resonates, share it. If it challenges you, good — that's the point. If you want to build it, the blueprints are open."
CALL TO ACTION: "Tag the person who most needs to hear that the future isn't scary — it's structured."
REFERENCES:
- ADAM v0.07: Complete book (all parts)
- All ADAM companion documents
- ADAM DNA Tool and DNA Deployment Tool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16: WHY ADAM AS A GLOBAL AI DOCTRINE
"Let me make the case for why ADAM is uniquely positioned as THE constitutional model for AI governance worldwide."
"First: Constitutional, not procedural. Most AI governance frameworks tell you WHAT to do — check this box, run this assessment. ADAM encodes WHY decisions are made. Doctrine is a living, versioned artifact that evolves with the enterprise. When an unprecedented situation arises, ADAM's agents can reason about what the rule SHOULD be, not just follow the old one."
"Second: Sovereignty by design. Not sovereignty by product lock-in. ADAM is vendor-neutral and jurisdiction-aware. Nine reference architectures from hyperscale cloud to fully sovereign on-premises. You choose your data residency, your AI providers, your orchestration framework."
"Third: Accountability preserved. ADAM doesn't create a liability shield. Legal responsibility remains attached to identifiable humans through delegation, constraints, and evidence. The 5-Director Constitution ensures someone is always accountable."
"Fourth: Framework-grounded scoring. Every BOSS dimension maps to published, peer-reviewed frameworks. Not proprietary algorithms. Not opinions. Not vibes. When the auditor arrives, you point to the same frameworks they already use."
"Fifth: Industry-agnostic architecture. From media to healthcare to financial services to manufacturing. The CORE Engine adapts to any industry. The agent mesh scales to any size."
"Sixth: Deployable today. Complete book + DNA Questionnaire + DNA Tool + DNA Deployment Tool + 9 architecture diagrams + BOSS formulas + legal framework + maturity model. This isn't a white paper promising future capability. It's a blueprint with the tools to build it."
REFERENCES:
- ADAM v0.07: Complete book (all Parts I-XV)
- ADAM Comprehensive Gap Analysis April 2026: Competitive positioning
- CMR Berkeley AOM, Microsoft AGT, TM Forum AOMM: External validation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2CE1-58D4-D34B-7880-615817239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09F8B-9503-1008-ACCD-00DB5470F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25493-5707-0032-B578-97749E9443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DEAAEE-6F23-CFC5-1F6E-9D775A25366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422535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NARRATOR SCRIPT — SLIDE 12: LEGALLY GROUNDED
"Before anyone in legal has a panic attack — let's be crystal clear. ADAM IS a constitutional operating model with delegated authority that's explicit, scoped, revocable, and auditable. EU AI Act compatible by design. Human accountability at every level. Sovereign architecture."
"ADAM IS NOT a legal person. Not a DAO. Not a chatbot wrapper. Not a claim that machines carry liability. And critically — not self-amending. All doctrine changes require human directors."
"But here's the clincher that ties it all together: every one of BOSS's seven scoring dimensions maps directly to established global compliance frameworks. Sovereignty uses EU SEAL. Financial uses FAIR and COSO ERM. Regulatory uses the EU AI Act classification and CMMC. Security uses NIST and MITRE. Rights uses WIPO. Reputation uses RepTrak and SASB."
"This means when an auditor asks 'how do you assess the risk of autonomous actions?' — you don't point to a proprietary algorithm. You point to the same frameworks they already use, applied systematically to every autonomous action, scored with published formulas, and recorded with replayable evidence."
"These aren't frameworks ADAM invented. These are frameworks the world's largest companies already follow. ADAM just applies them consistently, automatically, and provably to every single action."
REFERENCES:
- ADAM Legal &amp; Arbitration: All sections
- ADAM BOSS Score Formulas v3.0: Framework attributions per dimension
- BOSS Formulas, Sections 4-10: Individual dimension framework sources
- ADAM Legal &amp; Arbitration, Section III: "ADAM Controls-to-Obligations Mappings"
- ADAM Legal &amp; Arbitration, Section I.5: "Meaningful oversight under risk-based regimes"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7819"/>
            <a:ext cx="5829300" cy="1102519"/>
          </a:xfrm>
        </p:spPr>
        <p:txBody>
          <a:bodyPr/>
          <a:lstStyle/>
          <a:p>
            <a:r>
              <a:rPr lang="en-US"/>
              <a:t>Click to edit Master title style</a:t>
            </a:r>
          </a:p>
        </p:txBody>
      </p:sp>
      <p:sp>
        <p:nvSpPr>
          <p:cNvPr id="3" name="Subtitle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8740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546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2825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7713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1631156"/>
            <a:ext cx="303014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1631156"/>
            <a:ext cx="303133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0826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940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901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04787"/>
            <a:ext cx="2256235"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076326"/>
            <a:ext cx="2256235"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6135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0"/>
            <a:ext cx="41148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4025503"/>
            <a:ext cx="41148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2362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2515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79"/>
            <a:ext cx="154305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05979"/>
            <a:ext cx="451485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2348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05979"/>
            <a:ext cx="61722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200151"/>
            <a:ext cx="61722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4767263"/>
            <a:ext cx="16002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4/14/2026</a:t>
            </a:fld>
            <a:endParaRPr lang="en-US"/>
          </a:p>
        </p:txBody>
      </p:sp>
      <p:sp>
        <p:nvSpPr>
          <p:cNvPr id="5" name="Footer Placeholder 4"/>
          <p:cNvSpPr>
            <a:spLocks noGrp="1"/>
          </p:cNvSpPr>
          <p:nvPr>
            <p:ph type="ftr" sz="quarter" idx="3"/>
          </p:nvPr>
        </p:nvSpPr>
        <p:spPr>
          <a:xfrm>
            <a:off x="2343150" y="4767263"/>
            <a:ext cx="21717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4767263"/>
            <a:ext cx="16002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197823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commons.wikimedia.org/wiki/File:Group_people_icon.jpg" TargetMode="External"/><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D8"/>
          </a:solidFill>
          <a:ln/>
        </p:spPr>
      </p:sp>
      <p:sp>
        <p:nvSpPr>
          <p:cNvPr id="3" name="Shape 1"/>
          <p:cNvSpPr/>
          <p:nvPr/>
        </p:nvSpPr>
        <p:spPr>
          <a:xfrm>
            <a:off x="0" y="4754880"/>
            <a:ext cx="9144000" cy="388620"/>
          </a:xfrm>
          <a:prstGeom prst="rect">
            <a:avLst/>
          </a:prstGeom>
          <a:solidFill>
            <a:srgbClr val="0077B6">
              <a:alpha val="60000"/>
            </a:srgbClr>
          </a:solidFill>
          <a:ln/>
        </p:spPr>
      </p:sp>
      <p:pic>
        <p:nvPicPr>
          <p:cNvPr id="4" name="Image 0" descr="preencoded.png"/>
          <p:cNvPicPr>
            <a:picLocks noChangeAspect="1"/>
          </p:cNvPicPr>
          <p:nvPr/>
        </p:nvPicPr>
        <p:blipFill>
          <a:blip r:embed="rId3">
            <a:alphaModFix amt="18000"/>
          </a:blip>
          <a:stretch>
            <a:fillRect/>
          </a:stretch>
        </p:blipFill>
        <p:spPr>
          <a:xfrm>
            <a:off x="6400800" y="182880"/>
            <a:ext cx="1645920" cy="1645920"/>
          </a:xfrm>
          <a:prstGeom prst="rect">
            <a:avLst/>
          </a:prstGeom>
        </p:spPr>
      </p:pic>
      <p:pic>
        <p:nvPicPr>
          <p:cNvPr id="5" name="Image 1" descr="preencoded.png"/>
          <p:cNvPicPr>
            <a:picLocks noChangeAspect="1"/>
          </p:cNvPicPr>
          <p:nvPr/>
        </p:nvPicPr>
        <p:blipFill>
          <a:blip r:embed="rId4">
            <a:alphaModFix amt="20000"/>
          </a:blip>
          <a:stretch>
            <a:fillRect/>
          </a:stretch>
        </p:blipFill>
        <p:spPr>
          <a:xfrm>
            <a:off x="7498080" y="1463040"/>
            <a:ext cx="1371600" cy="1371600"/>
          </a:xfrm>
          <a:prstGeom prst="rect">
            <a:avLst/>
          </a:prstGeom>
        </p:spPr>
      </p:pic>
      <p:pic>
        <p:nvPicPr>
          <p:cNvPr id="6" name="Image 2" descr="preencoded.png"/>
          <p:cNvPicPr>
            <a:picLocks noChangeAspect="1"/>
          </p:cNvPicPr>
          <p:nvPr/>
        </p:nvPicPr>
        <p:blipFill>
          <a:blip r:embed="rId5">
            <a:alphaModFix amt="15000"/>
          </a:blip>
          <a:stretch>
            <a:fillRect/>
          </a:stretch>
        </p:blipFill>
        <p:spPr>
          <a:xfrm>
            <a:off x="6766560" y="2560320"/>
            <a:ext cx="1188720" cy="1188720"/>
          </a:xfrm>
          <a:prstGeom prst="rect">
            <a:avLst/>
          </a:prstGeom>
        </p:spPr>
      </p:pic>
      <p:sp>
        <p:nvSpPr>
          <p:cNvPr id="7" name="Text 2"/>
          <p:cNvSpPr/>
          <p:nvPr/>
        </p:nvSpPr>
        <p:spPr>
          <a:xfrm>
            <a:off x="640080" y="274320"/>
            <a:ext cx="6400800" cy="1371600"/>
          </a:xfrm>
          <a:prstGeom prst="rect">
            <a:avLst/>
          </a:prstGeom>
          <a:noFill/>
          <a:ln/>
        </p:spPr>
        <p:txBody>
          <a:bodyPr wrap="square" lIns="0" tIns="0" rIns="0" bIns="0" rtlCol="0" anchor="ctr"/>
          <a:lstStyle/>
          <a:p>
            <a:pPr marL="0" indent="0">
              <a:buNone/>
            </a:pPr>
            <a:r>
              <a:rPr lang="en-US" sz="7200" b="1" kern="0" spc="800" dirty="0">
                <a:solidFill>
                  <a:srgbClr val="00B4D8"/>
                </a:solidFill>
                <a:latin typeface="Trebuchet MS" pitchFamily="34" charset="0"/>
                <a:ea typeface="Trebuchet MS" pitchFamily="34" charset="-122"/>
                <a:cs typeface="Trebuchet MS" pitchFamily="34" charset="-120"/>
              </a:rPr>
              <a:t>ADAM</a:t>
            </a:r>
            <a:endParaRPr lang="en-US" sz="7200" dirty="0"/>
          </a:p>
        </p:txBody>
      </p:sp>
      <p:sp>
        <p:nvSpPr>
          <p:cNvPr id="8" name="Text 3"/>
          <p:cNvSpPr/>
          <p:nvPr/>
        </p:nvSpPr>
        <p:spPr>
          <a:xfrm>
            <a:off x="640080" y="1508760"/>
            <a:ext cx="6400800" cy="548640"/>
          </a:xfrm>
          <a:prstGeom prst="rect">
            <a:avLst/>
          </a:prstGeom>
          <a:noFill/>
          <a:ln/>
        </p:spPr>
        <p:txBody>
          <a:bodyPr wrap="square" lIns="0" tIns="0" rIns="0" bIns="0" rtlCol="0" anchor="ctr"/>
          <a:lstStyle/>
          <a:p>
            <a:pPr marL="0" indent="0">
              <a:buNone/>
            </a:pPr>
            <a:r>
              <a:rPr lang="en-US" sz="2000" dirty="0">
                <a:solidFill>
                  <a:srgbClr val="EDF2F4"/>
                </a:solidFill>
                <a:latin typeface="Calibri" pitchFamily="34" charset="0"/>
                <a:ea typeface="Calibri" pitchFamily="34" charset="-122"/>
                <a:cs typeface="Calibri" pitchFamily="34" charset="-120"/>
              </a:rPr>
              <a:t>Autonomy Doctrine &amp; Architecture Model</a:t>
            </a:r>
            <a:endParaRPr lang="en-US" sz="2000" dirty="0"/>
          </a:p>
        </p:txBody>
      </p:sp>
      <p:sp>
        <p:nvSpPr>
          <p:cNvPr id="9" name="Text 4"/>
          <p:cNvSpPr/>
          <p:nvPr/>
        </p:nvSpPr>
        <p:spPr>
          <a:xfrm>
            <a:off x="640080" y="2377440"/>
            <a:ext cx="6400800" cy="914400"/>
          </a:xfrm>
          <a:prstGeom prst="rect">
            <a:avLst/>
          </a:prstGeom>
          <a:noFill/>
          <a:ln/>
        </p:spPr>
        <p:txBody>
          <a:bodyPr wrap="square" lIns="0" tIns="0" rIns="0" bIns="0" rtlCol="0" anchor="ctr"/>
          <a:lstStyle/>
          <a:p>
            <a:pPr marL="0" indent="0">
              <a:buNone/>
            </a:pPr>
            <a:r>
              <a:rPr lang="en-US" sz="3200" b="1" dirty="0">
                <a:solidFill>
                  <a:srgbClr val="FFB703"/>
                </a:solidFill>
                <a:latin typeface="Trebuchet MS" pitchFamily="34" charset="0"/>
                <a:ea typeface="Trebuchet MS" pitchFamily="34" charset="-122"/>
                <a:cs typeface="Trebuchet MS" pitchFamily="34" charset="-120"/>
              </a:rPr>
              <a:t>Constitutional Governance</a:t>
            </a:r>
          </a:p>
          <a:p>
            <a:pPr marL="0" indent="0">
              <a:buNone/>
            </a:pPr>
            <a:r>
              <a:rPr lang="en-US" sz="3200" b="1" dirty="0">
                <a:solidFill>
                  <a:srgbClr val="FFB703"/>
                </a:solidFill>
                <a:latin typeface="Trebuchet MS" pitchFamily="34" charset="0"/>
                <a:ea typeface="Trebuchet MS" pitchFamily="34" charset="-122"/>
                <a:cs typeface="Trebuchet MS" pitchFamily="34" charset="-120"/>
              </a:rPr>
              <a:t>At Enterprise Scale </a:t>
            </a:r>
            <a:endParaRPr lang="en-US" sz="3200" dirty="0"/>
          </a:p>
        </p:txBody>
      </p:sp>
      <p:pic>
        <p:nvPicPr>
          <p:cNvPr id="10" name="Image 3" descr="preencoded.png"/>
          <p:cNvPicPr>
            <a:picLocks noChangeAspect="1"/>
          </p:cNvPicPr>
          <p:nvPr/>
        </p:nvPicPr>
        <p:blipFill>
          <a:blip r:embed="rId6"/>
          <a:stretch>
            <a:fillRect/>
          </a:stretch>
        </p:blipFill>
        <p:spPr>
          <a:xfrm>
            <a:off x="640080" y="3701304"/>
            <a:ext cx="365760" cy="365760"/>
          </a:xfrm>
          <a:prstGeom prst="rect">
            <a:avLst/>
          </a:prstGeom>
        </p:spPr>
      </p:pic>
      <p:sp>
        <p:nvSpPr>
          <p:cNvPr id="11" name="Text 5"/>
          <p:cNvSpPr/>
          <p:nvPr/>
        </p:nvSpPr>
        <p:spPr>
          <a:xfrm>
            <a:off x="1097280" y="3701304"/>
            <a:ext cx="182880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Humans Define Intent</a:t>
            </a:r>
            <a:endParaRPr lang="en-US" sz="1300" dirty="0"/>
          </a:p>
        </p:txBody>
      </p:sp>
      <p:pic>
        <p:nvPicPr>
          <p:cNvPr id="12" name="Image 4" descr="preencoded.png"/>
          <p:cNvPicPr>
            <a:picLocks noChangeAspect="1"/>
          </p:cNvPicPr>
          <p:nvPr/>
        </p:nvPicPr>
        <p:blipFill>
          <a:blip r:embed="rId3"/>
          <a:stretch>
            <a:fillRect/>
          </a:stretch>
        </p:blipFill>
        <p:spPr>
          <a:xfrm>
            <a:off x="2926080" y="3701304"/>
            <a:ext cx="365760" cy="365760"/>
          </a:xfrm>
          <a:prstGeom prst="rect">
            <a:avLst/>
          </a:prstGeom>
        </p:spPr>
      </p:pic>
      <p:sp>
        <p:nvSpPr>
          <p:cNvPr id="13" name="Text 6"/>
          <p:cNvSpPr/>
          <p:nvPr/>
        </p:nvSpPr>
        <p:spPr>
          <a:xfrm>
            <a:off x="3383280" y="3701304"/>
            <a:ext cx="182880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Machines Execute</a:t>
            </a:r>
            <a:endParaRPr lang="en-US" sz="1300" dirty="0"/>
          </a:p>
        </p:txBody>
      </p:sp>
      <p:pic>
        <p:nvPicPr>
          <p:cNvPr id="14" name="Image 5" descr="preencoded.png"/>
          <p:cNvPicPr>
            <a:picLocks noChangeAspect="1"/>
          </p:cNvPicPr>
          <p:nvPr/>
        </p:nvPicPr>
        <p:blipFill>
          <a:blip r:embed="rId7"/>
          <a:stretch>
            <a:fillRect/>
          </a:stretch>
        </p:blipFill>
        <p:spPr>
          <a:xfrm>
            <a:off x="5011120" y="3701304"/>
            <a:ext cx="365760" cy="365760"/>
          </a:xfrm>
          <a:prstGeom prst="rect">
            <a:avLst/>
          </a:prstGeom>
        </p:spPr>
      </p:pic>
      <p:sp>
        <p:nvSpPr>
          <p:cNvPr id="15" name="Text 7"/>
          <p:cNvSpPr/>
          <p:nvPr/>
        </p:nvSpPr>
        <p:spPr>
          <a:xfrm>
            <a:off x="5468320" y="3701304"/>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Evidence Proves Everything</a:t>
            </a:r>
            <a:endParaRPr lang="en-US" sz="1300" dirty="0"/>
          </a:p>
        </p:txBody>
      </p:sp>
      <p:sp>
        <p:nvSpPr>
          <p:cNvPr id="16" name="Text 8"/>
          <p:cNvSpPr/>
          <p:nvPr/>
        </p:nvSpPr>
        <p:spPr>
          <a:xfrm>
            <a:off x="640080" y="4251960"/>
            <a:ext cx="7772400" cy="365760"/>
          </a:xfrm>
          <a:prstGeom prst="rect">
            <a:avLst/>
          </a:prstGeom>
          <a:noFill/>
          <a:ln/>
        </p:spPr>
        <p:txBody>
          <a:bodyPr wrap="square" lIns="0" tIns="0" rIns="0" bIns="0" rtlCol="0" anchor="ctr"/>
          <a:lstStyle/>
          <a:p>
            <a:pPr marL="0" indent="0">
              <a:buNone/>
            </a:pPr>
            <a:r>
              <a:rPr lang="en-US" sz="1100" dirty="0">
                <a:solidFill>
                  <a:srgbClr val="8D99AE"/>
                </a:solidFill>
                <a:latin typeface="Calibri" pitchFamily="34" charset="0"/>
                <a:ea typeface="Calibri" pitchFamily="34" charset="-122"/>
                <a:cs typeface="Calibri" pitchFamily="34" charset="-120"/>
              </a:rPr>
              <a:t>A Constitutional Operating Model  |  Industry-Agnostic  |  Sovereign by Design  |  Self-Deployable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89624"/>
            <a:ext cx="8229600" cy="429314"/>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The World IS AI. Now, how can you govern it? </a:t>
            </a:r>
          </a:p>
        </p:txBody>
      </p:sp>
      <p:sp>
        <p:nvSpPr>
          <p:cNvPr id="3" name="Shape 1"/>
          <p:cNvSpPr/>
          <p:nvPr/>
        </p:nvSpPr>
        <p:spPr>
          <a:xfrm>
            <a:off x="411480" y="872571"/>
            <a:ext cx="2697480" cy="3383280"/>
          </a:xfrm>
          <a:prstGeom prst="rect">
            <a:avLst/>
          </a:prstGeom>
          <a:solidFill>
            <a:srgbClr val="1E3A5F"/>
          </a:solidFill>
          <a:ln/>
          <a:effectLst>
            <a:outerShdw blurRad="101600" dist="38100" dir="8100000" algn="bl" rotWithShape="0">
              <a:srgbClr val="000000">
                <a:alpha val="25000"/>
              </a:srgbClr>
            </a:outerShdw>
          </a:effectLst>
        </p:spPr>
      </p:sp>
      <p:sp>
        <p:nvSpPr>
          <p:cNvPr id="4" name="Shape 2"/>
          <p:cNvSpPr/>
          <p:nvPr/>
        </p:nvSpPr>
        <p:spPr>
          <a:xfrm>
            <a:off x="411480" y="872571"/>
            <a:ext cx="2697480" cy="54864"/>
          </a:xfrm>
          <a:prstGeom prst="rect">
            <a:avLst/>
          </a:prstGeom>
          <a:solidFill>
            <a:srgbClr val="FFB703"/>
          </a:solidFill>
          <a:ln/>
        </p:spPr>
      </p:sp>
      <p:pic>
        <p:nvPicPr>
          <p:cNvPr id="5" name="Image 0" descr="preencoded.png"/>
          <p:cNvPicPr>
            <a:picLocks noChangeAspect="1"/>
          </p:cNvPicPr>
          <p:nvPr/>
        </p:nvPicPr>
        <p:blipFill>
          <a:blip r:embed="rId3"/>
          <a:stretch>
            <a:fillRect/>
          </a:stretch>
        </p:blipFill>
        <p:spPr>
          <a:xfrm>
            <a:off x="1325880" y="1055451"/>
            <a:ext cx="731520" cy="731520"/>
          </a:xfrm>
          <a:prstGeom prst="rect">
            <a:avLst/>
          </a:prstGeom>
        </p:spPr>
      </p:pic>
      <p:sp>
        <p:nvSpPr>
          <p:cNvPr id="6" name="Text 3"/>
          <p:cNvSpPr/>
          <p:nvPr/>
        </p:nvSpPr>
        <p:spPr>
          <a:xfrm>
            <a:off x="594360" y="1878411"/>
            <a:ext cx="2331720" cy="640080"/>
          </a:xfrm>
          <a:prstGeom prst="rect">
            <a:avLst/>
          </a:prstGeom>
          <a:noFill/>
          <a:ln/>
        </p:spPr>
        <p:txBody>
          <a:bodyPr wrap="square" lIns="0" tIns="0" rIns="0" bIns="0" rtlCol="0" anchor="ctr"/>
          <a:lstStyle/>
          <a:p>
            <a:pPr marL="0" indent="0" algn="ctr">
              <a:buNone/>
            </a:pPr>
            <a:r>
              <a:rPr lang="en-US" sz="4200" b="1" dirty="0">
                <a:solidFill>
                  <a:srgbClr val="FFB703"/>
                </a:solidFill>
                <a:latin typeface="Trebuchet MS" pitchFamily="34" charset="0"/>
                <a:ea typeface="Trebuchet MS" pitchFamily="34" charset="-122"/>
                <a:cs typeface="Trebuchet MS" pitchFamily="34" charset="-120"/>
              </a:rPr>
              <a:t>71%</a:t>
            </a:r>
            <a:endParaRPr lang="en-US" sz="4200" dirty="0"/>
          </a:p>
        </p:txBody>
      </p:sp>
      <p:sp>
        <p:nvSpPr>
          <p:cNvPr id="7" name="Text 4"/>
          <p:cNvSpPr/>
          <p:nvPr/>
        </p:nvSpPr>
        <p:spPr>
          <a:xfrm>
            <a:off x="594360" y="2427051"/>
            <a:ext cx="2331720" cy="274320"/>
          </a:xfrm>
          <a:prstGeom prst="rect">
            <a:avLst/>
          </a:prstGeom>
          <a:noFill/>
          <a:ln/>
        </p:spPr>
        <p:txBody>
          <a:bodyPr wrap="square" lIns="0" tIns="0" rIns="0" bIns="0"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Of Enterprises lack formal governance or compliance frameworks (Forrester 2026)</a:t>
            </a:r>
            <a:endParaRPr lang="en-US" sz="1000" dirty="0"/>
          </a:p>
        </p:txBody>
      </p:sp>
      <p:sp>
        <p:nvSpPr>
          <p:cNvPr id="8" name="Text 5"/>
          <p:cNvSpPr/>
          <p:nvPr/>
        </p:nvSpPr>
        <p:spPr>
          <a:xfrm>
            <a:off x="594360" y="2792811"/>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Complexity Exploded</a:t>
            </a:r>
            <a:endParaRPr lang="en-US" sz="1500" dirty="0"/>
          </a:p>
        </p:txBody>
      </p:sp>
      <p:sp>
        <p:nvSpPr>
          <p:cNvPr id="9" name="Text 6"/>
          <p:cNvSpPr/>
          <p:nvPr/>
        </p:nvSpPr>
        <p:spPr>
          <a:xfrm>
            <a:off x="594360" y="3135662"/>
            <a:ext cx="2331720" cy="96012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Regulations multiply across jurisdictions. Governance at AI scale is uncharted. A single product touches dozens of compliance regimes. </a:t>
            </a:r>
          </a:p>
          <a:p>
            <a:pPr marL="0" indent="0" algn="ctr">
              <a:buNone/>
            </a:pPr>
            <a:r>
              <a:rPr lang="en-US" sz="1050" dirty="0">
                <a:solidFill>
                  <a:srgbClr val="CAD2C5"/>
                </a:solidFill>
                <a:latin typeface="Calibri" pitchFamily="34" charset="0"/>
                <a:ea typeface="Calibri" pitchFamily="34" charset="-122"/>
                <a:cs typeface="Calibri" pitchFamily="34" charset="-120"/>
              </a:rPr>
              <a:t>Human coordination can't keep pace.</a:t>
            </a:r>
            <a:endParaRPr lang="en-US" sz="1050" dirty="0"/>
          </a:p>
        </p:txBody>
      </p:sp>
      <p:sp>
        <p:nvSpPr>
          <p:cNvPr id="10" name="Shape 7"/>
          <p:cNvSpPr/>
          <p:nvPr/>
        </p:nvSpPr>
        <p:spPr>
          <a:xfrm>
            <a:off x="3291840" y="872571"/>
            <a:ext cx="2697480" cy="3383280"/>
          </a:xfrm>
          <a:prstGeom prst="rect">
            <a:avLst/>
          </a:prstGeom>
          <a:solidFill>
            <a:srgbClr val="1E3A5F"/>
          </a:solidFill>
          <a:ln/>
          <a:effectLst>
            <a:outerShdw blurRad="101600" dist="38100" dir="8100000" algn="bl" rotWithShape="0">
              <a:srgbClr val="000000">
                <a:alpha val="25000"/>
              </a:srgbClr>
            </a:outerShdw>
          </a:effectLst>
        </p:spPr>
      </p:sp>
      <p:sp>
        <p:nvSpPr>
          <p:cNvPr id="11" name="Shape 8"/>
          <p:cNvSpPr/>
          <p:nvPr/>
        </p:nvSpPr>
        <p:spPr>
          <a:xfrm>
            <a:off x="3291840" y="872571"/>
            <a:ext cx="2697480" cy="54864"/>
          </a:xfrm>
          <a:prstGeom prst="rect">
            <a:avLst/>
          </a:prstGeom>
          <a:solidFill>
            <a:srgbClr val="FFB703"/>
          </a:solidFill>
          <a:ln/>
        </p:spPr>
      </p:sp>
      <p:pic>
        <p:nvPicPr>
          <p:cNvPr id="12" name="Image 1" descr="preencoded.png"/>
          <p:cNvPicPr>
            <a:picLocks noChangeAspect="1"/>
          </p:cNvPicPr>
          <p:nvPr/>
        </p:nvPicPr>
        <p:blipFill>
          <a:blip r:embed="rId4"/>
          <a:stretch>
            <a:fillRect/>
          </a:stretch>
        </p:blipFill>
        <p:spPr>
          <a:xfrm>
            <a:off x="4206240" y="1055451"/>
            <a:ext cx="731520" cy="731520"/>
          </a:xfrm>
          <a:prstGeom prst="rect">
            <a:avLst/>
          </a:prstGeom>
        </p:spPr>
      </p:pic>
      <p:sp>
        <p:nvSpPr>
          <p:cNvPr id="13" name="Text 9"/>
          <p:cNvSpPr/>
          <p:nvPr/>
        </p:nvSpPr>
        <p:spPr>
          <a:xfrm>
            <a:off x="3474720" y="1878411"/>
            <a:ext cx="2331720" cy="640080"/>
          </a:xfrm>
          <a:prstGeom prst="rect">
            <a:avLst/>
          </a:prstGeom>
          <a:noFill/>
          <a:ln/>
        </p:spPr>
        <p:txBody>
          <a:bodyPr wrap="square" lIns="0" tIns="0" rIns="0" bIns="0" rtlCol="0" anchor="ctr"/>
          <a:lstStyle/>
          <a:p>
            <a:pPr marL="0" indent="0" algn="ctr">
              <a:buNone/>
            </a:pPr>
            <a:r>
              <a:rPr lang="en-US" sz="4200" b="1" dirty="0">
                <a:solidFill>
                  <a:srgbClr val="FFB703"/>
                </a:solidFill>
                <a:latin typeface="Trebuchet MS" pitchFamily="34" charset="0"/>
                <a:ea typeface="Trebuchet MS" pitchFamily="34" charset="-122"/>
                <a:cs typeface="Trebuchet MS" pitchFamily="34" charset="-120"/>
              </a:rPr>
              <a:t>Aug 26</a:t>
            </a:r>
            <a:endParaRPr lang="en-US" sz="4200" dirty="0"/>
          </a:p>
        </p:txBody>
      </p:sp>
      <p:sp>
        <p:nvSpPr>
          <p:cNvPr id="14" name="Text 10"/>
          <p:cNvSpPr/>
          <p:nvPr/>
        </p:nvSpPr>
        <p:spPr>
          <a:xfrm>
            <a:off x="3474720" y="2427051"/>
            <a:ext cx="2331720" cy="274320"/>
          </a:xfrm>
          <a:prstGeom prst="rect">
            <a:avLst/>
          </a:prstGeom>
          <a:noFill/>
          <a:ln/>
        </p:spPr>
        <p:txBody>
          <a:bodyPr wrap="square" lIns="0" tIns="0" rIns="0" bIns="0"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When EU AI Act Enforcement starts!!!</a:t>
            </a:r>
            <a:endParaRPr lang="en-US" sz="1000" dirty="0"/>
          </a:p>
        </p:txBody>
      </p:sp>
      <p:sp>
        <p:nvSpPr>
          <p:cNvPr id="15" name="Text 11"/>
          <p:cNvSpPr/>
          <p:nvPr/>
        </p:nvSpPr>
        <p:spPr>
          <a:xfrm>
            <a:off x="3474720" y="2792811"/>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EU AI ACT Now</a:t>
            </a:r>
            <a:endParaRPr lang="en-US" sz="1500" dirty="0"/>
          </a:p>
        </p:txBody>
      </p:sp>
      <p:sp>
        <p:nvSpPr>
          <p:cNvPr id="16" name="Text 12"/>
          <p:cNvSpPr/>
          <p:nvPr/>
        </p:nvSpPr>
        <p:spPr>
          <a:xfrm>
            <a:off x="3474720" y="3059496"/>
            <a:ext cx="2331720" cy="96012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The provisions of the EU AI Act become law in Aug 2026. Do you know what your responsibilities are? </a:t>
            </a:r>
          </a:p>
          <a:p>
            <a:pPr marL="0" indent="0" algn="ctr">
              <a:buNone/>
            </a:pPr>
            <a:endParaRPr lang="en-US" sz="1050" dirty="0">
              <a:solidFill>
                <a:srgbClr val="CAD2C5"/>
              </a:solidFill>
              <a:latin typeface="Calibri" pitchFamily="34" charset="0"/>
              <a:ea typeface="Calibri" pitchFamily="34" charset="-122"/>
              <a:cs typeface="Calibri" pitchFamily="34" charset="-120"/>
            </a:endParaRPr>
          </a:p>
          <a:p>
            <a:pPr marL="0" indent="0" algn="ctr">
              <a:buNone/>
            </a:pPr>
            <a:r>
              <a:rPr lang="en-US" sz="1050" b="1" dirty="0">
                <a:solidFill>
                  <a:srgbClr val="CAD2C5"/>
                </a:solidFill>
                <a:latin typeface="Calibri" pitchFamily="34" charset="0"/>
                <a:ea typeface="Calibri" pitchFamily="34" charset="-122"/>
                <a:cs typeface="Calibri" pitchFamily="34" charset="-120"/>
              </a:rPr>
              <a:t>DOES YOUR AI?</a:t>
            </a:r>
            <a:endParaRPr lang="en-US" sz="1050" b="1" dirty="0"/>
          </a:p>
        </p:txBody>
      </p:sp>
      <p:sp>
        <p:nvSpPr>
          <p:cNvPr id="17" name="Shape 13"/>
          <p:cNvSpPr/>
          <p:nvPr/>
        </p:nvSpPr>
        <p:spPr>
          <a:xfrm>
            <a:off x="6172200" y="872571"/>
            <a:ext cx="2697480" cy="3383280"/>
          </a:xfrm>
          <a:prstGeom prst="rect">
            <a:avLst/>
          </a:prstGeom>
          <a:solidFill>
            <a:srgbClr val="1E3A5F"/>
          </a:solidFill>
          <a:ln/>
          <a:effectLst>
            <a:outerShdw blurRad="101600" dist="38100" dir="8100000" algn="bl" rotWithShape="0">
              <a:srgbClr val="000000">
                <a:alpha val="25000"/>
              </a:srgbClr>
            </a:outerShdw>
          </a:effectLst>
        </p:spPr>
      </p:sp>
      <p:sp>
        <p:nvSpPr>
          <p:cNvPr id="18" name="Shape 14"/>
          <p:cNvSpPr/>
          <p:nvPr/>
        </p:nvSpPr>
        <p:spPr>
          <a:xfrm>
            <a:off x="6172200" y="872571"/>
            <a:ext cx="2697480" cy="54864"/>
          </a:xfrm>
          <a:prstGeom prst="rect">
            <a:avLst/>
          </a:prstGeom>
          <a:solidFill>
            <a:srgbClr val="FFB703"/>
          </a:solidFill>
          <a:ln/>
        </p:spPr>
      </p:sp>
      <p:pic>
        <p:nvPicPr>
          <p:cNvPr id="19" name="Image 2" descr="preencoded.png"/>
          <p:cNvPicPr>
            <a:picLocks noChangeAspect="1"/>
          </p:cNvPicPr>
          <p:nvPr/>
        </p:nvPicPr>
        <p:blipFill>
          <a:blip r:embed="rId5"/>
          <a:stretch>
            <a:fillRect/>
          </a:stretch>
        </p:blipFill>
        <p:spPr>
          <a:xfrm>
            <a:off x="7086600" y="1055451"/>
            <a:ext cx="731520" cy="731520"/>
          </a:xfrm>
          <a:prstGeom prst="rect">
            <a:avLst/>
          </a:prstGeom>
        </p:spPr>
      </p:pic>
      <p:sp>
        <p:nvSpPr>
          <p:cNvPr id="20" name="Text 15"/>
          <p:cNvSpPr/>
          <p:nvPr/>
        </p:nvSpPr>
        <p:spPr>
          <a:xfrm>
            <a:off x="6355080" y="1878411"/>
            <a:ext cx="2331720" cy="640080"/>
          </a:xfrm>
          <a:prstGeom prst="rect">
            <a:avLst/>
          </a:prstGeom>
          <a:noFill/>
          <a:ln/>
        </p:spPr>
        <p:txBody>
          <a:bodyPr wrap="square" lIns="0" tIns="0" rIns="0" bIns="0" rtlCol="0" anchor="ctr"/>
          <a:lstStyle/>
          <a:p>
            <a:pPr marL="0" indent="0" algn="ctr">
              <a:buNone/>
            </a:pPr>
            <a:r>
              <a:rPr lang="en-US" sz="4200" b="1" dirty="0">
                <a:solidFill>
                  <a:srgbClr val="FFB703"/>
                </a:solidFill>
                <a:latin typeface="Trebuchet MS" pitchFamily="34" charset="0"/>
              </a:rPr>
              <a:t>6%</a:t>
            </a:r>
            <a:endParaRPr lang="en-US" sz="4200" dirty="0"/>
          </a:p>
        </p:txBody>
      </p:sp>
      <p:sp>
        <p:nvSpPr>
          <p:cNvPr id="21" name="Text 16"/>
          <p:cNvSpPr/>
          <p:nvPr/>
        </p:nvSpPr>
        <p:spPr>
          <a:xfrm>
            <a:off x="6355080" y="2427051"/>
            <a:ext cx="2331720" cy="274320"/>
          </a:xfrm>
          <a:prstGeom prst="rect">
            <a:avLst/>
          </a:prstGeom>
          <a:noFill/>
          <a:ln/>
        </p:spPr>
        <p:txBody>
          <a:bodyPr wrap="square" lIns="0" tIns="0" rIns="0" bIns="0"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Of companies fully trust their AI (HBR)</a:t>
            </a:r>
            <a:endParaRPr lang="en-US" sz="1000" dirty="0"/>
          </a:p>
        </p:txBody>
      </p:sp>
      <p:sp>
        <p:nvSpPr>
          <p:cNvPr id="22" name="Text 17"/>
          <p:cNvSpPr/>
          <p:nvPr/>
        </p:nvSpPr>
        <p:spPr>
          <a:xfrm>
            <a:off x="6355080" y="2792811"/>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Trust Was Never Built</a:t>
            </a:r>
            <a:endParaRPr lang="en-US" sz="1500" dirty="0"/>
          </a:p>
        </p:txBody>
      </p:sp>
      <p:sp>
        <p:nvSpPr>
          <p:cNvPr id="23" name="Text 18"/>
          <p:cNvSpPr/>
          <p:nvPr/>
        </p:nvSpPr>
        <p:spPr>
          <a:xfrm>
            <a:off x="6355080" y="3040812"/>
            <a:ext cx="2331720" cy="1093389"/>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AI executes tasks but never builds trust. Nobody can explain why a decision was made in standard agentic flows. </a:t>
            </a:r>
          </a:p>
          <a:p>
            <a:pPr marL="0" indent="0" algn="ctr">
              <a:buNone/>
            </a:pPr>
            <a:r>
              <a:rPr lang="en-US" sz="1050" dirty="0">
                <a:solidFill>
                  <a:srgbClr val="CAD2C5"/>
                </a:solidFill>
                <a:latin typeface="Calibri" pitchFamily="34" charset="0"/>
                <a:ea typeface="Calibri" pitchFamily="34" charset="-122"/>
                <a:cs typeface="Calibri" pitchFamily="34" charset="-120"/>
              </a:rPr>
              <a:t>Audit is archaeology — digging through logs like ancient ruins.</a:t>
            </a:r>
            <a:br>
              <a:rPr lang="en-US" sz="1050" dirty="0">
                <a:solidFill>
                  <a:srgbClr val="CAD2C5"/>
                </a:solidFill>
                <a:latin typeface="Calibri" pitchFamily="34" charset="0"/>
                <a:ea typeface="Calibri" pitchFamily="34" charset="-122"/>
                <a:cs typeface="Calibri" pitchFamily="34" charset="-120"/>
              </a:rPr>
            </a:br>
            <a:endParaRPr lang="en-US" sz="1050" dirty="0"/>
          </a:p>
        </p:txBody>
      </p:sp>
      <p:sp>
        <p:nvSpPr>
          <p:cNvPr id="24" name="Text 20">
            <a:extLst>
              <a:ext uri="{FF2B5EF4-FFF2-40B4-BE49-F238E27FC236}">
                <a16:creationId xmlns:a16="http://schemas.microsoft.com/office/drawing/2014/main" id="{91750ABA-0D35-EB4E-BFB0-0FE680CC6DB5}"/>
              </a:ext>
            </a:extLst>
          </p:cNvPr>
          <p:cNvSpPr/>
          <p:nvPr/>
        </p:nvSpPr>
        <p:spPr>
          <a:xfrm>
            <a:off x="735572" y="4549140"/>
            <a:ext cx="8278725" cy="320040"/>
          </a:xfrm>
          <a:prstGeom prst="rect">
            <a:avLst/>
          </a:prstGeom>
          <a:noFill/>
          <a:ln/>
        </p:spPr>
        <p:txBody>
          <a:bodyPr wrap="square" lIns="0" tIns="0" rIns="0" bIns="0" rtlCol="0" anchor="ctr"/>
          <a:lstStyle/>
          <a:p>
            <a:pPr marL="0" indent="0">
              <a:buNone/>
            </a:pPr>
            <a:r>
              <a:rPr lang="en-US" sz="1400" i="1" dirty="0">
                <a:solidFill>
                  <a:schemeClr val="bg1"/>
                </a:solidFill>
                <a:latin typeface="Georgia" pitchFamily="34" charset="0"/>
                <a:ea typeface="Georgia" pitchFamily="34" charset="-122"/>
                <a:cs typeface="Georgia" pitchFamily="34" charset="-120"/>
              </a:rPr>
              <a:t>This is a constitutional gap. The speed of AI outgrew our other models…..</a:t>
            </a:r>
            <a:endParaRPr lang="en-US" sz="1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8229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What If Your Company Had a Constitution?</a:t>
            </a:r>
            <a:endParaRPr lang="en-US" sz="2800" dirty="0"/>
          </a:p>
        </p:txBody>
      </p:sp>
      <p:pic>
        <p:nvPicPr>
          <p:cNvPr id="3" name="Image 0" descr="preencoded.png"/>
          <p:cNvPicPr>
            <a:picLocks noChangeAspect="1"/>
          </p:cNvPicPr>
          <p:nvPr/>
        </p:nvPicPr>
        <p:blipFill>
          <a:blip r:embed="rId3">
            <a:alphaModFix amt="70000"/>
          </a:blip>
          <a:stretch>
            <a:fillRect/>
          </a:stretch>
        </p:blipFill>
        <p:spPr>
          <a:xfrm>
            <a:off x="7543800" y="288918"/>
            <a:ext cx="716156" cy="716156"/>
          </a:xfrm>
          <a:prstGeom prst="rect">
            <a:avLst/>
          </a:prstGeom>
        </p:spPr>
      </p:pic>
      <p:sp>
        <p:nvSpPr>
          <p:cNvPr id="4" name="Shape 1"/>
          <p:cNvSpPr/>
          <p:nvPr/>
        </p:nvSpPr>
        <p:spPr>
          <a:xfrm>
            <a:off x="320040" y="1408872"/>
            <a:ext cx="2743200" cy="3147760"/>
          </a:xfrm>
          <a:prstGeom prst="rect">
            <a:avLst/>
          </a:prstGeom>
          <a:solidFill>
            <a:srgbClr val="1E3A5F"/>
          </a:solidFill>
          <a:ln/>
          <a:effectLst>
            <a:outerShdw blurRad="101600" dist="38100" dir="8100000" algn="bl" rotWithShape="0">
              <a:srgbClr val="000000">
                <a:alpha val="25000"/>
              </a:srgbClr>
            </a:outerShdw>
          </a:effectLst>
        </p:spPr>
      </p:sp>
      <p:sp>
        <p:nvSpPr>
          <p:cNvPr id="5" name="Shape 2"/>
          <p:cNvSpPr/>
          <p:nvPr/>
        </p:nvSpPr>
        <p:spPr>
          <a:xfrm>
            <a:off x="320040" y="1408872"/>
            <a:ext cx="2743200" cy="54864"/>
          </a:xfrm>
          <a:prstGeom prst="rect">
            <a:avLst/>
          </a:prstGeom>
          <a:solidFill>
            <a:srgbClr val="00B4D8"/>
          </a:solidFill>
          <a:ln/>
        </p:spPr>
      </p:sp>
      <p:sp>
        <p:nvSpPr>
          <p:cNvPr id="6" name="Shape 3"/>
          <p:cNvSpPr/>
          <p:nvPr/>
        </p:nvSpPr>
        <p:spPr>
          <a:xfrm>
            <a:off x="457200" y="1591752"/>
            <a:ext cx="502920" cy="502920"/>
          </a:xfrm>
          <a:prstGeom prst="ellipse">
            <a:avLst/>
          </a:prstGeom>
          <a:solidFill>
            <a:srgbClr val="00B4D8"/>
          </a:solidFill>
          <a:ln/>
        </p:spPr>
      </p:sp>
      <p:sp>
        <p:nvSpPr>
          <p:cNvPr id="7" name="Text 4"/>
          <p:cNvSpPr/>
          <p:nvPr/>
        </p:nvSpPr>
        <p:spPr>
          <a:xfrm>
            <a:off x="457200" y="1591752"/>
            <a:ext cx="502920" cy="5029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1</a:t>
            </a:r>
            <a:endParaRPr lang="en-US" sz="2200" dirty="0"/>
          </a:p>
        </p:txBody>
      </p:sp>
      <p:pic>
        <p:nvPicPr>
          <p:cNvPr id="8" name="Image 1" descr="preencoded.png"/>
          <p:cNvPicPr>
            <a:picLocks noChangeAspect="1"/>
          </p:cNvPicPr>
          <p:nvPr/>
        </p:nvPicPr>
        <p:blipFill>
          <a:blip r:embed="rId4"/>
          <a:stretch>
            <a:fillRect/>
          </a:stretch>
        </p:blipFill>
        <p:spPr>
          <a:xfrm>
            <a:off x="1097280" y="1591752"/>
            <a:ext cx="411480" cy="411480"/>
          </a:xfrm>
          <a:prstGeom prst="rect">
            <a:avLst/>
          </a:prstGeom>
        </p:spPr>
      </p:pic>
      <p:sp>
        <p:nvSpPr>
          <p:cNvPr id="9" name="Text 5"/>
          <p:cNvSpPr/>
          <p:nvPr/>
        </p:nvSpPr>
        <p:spPr>
          <a:xfrm>
            <a:off x="457200" y="2186112"/>
            <a:ext cx="2468880" cy="365760"/>
          </a:xfrm>
          <a:prstGeom prst="rect">
            <a:avLst/>
          </a:prstGeom>
          <a:noFill/>
          <a:ln/>
        </p:spPr>
        <p:txBody>
          <a:bodyPr wrap="square" lIns="0" tIns="0" rIns="0" bIns="0" rtlCol="0" anchor="ctr"/>
          <a:lstStyle/>
          <a:p>
            <a:pPr marL="0" indent="0">
              <a:buNone/>
            </a:pPr>
            <a:r>
              <a:rPr lang="en-US" sz="1600" b="1" dirty="0">
                <a:solidFill>
                  <a:srgbClr val="00B4D8"/>
                </a:solidFill>
                <a:latin typeface="Trebuchet MS" pitchFamily="34" charset="0"/>
                <a:ea typeface="Trebuchet MS" pitchFamily="34" charset="-122"/>
                <a:cs typeface="Trebuchet MS" pitchFamily="34" charset="-120"/>
              </a:rPr>
              <a:t>Humans Define Intent</a:t>
            </a:r>
            <a:endParaRPr lang="en-US" sz="1600" dirty="0"/>
          </a:p>
        </p:txBody>
      </p:sp>
      <p:sp>
        <p:nvSpPr>
          <p:cNvPr id="10" name="Text 6"/>
          <p:cNvSpPr/>
          <p:nvPr/>
        </p:nvSpPr>
        <p:spPr>
          <a:xfrm>
            <a:off x="457200" y="2597592"/>
            <a:ext cx="2468880" cy="1143000"/>
          </a:xfrm>
          <a:prstGeom prst="rect">
            <a:avLst/>
          </a:prstGeom>
          <a:noFill/>
          <a:ln/>
        </p:spPr>
        <p:txBody>
          <a:bodyPr wrap="square" lIns="0" tIns="0" rIns="0" bIns="0" rtlCol="0" anchor="ctr"/>
          <a:lstStyle/>
          <a:p>
            <a:pPr marL="0" indent="0">
              <a:buNone/>
            </a:pPr>
            <a:r>
              <a:rPr lang="en-US" sz="1050" dirty="0">
                <a:solidFill>
                  <a:srgbClr val="CAD2C5"/>
                </a:solidFill>
                <a:latin typeface="Calibri" pitchFamily="34" charset="0"/>
                <a:ea typeface="Calibri" pitchFamily="34" charset="-122"/>
                <a:cs typeface="Calibri" pitchFamily="34" charset="-120"/>
              </a:rPr>
              <a:t>Directors set what the company wants: outcomes, constraints, risk tolerance. They express intent — not commands. They never touch a workflow or approve a routine task.</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r>
              <a:rPr lang="en-US" sz="1050" dirty="0">
                <a:solidFill>
                  <a:srgbClr val="CAD2C5"/>
                </a:solidFill>
                <a:latin typeface="Calibri" pitchFamily="34" charset="0"/>
                <a:ea typeface="Calibri" pitchFamily="34" charset="-122"/>
                <a:cs typeface="Calibri" pitchFamily="34" charset="-120"/>
              </a:rPr>
              <a:t>ADAM has an Exception Economy that strategically governs human involvement at scale: Exceptions &amp; Innovation.</a:t>
            </a:r>
            <a:endParaRPr lang="en-US" sz="1050" dirty="0"/>
          </a:p>
        </p:txBody>
      </p:sp>
      <p:sp>
        <p:nvSpPr>
          <p:cNvPr id="11" name="Shape 7"/>
          <p:cNvSpPr/>
          <p:nvPr/>
        </p:nvSpPr>
        <p:spPr>
          <a:xfrm>
            <a:off x="3246120" y="1408872"/>
            <a:ext cx="2743200" cy="3147760"/>
          </a:xfrm>
          <a:prstGeom prst="rect">
            <a:avLst/>
          </a:prstGeom>
          <a:solidFill>
            <a:srgbClr val="1E3A5F"/>
          </a:solidFill>
          <a:ln/>
          <a:effectLst>
            <a:outerShdw blurRad="101600" dist="38100" dir="8100000" algn="bl" rotWithShape="0">
              <a:srgbClr val="000000">
                <a:alpha val="25000"/>
              </a:srgbClr>
            </a:outerShdw>
          </a:effectLst>
        </p:spPr>
      </p:sp>
      <p:sp>
        <p:nvSpPr>
          <p:cNvPr id="12" name="Shape 8"/>
          <p:cNvSpPr/>
          <p:nvPr/>
        </p:nvSpPr>
        <p:spPr>
          <a:xfrm>
            <a:off x="3246120" y="1408872"/>
            <a:ext cx="2743200" cy="54864"/>
          </a:xfrm>
          <a:prstGeom prst="rect">
            <a:avLst/>
          </a:prstGeom>
          <a:solidFill>
            <a:srgbClr val="FFB703"/>
          </a:solidFill>
          <a:ln/>
        </p:spPr>
      </p:sp>
      <p:sp>
        <p:nvSpPr>
          <p:cNvPr id="13" name="Shape 9"/>
          <p:cNvSpPr/>
          <p:nvPr/>
        </p:nvSpPr>
        <p:spPr>
          <a:xfrm>
            <a:off x="3383280" y="1591752"/>
            <a:ext cx="502920" cy="502920"/>
          </a:xfrm>
          <a:prstGeom prst="ellipse">
            <a:avLst/>
          </a:prstGeom>
          <a:solidFill>
            <a:srgbClr val="FFB703"/>
          </a:solidFill>
          <a:ln/>
        </p:spPr>
      </p:sp>
      <p:sp>
        <p:nvSpPr>
          <p:cNvPr id="14" name="Text 10"/>
          <p:cNvSpPr/>
          <p:nvPr/>
        </p:nvSpPr>
        <p:spPr>
          <a:xfrm>
            <a:off x="3383280" y="1591752"/>
            <a:ext cx="502920" cy="5029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2</a:t>
            </a:r>
            <a:endParaRPr lang="en-US" sz="2200" dirty="0"/>
          </a:p>
        </p:txBody>
      </p:sp>
      <p:pic>
        <p:nvPicPr>
          <p:cNvPr id="15" name="Image 2" descr="preencoded.png"/>
          <p:cNvPicPr>
            <a:picLocks noChangeAspect="1"/>
          </p:cNvPicPr>
          <p:nvPr/>
        </p:nvPicPr>
        <p:blipFill>
          <a:blip r:embed="rId5"/>
          <a:stretch>
            <a:fillRect/>
          </a:stretch>
        </p:blipFill>
        <p:spPr>
          <a:xfrm>
            <a:off x="4023360" y="1591752"/>
            <a:ext cx="411480" cy="411480"/>
          </a:xfrm>
          <a:prstGeom prst="rect">
            <a:avLst/>
          </a:prstGeom>
        </p:spPr>
      </p:pic>
      <p:sp>
        <p:nvSpPr>
          <p:cNvPr id="16" name="Text 11"/>
          <p:cNvSpPr/>
          <p:nvPr/>
        </p:nvSpPr>
        <p:spPr>
          <a:xfrm>
            <a:off x="3383280" y="2186112"/>
            <a:ext cx="2468880" cy="365760"/>
          </a:xfrm>
          <a:prstGeom prst="rect">
            <a:avLst/>
          </a:prstGeom>
          <a:noFill/>
          <a:ln/>
        </p:spPr>
        <p:txBody>
          <a:bodyPr wrap="square" lIns="0" tIns="0" rIns="0" bIns="0" rtlCol="0" anchor="ctr"/>
          <a:lstStyle/>
          <a:p>
            <a:pPr marL="0" indent="0">
              <a:buNone/>
            </a:pPr>
            <a:r>
              <a:rPr lang="en-US" sz="1600" b="1" dirty="0">
                <a:solidFill>
                  <a:srgbClr val="FFB703"/>
                </a:solidFill>
                <a:latin typeface="Trebuchet MS" pitchFamily="34" charset="0"/>
                <a:ea typeface="Trebuchet MS" pitchFamily="34" charset="-122"/>
                <a:cs typeface="Trebuchet MS" pitchFamily="34" charset="-120"/>
              </a:rPr>
              <a:t>Machines Execute</a:t>
            </a:r>
            <a:endParaRPr lang="en-US" sz="1600" dirty="0"/>
          </a:p>
        </p:txBody>
      </p:sp>
      <p:sp>
        <p:nvSpPr>
          <p:cNvPr id="17" name="Text 12"/>
          <p:cNvSpPr/>
          <p:nvPr/>
        </p:nvSpPr>
        <p:spPr>
          <a:xfrm>
            <a:off x="3383280" y="2597591"/>
            <a:ext cx="2468880" cy="1759255"/>
          </a:xfrm>
          <a:prstGeom prst="rect">
            <a:avLst/>
          </a:prstGeom>
          <a:noFill/>
          <a:ln/>
        </p:spPr>
        <p:txBody>
          <a:bodyPr wrap="square" lIns="0" tIns="0" rIns="0" bIns="0" rtlCol="0" anchor="ctr"/>
          <a:lstStyle/>
          <a:p>
            <a:pPr marL="0" indent="0">
              <a:buNone/>
            </a:pPr>
            <a:r>
              <a:rPr lang="en-US" sz="1050" dirty="0">
                <a:solidFill>
                  <a:srgbClr val="CAD2C5"/>
                </a:solidFill>
                <a:latin typeface="Calibri" pitchFamily="34" charset="0"/>
                <a:ea typeface="Calibri" pitchFamily="34" charset="-122"/>
                <a:cs typeface="Calibri" pitchFamily="34" charset="-120"/>
              </a:rPr>
              <a:t>A structured mesh of purpose-built agents turns intent into coordinated action. Deterministic orchestration, policy enforcement, recovery built in. Not AI 'figuring it out.’</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r>
              <a:rPr lang="en-US" sz="1050" dirty="0">
                <a:solidFill>
                  <a:srgbClr val="CAD2C5"/>
                </a:solidFill>
                <a:latin typeface="Calibri" pitchFamily="34" charset="0"/>
                <a:ea typeface="Calibri" pitchFamily="34" charset="-122"/>
                <a:cs typeface="Calibri" pitchFamily="34" charset="-120"/>
              </a:rPr>
              <a:t>Dimensional governance with technical and support ties to 14+ industry and government frameworks.</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endParaRPr lang="en-US" sz="1050" dirty="0"/>
          </a:p>
        </p:txBody>
      </p:sp>
      <p:sp>
        <p:nvSpPr>
          <p:cNvPr id="18" name="Shape 13"/>
          <p:cNvSpPr/>
          <p:nvPr/>
        </p:nvSpPr>
        <p:spPr>
          <a:xfrm>
            <a:off x="6172200" y="1408872"/>
            <a:ext cx="2743200" cy="3147760"/>
          </a:xfrm>
          <a:prstGeom prst="rect">
            <a:avLst/>
          </a:prstGeom>
          <a:solidFill>
            <a:srgbClr val="1E3A5F"/>
          </a:solidFill>
          <a:ln/>
          <a:effectLst>
            <a:outerShdw blurRad="101600" dist="38100" dir="8100000" algn="bl" rotWithShape="0">
              <a:srgbClr val="000000">
                <a:alpha val="25000"/>
              </a:srgbClr>
            </a:outerShdw>
          </a:effectLst>
        </p:spPr>
      </p:sp>
      <p:sp>
        <p:nvSpPr>
          <p:cNvPr id="19" name="Shape 14"/>
          <p:cNvSpPr/>
          <p:nvPr/>
        </p:nvSpPr>
        <p:spPr>
          <a:xfrm>
            <a:off x="6172200" y="1408872"/>
            <a:ext cx="2743200" cy="54864"/>
          </a:xfrm>
          <a:prstGeom prst="rect">
            <a:avLst/>
          </a:prstGeom>
          <a:solidFill>
            <a:srgbClr val="2A9D8F"/>
          </a:solidFill>
          <a:ln/>
        </p:spPr>
      </p:sp>
      <p:sp>
        <p:nvSpPr>
          <p:cNvPr id="20" name="Shape 15"/>
          <p:cNvSpPr/>
          <p:nvPr/>
        </p:nvSpPr>
        <p:spPr>
          <a:xfrm>
            <a:off x="6309360" y="1591752"/>
            <a:ext cx="502920" cy="502920"/>
          </a:xfrm>
          <a:prstGeom prst="ellipse">
            <a:avLst/>
          </a:prstGeom>
          <a:solidFill>
            <a:srgbClr val="2A9D8F"/>
          </a:solidFill>
          <a:ln/>
        </p:spPr>
      </p:sp>
      <p:sp>
        <p:nvSpPr>
          <p:cNvPr id="21" name="Text 16"/>
          <p:cNvSpPr/>
          <p:nvPr/>
        </p:nvSpPr>
        <p:spPr>
          <a:xfrm>
            <a:off x="6309360" y="1591752"/>
            <a:ext cx="502920" cy="5029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3</a:t>
            </a:r>
            <a:endParaRPr lang="en-US" sz="2200" dirty="0"/>
          </a:p>
        </p:txBody>
      </p:sp>
      <p:pic>
        <p:nvPicPr>
          <p:cNvPr id="22" name="Image 3" descr="preencoded.png"/>
          <p:cNvPicPr>
            <a:picLocks noChangeAspect="1"/>
          </p:cNvPicPr>
          <p:nvPr/>
        </p:nvPicPr>
        <p:blipFill>
          <a:blip r:embed="rId6"/>
          <a:stretch>
            <a:fillRect/>
          </a:stretch>
        </p:blipFill>
        <p:spPr>
          <a:xfrm>
            <a:off x="6949440" y="1591752"/>
            <a:ext cx="411480" cy="411480"/>
          </a:xfrm>
          <a:prstGeom prst="rect">
            <a:avLst/>
          </a:prstGeom>
        </p:spPr>
      </p:pic>
      <p:sp>
        <p:nvSpPr>
          <p:cNvPr id="23" name="Text 17"/>
          <p:cNvSpPr/>
          <p:nvPr/>
        </p:nvSpPr>
        <p:spPr>
          <a:xfrm>
            <a:off x="6309360" y="2186112"/>
            <a:ext cx="2514600" cy="365760"/>
          </a:xfrm>
          <a:prstGeom prst="rect">
            <a:avLst/>
          </a:prstGeom>
          <a:noFill/>
          <a:ln/>
        </p:spPr>
        <p:txBody>
          <a:bodyPr wrap="square" lIns="0" tIns="0" rIns="0" bIns="0" rtlCol="0" anchor="ctr"/>
          <a:lstStyle/>
          <a:p>
            <a:pPr marL="0" indent="0">
              <a:buNone/>
            </a:pPr>
            <a:r>
              <a:rPr lang="en-US" sz="1600" b="1" dirty="0">
                <a:solidFill>
                  <a:srgbClr val="2A9D8F"/>
                </a:solidFill>
                <a:latin typeface="Trebuchet MS" pitchFamily="34" charset="0"/>
                <a:ea typeface="Trebuchet MS" pitchFamily="34" charset="-122"/>
                <a:cs typeface="Trebuchet MS" pitchFamily="34" charset="-120"/>
              </a:rPr>
              <a:t>Evidence Proves Everything</a:t>
            </a:r>
            <a:endParaRPr lang="en-US" sz="1600" dirty="0"/>
          </a:p>
        </p:txBody>
      </p:sp>
      <p:sp>
        <p:nvSpPr>
          <p:cNvPr id="24" name="Text 18"/>
          <p:cNvSpPr/>
          <p:nvPr/>
        </p:nvSpPr>
        <p:spPr>
          <a:xfrm>
            <a:off x="6309360" y="2597591"/>
            <a:ext cx="2468880" cy="1367369"/>
          </a:xfrm>
          <a:prstGeom prst="rect">
            <a:avLst/>
          </a:prstGeom>
          <a:noFill/>
          <a:ln/>
        </p:spPr>
        <p:txBody>
          <a:bodyPr wrap="square" lIns="0" tIns="0" rIns="0" bIns="0" rtlCol="0" anchor="ctr"/>
          <a:lstStyle/>
          <a:p>
            <a:pPr marL="0" indent="0">
              <a:buNone/>
            </a:pPr>
            <a:r>
              <a:rPr lang="en-US" sz="1050" dirty="0">
                <a:solidFill>
                  <a:srgbClr val="CAD2C5"/>
                </a:solidFill>
                <a:latin typeface="Calibri" pitchFamily="34" charset="0"/>
                <a:ea typeface="Calibri" pitchFamily="34" charset="-122"/>
                <a:cs typeface="Calibri" pitchFamily="34" charset="-120"/>
              </a:rPr>
              <a:t>Every decision produces governance-grade forensic evidence by construction. Audit = playback, not archaeology. Replayable, tamper-resistant, and regulator-ready.</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r>
              <a:rPr lang="en-US" sz="1050" dirty="0">
                <a:solidFill>
                  <a:srgbClr val="CAD2C5"/>
                </a:solidFill>
                <a:latin typeface="Calibri" pitchFamily="34" charset="0"/>
                <a:ea typeface="Calibri" pitchFamily="34" charset="-122"/>
                <a:cs typeface="Calibri" pitchFamily="34" charset="-120"/>
              </a:rPr>
              <a:t>The Flight Recorder and Evidence Objects provide replay with cryptographic locks to prove how, why, and what occurred.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411480" y="137160"/>
            <a:ext cx="6858000" cy="377190"/>
          </a:xfrm>
          <a:prstGeom prst="rect">
            <a:avLst/>
          </a:prstGeom>
          <a:noFill/>
        </p:spPr>
        <p:txBody>
          <a:bodyPr wrap="square"/>
          <a:lstStyle/>
          <a:p>
            <a:pPr defTabSz="342900">
              <a:defRPr sz="2800" b="1">
                <a:solidFill>
                  <a:srgbClr val="FFFFFF"/>
                </a:solidFill>
                <a:latin typeface="Calibri"/>
              </a:defRPr>
            </a:pPr>
            <a:r>
              <a:rPr sz="2100" b="1" dirty="0">
                <a:solidFill>
                  <a:srgbClr val="FFFFFF"/>
                </a:solidFill>
                <a:latin typeface="Calibri"/>
              </a:rPr>
              <a:t>ADAM at a Glance: The Operati</a:t>
            </a:r>
            <a:r>
              <a:rPr lang="en-US" sz="2100" b="1" dirty="0">
                <a:solidFill>
                  <a:srgbClr val="FFFFFF"/>
                </a:solidFill>
                <a:latin typeface="Calibri"/>
              </a:rPr>
              <a:t>on</a:t>
            </a:r>
            <a:r>
              <a:rPr sz="2100" b="1" dirty="0">
                <a:solidFill>
                  <a:srgbClr val="FFFFFF"/>
                </a:solidFill>
                <a:latin typeface="Calibri"/>
              </a:rPr>
              <a:t> Model</a:t>
            </a:r>
          </a:p>
        </p:txBody>
      </p:sp>
      <p:sp>
        <p:nvSpPr>
          <p:cNvPr id="3" name="TextBox 2"/>
          <p:cNvSpPr txBox="1"/>
          <p:nvPr/>
        </p:nvSpPr>
        <p:spPr>
          <a:xfrm>
            <a:off x="411480" y="466344"/>
            <a:ext cx="8229600" cy="205740"/>
          </a:xfrm>
          <a:prstGeom prst="rect">
            <a:avLst/>
          </a:prstGeom>
          <a:noFill/>
        </p:spPr>
        <p:txBody>
          <a:bodyPr wrap="square"/>
          <a:lstStyle/>
          <a:p>
            <a:pPr defTabSz="342900">
              <a:defRPr sz="1100" b="0">
                <a:solidFill>
                  <a:srgbClr val="A0B0C0"/>
                </a:solidFill>
                <a:latin typeface="Calibri"/>
              </a:defRPr>
            </a:pPr>
            <a:r>
              <a:rPr sz="825" dirty="0">
                <a:solidFill>
                  <a:srgbClr val="A0B0C0"/>
                </a:solidFill>
                <a:latin typeface="Calibri"/>
              </a:rPr>
              <a:t>A </a:t>
            </a:r>
            <a:r>
              <a:rPr sz="825" dirty="0">
                <a:solidFill>
                  <a:srgbClr val="FFC000"/>
                </a:solidFill>
                <a:latin typeface="Calibri"/>
              </a:rPr>
              <a:t>constitutional</a:t>
            </a:r>
            <a:r>
              <a:rPr sz="825" dirty="0">
                <a:solidFill>
                  <a:srgbClr val="A0B0C0"/>
                </a:solidFill>
                <a:latin typeface="Calibri"/>
              </a:rPr>
              <a:t>, prescriptive autonomous operation model — sovereign by design, industry-agnostic, implementable today</a:t>
            </a:r>
          </a:p>
        </p:txBody>
      </p:sp>
      <p:sp>
        <p:nvSpPr>
          <p:cNvPr id="4" name="Rounded Rectangle 3"/>
          <p:cNvSpPr/>
          <p:nvPr/>
        </p:nvSpPr>
        <p:spPr>
          <a:xfrm>
            <a:off x="342900" y="788670"/>
            <a:ext cx="2743200" cy="2242566"/>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5" name="TextBox 4"/>
          <p:cNvSpPr txBox="1"/>
          <p:nvPr/>
        </p:nvSpPr>
        <p:spPr>
          <a:xfrm>
            <a:off x="555498" y="781812"/>
            <a:ext cx="2400300" cy="205740"/>
          </a:xfrm>
          <a:prstGeom prst="rect">
            <a:avLst/>
          </a:prstGeom>
          <a:noFill/>
        </p:spPr>
        <p:txBody>
          <a:bodyPr wrap="square"/>
          <a:lstStyle/>
          <a:p>
            <a:pPr defTabSz="342900">
              <a:defRPr sz="1200" b="1">
                <a:solidFill>
                  <a:srgbClr val="00B4D8"/>
                </a:solidFill>
                <a:latin typeface="Calibri"/>
              </a:defRPr>
            </a:pPr>
            <a:r>
              <a:rPr sz="1200" b="1" dirty="0">
                <a:solidFill>
                  <a:srgbClr val="00B4D8"/>
                </a:solidFill>
                <a:latin typeface="Calibri"/>
              </a:rPr>
              <a:t>WHAT ADAM IS</a:t>
            </a:r>
          </a:p>
        </p:txBody>
      </p:sp>
      <p:sp>
        <p:nvSpPr>
          <p:cNvPr id="6" name="TextBox 5"/>
          <p:cNvSpPr txBox="1"/>
          <p:nvPr/>
        </p:nvSpPr>
        <p:spPr>
          <a:xfrm>
            <a:off x="437708" y="1069848"/>
            <a:ext cx="2400300" cy="1796796"/>
          </a:xfrm>
          <a:prstGeom prst="rect">
            <a:avLst/>
          </a:prstGeom>
          <a:noFill/>
        </p:spPr>
        <p:txBody>
          <a:bodyPr wrap="square"/>
          <a:lstStyle/>
          <a:p>
            <a:pPr defTabSz="342900">
              <a:spcAft>
                <a:spcPts val="150"/>
              </a:spcAft>
              <a:defRPr sz="1000" b="1">
                <a:solidFill>
                  <a:srgbClr val="FFFFFF"/>
                </a:solidFill>
                <a:latin typeface="Calibri"/>
              </a:defRPr>
            </a:pPr>
            <a:r>
              <a:rPr sz="825" b="1" u="sng" dirty="0">
                <a:solidFill>
                  <a:srgbClr val="FFFFFF"/>
                </a:solidFill>
                <a:latin typeface="Calibri"/>
              </a:rPr>
              <a:t>Constitutional operating model for autonomous enterprises</a:t>
            </a:r>
          </a:p>
          <a:p>
            <a:pPr defTabSz="342900">
              <a:spcAft>
                <a:spcPts val="150"/>
              </a:spcAft>
              <a:defRPr sz="400" b="0">
                <a:solidFill>
                  <a:srgbClr val="162038"/>
                </a:solidFill>
                <a:latin typeface="Calibri"/>
              </a:defRPr>
            </a:pPr>
            <a:endParaRPr sz="450" dirty="0">
              <a:solidFill>
                <a:srgbClr val="162038"/>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Humans govern INTENT, not execution</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5-7 directors manage exceptions</a:t>
            </a:r>
            <a:r>
              <a:rPr lang="en-US" sz="825" dirty="0">
                <a:solidFill>
                  <a:srgbClr val="E8ECF0"/>
                </a:solidFill>
                <a:latin typeface="Calibri"/>
              </a:rPr>
              <a:t> &amp; Innovation</a:t>
            </a:r>
            <a:endParaRPr sz="825"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Autonomy bounded by doctrine</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Evidence-first: every action provable</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Sovereign by design, </a:t>
            </a:r>
            <a:endParaRPr lang="en-US" sz="825"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lang="en-US" sz="825" dirty="0">
                <a:solidFill>
                  <a:srgbClr val="E8ECF0"/>
                </a:solidFill>
                <a:latin typeface="Calibri"/>
              </a:rPr>
              <a:t>V</a:t>
            </a:r>
            <a:r>
              <a:rPr sz="825" dirty="0">
                <a:solidFill>
                  <a:srgbClr val="E8ECF0"/>
                </a:solidFill>
                <a:latin typeface="Calibri"/>
              </a:rPr>
              <a:t>endor-neutral</a:t>
            </a:r>
            <a:r>
              <a:rPr lang="en-US" sz="825" dirty="0">
                <a:solidFill>
                  <a:srgbClr val="E8ECF0"/>
                </a:solidFill>
                <a:latin typeface="Calibri"/>
              </a:rPr>
              <a:t>, Product-agnostic</a:t>
            </a:r>
            <a:endParaRPr sz="825" dirty="0">
              <a:solidFill>
                <a:srgbClr val="E8ECF0"/>
              </a:solidFill>
              <a:latin typeface="Calibri"/>
            </a:endParaRPr>
          </a:p>
          <a:p>
            <a:pPr defTabSz="342900">
              <a:spcAft>
                <a:spcPts val="150"/>
              </a:spcAft>
              <a:defRPr sz="1000" b="0">
                <a:solidFill>
                  <a:srgbClr val="FF8C42"/>
                </a:solidFill>
                <a:latin typeface="Calibri"/>
              </a:defRPr>
            </a:pPr>
            <a:endParaRPr lang="en-US" sz="825" dirty="0">
              <a:solidFill>
                <a:srgbClr val="FF8C42"/>
              </a:solidFill>
              <a:latin typeface="Calibri"/>
            </a:endParaRPr>
          </a:p>
          <a:p>
            <a:pPr defTabSz="342900">
              <a:spcAft>
                <a:spcPts val="150"/>
              </a:spcAft>
              <a:defRPr sz="1000" b="0">
                <a:solidFill>
                  <a:srgbClr val="FF8C42"/>
                </a:solidFill>
                <a:latin typeface="Calibri"/>
              </a:defRPr>
            </a:pPr>
            <a:r>
              <a:rPr sz="825" dirty="0">
                <a:solidFill>
                  <a:srgbClr val="FF8C42"/>
                </a:solidFill>
                <a:latin typeface="Calibri"/>
              </a:rPr>
              <a:t>Not a legal person, not a DAO, not a chatbot framework</a:t>
            </a:r>
          </a:p>
        </p:txBody>
      </p:sp>
      <p:sp>
        <p:nvSpPr>
          <p:cNvPr id="7" name="Rounded Rectangle 6"/>
          <p:cNvSpPr/>
          <p:nvPr/>
        </p:nvSpPr>
        <p:spPr>
          <a:xfrm>
            <a:off x="3223260" y="788670"/>
            <a:ext cx="2743200" cy="2242566"/>
          </a:xfrm>
          <a:prstGeom prst="roundRect">
            <a:avLst/>
          </a:prstGeom>
          <a:solidFill>
            <a:srgbClr val="162038"/>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8" name="TextBox 7"/>
          <p:cNvSpPr txBox="1"/>
          <p:nvPr/>
        </p:nvSpPr>
        <p:spPr>
          <a:xfrm>
            <a:off x="3435858" y="781812"/>
            <a:ext cx="2400300" cy="205740"/>
          </a:xfrm>
          <a:prstGeom prst="rect">
            <a:avLst/>
          </a:prstGeom>
          <a:noFill/>
        </p:spPr>
        <p:txBody>
          <a:bodyPr wrap="square"/>
          <a:lstStyle/>
          <a:p>
            <a:pPr defTabSz="342900">
              <a:defRPr sz="1200" b="1">
                <a:solidFill>
                  <a:srgbClr val="FF8C42"/>
                </a:solidFill>
                <a:latin typeface="Calibri"/>
              </a:defRPr>
            </a:pPr>
            <a:r>
              <a:rPr sz="1200" b="1" dirty="0">
                <a:solidFill>
                  <a:srgbClr val="FF8C42"/>
                </a:solidFill>
                <a:latin typeface="Calibri"/>
              </a:rPr>
              <a:t>THE DOCTRINE (CORE)</a:t>
            </a:r>
          </a:p>
        </p:txBody>
      </p:sp>
      <p:sp>
        <p:nvSpPr>
          <p:cNvPr id="9" name="TextBox 8"/>
          <p:cNvSpPr txBox="1"/>
          <p:nvPr/>
        </p:nvSpPr>
        <p:spPr>
          <a:xfrm>
            <a:off x="3318068" y="1069848"/>
            <a:ext cx="2400300" cy="1796796"/>
          </a:xfrm>
          <a:prstGeom prst="rect">
            <a:avLst/>
          </a:prstGeom>
          <a:noFill/>
        </p:spPr>
        <p:txBody>
          <a:bodyPr wrap="square"/>
          <a:lstStyle/>
          <a:p>
            <a:pPr defTabSz="342900">
              <a:spcAft>
                <a:spcPts val="150"/>
              </a:spcAft>
              <a:defRPr sz="1000" b="1">
                <a:solidFill>
                  <a:srgbClr val="FFFFFF"/>
                </a:solidFill>
                <a:latin typeface="Calibri"/>
              </a:defRPr>
            </a:pPr>
            <a:r>
              <a:rPr sz="825" b="1" dirty="0">
                <a:solidFill>
                  <a:srgbClr val="FFFFFF"/>
                </a:solidFill>
                <a:latin typeface="Calibri"/>
              </a:rPr>
              <a:t>CORE = Culture, Objectives, Rules, Expectations</a:t>
            </a:r>
          </a:p>
          <a:p>
            <a:pPr defTabSz="342900">
              <a:spcAft>
                <a:spcPts val="150"/>
              </a:spcAft>
              <a:defRPr sz="400" b="0">
                <a:solidFill>
                  <a:srgbClr val="162038"/>
                </a:solidFill>
                <a:latin typeface="Calibri"/>
              </a:defRPr>
            </a:pPr>
            <a:endParaRPr sz="450" dirty="0">
              <a:solidFill>
                <a:srgbClr val="162038"/>
              </a:solidFill>
              <a:latin typeface="Calibri"/>
            </a:endParaRPr>
          </a:p>
          <a:p>
            <a:pPr defTabSz="342900">
              <a:spcAft>
                <a:spcPts val="150"/>
              </a:spcAft>
              <a:defRPr sz="1000" b="0">
                <a:solidFill>
                  <a:srgbClr val="E8ECF0"/>
                </a:solidFill>
                <a:latin typeface="Calibri"/>
              </a:defRPr>
            </a:pPr>
            <a:r>
              <a:rPr sz="825" u="sng" dirty="0">
                <a:solidFill>
                  <a:srgbClr val="E8ECF0"/>
                </a:solidFill>
                <a:latin typeface="Calibri"/>
              </a:rPr>
              <a:t>Machine-readable semantic graph of company identity</a:t>
            </a:r>
            <a:r>
              <a:rPr lang="en-US" sz="825" u="sng" dirty="0">
                <a:solidFill>
                  <a:srgbClr val="E8ECF0"/>
                </a:solidFill>
                <a:latin typeface="Calibri"/>
              </a:rPr>
              <a:t> (DNA)</a:t>
            </a:r>
            <a:endParaRPr sz="825" u="sng"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Live configuration, not static document</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Versioned, testable, </a:t>
            </a:r>
            <a:r>
              <a:rPr sz="825" dirty="0" err="1">
                <a:solidFill>
                  <a:srgbClr val="E8ECF0"/>
                </a:solidFill>
                <a:latin typeface="Calibri"/>
              </a:rPr>
              <a:t>rollbackable</a:t>
            </a:r>
            <a:endParaRPr sz="825"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Subgraphs: Financial, Rights, Customer,</a:t>
            </a:r>
            <a:r>
              <a:rPr lang="en-US" sz="825" dirty="0">
                <a:solidFill>
                  <a:srgbClr val="E8ECF0"/>
                </a:solidFill>
                <a:latin typeface="Calibri"/>
              </a:rPr>
              <a:t> </a:t>
            </a:r>
            <a:r>
              <a:rPr sz="825" dirty="0">
                <a:solidFill>
                  <a:srgbClr val="E8ECF0"/>
                </a:solidFill>
                <a:latin typeface="Calibri"/>
              </a:rPr>
              <a:t>Regulatory, Supplier, Strategy Drif</a:t>
            </a:r>
            <a:r>
              <a:rPr lang="en-US" sz="825" dirty="0">
                <a:solidFill>
                  <a:srgbClr val="E8ECF0"/>
                </a:solidFill>
                <a:latin typeface="Calibri"/>
              </a:rPr>
              <a:t>t</a:t>
            </a:r>
          </a:p>
          <a:p>
            <a:pPr marL="128588" indent="-128588" defTabSz="342900">
              <a:spcAft>
                <a:spcPts val="150"/>
              </a:spcAft>
              <a:buFont typeface="Arial" panose="020B0604020202020204" pitchFamily="34" charset="0"/>
              <a:buChar char="•"/>
              <a:defRPr sz="1000" b="0">
                <a:solidFill>
                  <a:srgbClr val="E8ECF0"/>
                </a:solidFill>
                <a:latin typeface="Calibri"/>
              </a:defRPr>
            </a:pPr>
            <a:r>
              <a:rPr lang="en-US" sz="825" dirty="0">
                <a:solidFill>
                  <a:srgbClr val="E8ECF0"/>
                </a:solidFill>
                <a:latin typeface="Calibri"/>
              </a:rPr>
              <a:t>Not just a concept, book – All ADAM docs are ready for AI feed for actual creation</a:t>
            </a:r>
          </a:p>
          <a:p>
            <a:pPr defTabSz="342900">
              <a:spcAft>
                <a:spcPts val="150"/>
              </a:spcAft>
              <a:defRPr sz="1000" b="0">
                <a:solidFill>
                  <a:srgbClr val="FFD600"/>
                </a:solidFill>
                <a:latin typeface="Calibri"/>
              </a:defRPr>
            </a:pPr>
            <a:endParaRPr lang="en-US" sz="825" dirty="0">
              <a:solidFill>
                <a:srgbClr val="FFD600"/>
              </a:solidFill>
              <a:latin typeface="Calibri"/>
            </a:endParaRPr>
          </a:p>
        </p:txBody>
      </p:sp>
      <p:sp>
        <p:nvSpPr>
          <p:cNvPr id="10" name="Rounded Rectangle 9"/>
          <p:cNvSpPr/>
          <p:nvPr/>
        </p:nvSpPr>
        <p:spPr>
          <a:xfrm>
            <a:off x="6103620" y="788670"/>
            <a:ext cx="2674620" cy="2242566"/>
          </a:xfrm>
          <a:prstGeom prst="roundRect">
            <a:avLst/>
          </a:prstGeom>
          <a:solidFill>
            <a:srgbClr val="162038"/>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1" name="TextBox 10"/>
          <p:cNvSpPr txBox="1"/>
          <p:nvPr/>
        </p:nvSpPr>
        <p:spPr>
          <a:xfrm>
            <a:off x="6316218" y="781812"/>
            <a:ext cx="2331720" cy="205740"/>
          </a:xfrm>
          <a:prstGeom prst="rect">
            <a:avLst/>
          </a:prstGeom>
          <a:noFill/>
        </p:spPr>
        <p:txBody>
          <a:bodyPr wrap="square"/>
          <a:lstStyle/>
          <a:p>
            <a:pPr defTabSz="342900">
              <a:defRPr sz="1200" b="1">
                <a:solidFill>
                  <a:srgbClr val="00E5A0"/>
                </a:solidFill>
                <a:latin typeface="Calibri"/>
              </a:defRPr>
            </a:pPr>
            <a:r>
              <a:rPr sz="1200" b="1">
                <a:solidFill>
                  <a:srgbClr val="00E5A0"/>
                </a:solidFill>
                <a:latin typeface="Calibri"/>
              </a:rPr>
              <a:t>HUMAN GOVERNANCE</a:t>
            </a:r>
          </a:p>
        </p:txBody>
      </p:sp>
      <p:sp>
        <p:nvSpPr>
          <p:cNvPr id="12" name="TextBox 11"/>
          <p:cNvSpPr txBox="1"/>
          <p:nvPr/>
        </p:nvSpPr>
        <p:spPr>
          <a:xfrm>
            <a:off x="6198428" y="1069848"/>
            <a:ext cx="2331720" cy="1796796"/>
          </a:xfrm>
          <a:prstGeom prst="rect">
            <a:avLst/>
          </a:prstGeom>
          <a:noFill/>
        </p:spPr>
        <p:txBody>
          <a:bodyPr wrap="square"/>
          <a:lstStyle/>
          <a:p>
            <a:pPr defTabSz="342900">
              <a:spcAft>
                <a:spcPts val="150"/>
              </a:spcAft>
              <a:defRPr sz="1000" b="1">
                <a:solidFill>
                  <a:srgbClr val="FFFFFF"/>
                </a:solidFill>
                <a:latin typeface="Calibri"/>
              </a:defRPr>
            </a:pPr>
            <a:r>
              <a:rPr sz="825" b="1" u="sng" dirty="0">
                <a:solidFill>
                  <a:srgbClr val="FFFFFF"/>
                </a:solidFill>
                <a:latin typeface="Calibri"/>
              </a:rPr>
              <a:t>5 accountable directors:</a:t>
            </a:r>
          </a:p>
          <a:p>
            <a:pPr defTabSz="342900">
              <a:spcAft>
                <a:spcPts val="150"/>
              </a:spcAft>
              <a:defRPr sz="400" b="0">
                <a:solidFill>
                  <a:srgbClr val="162038"/>
                </a:solidFill>
                <a:latin typeface="Calibri"/>
              </a:defRPr>
            </a:pPr>
            <a:endParaRPr sz="450" dirty="0">
              <a:solidFill>
                <a:srgbClr val="162038"/>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CEO — Primary accountability</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CFO — Financial stewardship</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Legal — Regulatory, risk, liability</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Market — Strategy, external posture</a:t>
            </a:r>
          </a:p>
          <a:p>
            <a:pPr marL="128588" indent="-128588" defTabSz="342900">
              <a:spcAft>
                <a:spcPts val="150"/>
              </a:spcAft>
              <a:buFont typeface="Arial" panose="020B0604020202020204" pitchFamily="34" charset="0"/>
              <a:buChar char="•"/>
              <a:defRPr sz="1000" b="0">
                <a:solidFill>
                  <a:srgbClr val="E8ECF0"/>
                </a:solidFill>
                <a:latin typeface="Calibri"/>
              </a:defRPr>
            </a:pPr>
            <a:r>
              <a:rPr sz="825" dirty="0">
                <a:solidFill>
                  <a:srgbClr val="E8ECF0"/>
                </a:solidFill>
                <a:latin typeface="Calibri"/>
              </a:rPr>
              <a:t>CISO — Security &amp; resilience</a:t>
            </a:r>
            <a:endParaRPr lang="en-US" sz="825"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lang="en-US" sz="825" dirty="0">
                <a:solidFill>
                  <a:srgbClr val="E8ECF0"/>
                </a:solidFill>
                <a:latin typeface="Calibri"/>
              </a:rPr>
              <a:t>CPO – Product &amp; Innovation (Optional)</a:t>
            </a:r>
          </a:p>
          <a:p>
            <a:pPr defTabSz="342900">
              <a:spcAft>
                <a:spcPts val="150"/>
              </a:spcAft>
              <a:defRPr sz="1000" b="0">
                <a:solidFill>
                  <a:srgbClr val="E8ECF0"/>
                </a:solidFill>
                <a:latin typeface="Calibri"/>
              </a:defRPr>
            </a:pPr>
            <a:endParaRPr lang="en-US" sz="825" dirty="0">
              <a:solidFill>
                <a:srgbClr val="E8ECF0"/>
              </a:solidFill>
              <a:latin typeface="Calibri"/>
            </a:endParaRPr>
          </a:p>
        </p:txBody>
      </p:sp>
      <p:sp>
        <p:nvSpPr>
          <p:cNvPr id="13" name="Rounded Rectangle 12"/>
          <p:cNvSpPr/>
          <p:nvPr/>
        </p:nvSpPr>
        <p:spPr>
          <a:xfrm>
            <a:off x="342900" y="3188970"/>
            <a:ext cx="1597914" cy="1028700"/>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4" name="Rectangle 13"/>
          <p:cNvSpPr/>
          <p:nvPr/>
        </p:nvSpPr>
        <p:spPr>
          <a:xfrm>
            <a:off x="342900" y="3188970"/>
            <a:ext cx="1597914"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5" name="TextBox 14"/>
          <p:cNvSpPr txBox="1"/>
          <p:nvPr/>
        </p:nvSpPr>
        <p:spPr>
          <a:xfrm>
            <a:off x="417134" y="3271266"/>
            <a:ext cx="1441384" cy="171450"/>
          </a:xfrm>
          <a:prstGeom prst="rect">
            <a:avLst/>
          </a:prstGeom>
          <a:noFill/>
        </p:spPr>
        <p:txBody>
          <a:bodyPr wrap="square"/>
          <a:lstStyle/>
          <a:p>
            <a:pPr defTabSz="342900">
              <a:defRPr sz="950" b="1">
                <a:solidFill>
                  <a:srgbClr val="00B4D8"/>
                </a:solidFill>
                <a:latin typeface="Calibri"/>
              </a:defRPr>
            </a:pPr>
            <a:r>
              <a:rPr sz="900" b="1" dirty="0">
                <a:solidFill>
                  <a:srgbClr val="00B4D8"/>
                </a:solidFill>
                <a:latin typeface="Calibri"/>
              </a:rPr>
              <a:t>EXCEPTION ECONOMY</a:t>
            </a:r>
          </a:p>
        </p:txBody>
      </p:sp>
      <p:sp>
        <p:nvSpPr>
          <p:cNvPr id="16" name="TextBox 15"/>
          <p:cNvSpPr txBox="1"/>
          <p:nvPr/>
        </p:nvSpPr>
        <p:spPr>
          <a:xfrm>
            <a:off x="334837" y="3477006"/>
            <a:ext cx="1623059" cy="651510"/>
          </a:xfrm>
          <a:prstGeom prst="rect">
            <a:avLst/>
          </a:prstGeom>
          <a:noFill/>
        </p:spPr>
        <p:txBody>
          <a:bodyPr wrap="square"/>
          <a:lstStyle/>
          <a:p>
            <a:pPr defTabSz="342900">
              <a:defRPr sz="900" b="0">
                <a:solidFill>
                  <a:srgbClr val="A0B0C0"/>
                </a:solidFill>
                <a:latin typeface="Calibri"/>
              </a:defRPr>
            </a:pPr>
            <a:r>
              <a:rPr sz="825" dirty="0">
                <a:solidFill>
                  <a:srgbClr val="A0B0C0"/>
                </a:solidFill>
                <a:latin typeface="Calibri"/>
              </a:rPr>
              <a:t>Every action carries cost/risk estimate. Autonomy is budgeted. Humans manage exceptions, not workflows.</a:t>
            </a:r>
          </a:p>
        </p:txBody>
      </p:sp>
      <p:sp>
        <p:nvSpPr>
          <p:cNvPr id="17" name="Rounded Rectangle 16"/>
          <p:cNvSpPr/>
          <p:nvPr/>
        </p:nvSpPr>
        <p:spPr>
          <a:xfrm>
            <a:off x="2084958" y="3188970"/>
            <a:ext cx="1597914" cy="1028700"/>
          </a:xfrm>
          <a:prstGeom prst="roundRect">
            <a:avLst/>
          </a:prstGeom>
          <a:solidFill>
            <a:srgbClr val="162038"/>
          </a:solidFill>
          <a:ln w="1905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8" name="Rectangle 17"/>
          <p:cNvSpPr/>
          <p:nvPr/>
        </p:nvSpPr>
        <p:spPr>
          <a:xfrm>
            <a:off x="2084958" y="3188970"/>
            <a:ext cx="1597914" cy="27432"/>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9" name="TextBox 18"/>
          <p:cNvSpPr txBox="1"/>
          <p:nvPr/>
        </p:nvSpPr>
        <p:spPr>
          <a:xfrm>
            <a:off x="2159192" y="3271266"/>
            <a:ext cx="1441384" cy="171450"/>
          </a:xfrm>
          <a:prstGeom prst="rect">
            <a:avLst/>
          </a:prstGeom>
          <a:noFill/>
        </p:spPr>
        <p:txBody>
          <a:bodyPr wrap="square"/>
          <a:lstStyle/>
          <a:p>
            <a:pPr defTabSz="342900">
              <a:defRPr sz="950" b="1">
                <a:solidFill>
                  <a:srgbClr val="FFD600"/>
                </a:solidFill>
                <a:latin typeface="Calibri"/>
              </a:defRPr>
            </a:pPr>
            <a:r>
              <a:rPr sz="900" b="1">
                <a:solidFill>
                  <a:srgbClr val="FFD600"/>
                </a:solidFill>
                <a:latin typeface="Calibri"/>
              </a:rPr>
              <a:t>BOSS SCORING</a:t>
            </a:r>
          </a:p>
        </p:txBody>
      </p:sp>
      <p:sp>
        <p:nvSpPr>
          <p:cNvPr id="20" name="TextBox 19"/>
          <p:cNvSpPr txBox="1"/>
          <p:nvPr/>
        </p:nvSpPr>
        <p:spPr>
          <a:xfrm>
            <a:off x="2076895"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Multi-dimensional 0-100 scoring: Financial, Regulatory, Rights, Security, Doctrinal. Drives routing &amp; escalation.</a:t>
            </a:r>
          </a:p>
        </p:txBody>
      </p:sp>
      <p:sp>
        <p:nvSpPr>
          <p:cNvPr id="21" name="Rounded Rectangle 20"/>
          <p:cNvSpPr/>
          <p:nvPr/>
        </p:nvSpPr>
        <p:spPr>
          <a:xfrm>
            <a:off x="3782250" y="3188970"/>
            <a:ext cx="1597914" cy="1028700"/>
          </a:xfrm>
          <a:prstGeom prst="roundRect">
            <a:avLst/>
          </a:prstGeom>
          <a:solidFill>
            <a:srgbClr val="162038"/>
          </a:solidFill>
          <a:ln w="19050">
            <a:solidFill>
              <a:srgbClr val="00E57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22" name="Rectangle 21"/>
          <p:cNvSpPr/>
          <p:nvPr/>
        </p:nvSpPr>
        <p:spPr>
          <a:xfrm>
            <a:off x="3782250" y="3188970"/>
            <a:ext cx="1597914" cy="27432"/>
          </a:xfrm>
          <a:prstGeom prst="rect">
            <a:avLst/>
          </a:prstGeom>
          <a:solidFill>
            <a:srgbClr val="00E5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23" name="TextBox 22"/>
          <p:cNvSpPr txBox="1"/>
          <p:nvPr/>
        </p:nvSpPr>
        <p:spPr>
          <a:xfrm>
            <a:off x="3856484" y="3271266"/>
            <a:ext cx="1441384" cy="171450"/>
          </a:xfrm>
          <a:prstGeom prst="rect">
            <a:avLst/>
          </a:prstGeom>
          <a:noFill/>
        </p:spPr>
        <p:txBody>
          <a:bodyPr wrap="square"/>
          <a:lstStyle/>
          <a:p>
            <a:pPr defTabSz="342900">
              <a:defRPr sz="950" b="1">
                <a:solidFill>
                  <a:srgbClr val="00E576"/>
                </a:solidFill>
                <a:latin typeface="Calibri"/>
              </a:defRPr>
            </a:pPr>
            <a:r>
              <a:rPr sz="900" b="1">
                <a:solidFill>
                  <a:srgbClr val="00E576"/>
                </a:solidFill>
                <a:latin typeface="Calibri"/>
              </a:rPr>
              <a:t>FLIGHT RECORDER</a:t>
            </a:r>
          </a:p>
        </p:txBody>
      </p:sp>
      <p:sp>
        <p:nvSpPr>
          <p:cNvPr id="24" name="TextBox 23"/>
          <p:cNvSpPr txBox="1"/>
          <p:nvPr/>
        </p:nvSpPr>
        <p:spPr>
          <a:xfrm>
            <a:off x="3774187"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Tamper-evident, replayable traces. Every decision provable. Audit = playback, not archaeology.</a:t>
            </a:r>
          </a:p>
        </p:txBody>
      </p:sp>
      <p:sp>
        <p:nvSpPr>
          <p:cNvPr id="25" name="Rounded Rectangle 24"/>
          <p:cNvSpPr/>
          <p:nvPr/>
        </p:nvSpPr>
        <p:spPr>
          <a:xfrm>
            <a:off x="5479542" y="3188970"/>
            <a:ext cx="1597914" cy="1028700"/>
          </a:xfrm>
          <a:prstGeom prst="roundRect">
            <a:avLst/>
          </a:prstGeom>
          <a:solidFill>
            <a:srgbClr val="162038"/>
          </a:solidFill>
          <a:ln w="19050">
            <a:solidFill>
              <a:srgbClr val="A8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26" name="Rectangle 25"/>
          <p:cNvSpPr/>
          <p:nvPr/>
        </p:nvSpPr>
        <p:spPr>
          <a:xfrm>
            <a:off x="5479542" y="3188970"/>
            <a:ext cx="1597914" cy="27432"/>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27" name="TextBox 26"/>
          <p:cNvSpPr txBox="1"/>
          <p:nvPr/>
        </p:nvSpPr>
        <p:spPr>
          <a:xfrm>
            <a:off x="5553775" y="3271266"/>
            <a:ext cx="1441384" cy="171450"/>
          </a:xfrm>
          <a:prstGeom prst="rect">
            <a:avLst/>
          </a:prstGeom>
          <a:noFill/>
        </p:spPr>
        <p:txBody>
          <a:bodyPr wrap="square"/>
          <a:lstStyle/>
          <a:p>
            <a:pPr defTabSz="342900">
              <a:defRPr sz="950" b="1">
                <a:solidFill>
                  <a:srgbClr val="A878FF"/>
                </a:solidFill>
                <a:latin typeface="Calibri"/>
              </a:defRPr>
            </a:pPr>
            <a:r>
              <a:rPr sz="900" b="1">
                <a:solidFill>
                  <a:srgbClr val="A878FF"/>
                </a:solidFill>
                <a:latin typeface="Calibri"/>
              </a:rPr>
              <a:t>CONFLICT ARBITRATION</a:t>
            </a:r>
          </a:p>
        </p:txBody>
      </p:sp>
      <p:sp>
        <p:nvSpPr>
          <p:cNvPr id="28" name="TextBox 27"/>
          <p:cNvSpPr txBox="1"/>
          <p:nvPr/>
        </p:nvSpPr>
        <p:spPr>
          <a:xfrm>
            <a:off x="5471479"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Irreconcilable tensions formalized as governance events. Machines surface trade-offs; humans author resolution.</a:t>
            </a:r>
          </a:p>
        </p:txBody>
      </p:sp>
      <p:sp>
        <p:nvSpPr>
          <p:cNvPr id="29" name="Rounded Rectangle 28"/>
          <p:cNvSpPr/>
          <p:nvPr/>
        </p:nvSpPr>
        <p:spPr>
          <a:xfrm>
            <a:off x="7152894" y="3188970"/>
            <a:ext cx="1597914" cy="1028700"/>
          </a:xfrm>
          <a:prstGeom prst="roundRect">
            <a:avLst/>
          </a:prstGeom>
          <a:solidFill>
            <a:srgbClr val="162038"/>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30" name="Rectangle 29"/>
          <p:cNvSpPr/>
          <p:nvPr/>
        </p:nvSpPr>
        <p:spPr>
          <a:xfrm>
            <a:off x="7152894" y="3188970"/>
            <a:ext cx="1597914" cy="27432"/>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31" name="TextBox 30"/>
          <p:cNvSpPr txBox="1"/>
          <p:nvPr/>
        </p:nvSpPr>
        <p:spPr>
          <a:xfrm>
            <a:off x="7227128" y="3271266"/>
            <a:ext cx="1441384" cy="171450"/>
          </a:xfrm>
          <a:prstGeom prst="rect">
            <a:avLst/>
          </a:prstGeom>
          <a:noFill/>
        </p:spPr>
        <p:txBody>
          <a:bodyPr wrap="square"/>
          <a:lstStyle/>
          <a:p>
            <a:pPr defTabSz="342900">
              <a:defRPr sz="950" b="1">
                <a:solidFill>
                  <a:srgbClr val="FF8C42"/>
                </a:solidFill>
                <a:latin typeface="Calibri"/>
              </a:defRPr>
            </a:pPr>
            <a:r>
              <a:rPr sz="900" b="1">
                <a:solidFill>
                  <a:srgbClr val="FF8C42"/>
                </a:solidFill>
                <a:latin typeface="Calibri"/>
              </a:rPr>
              <a:t>INTENT OBJECTS</a:t>
            </a:r>
          </a:p>
        </p:txBody>
      </p:sp>
      <p:sp>
        <p:nvSpPr>
          <p:cNvPr id="32" name="TextBox 31"/>
          <p:cNvSpPr txBox="1"/>
          <p:nvPr/>
        </p:nvSpPr>
        <p:spPr>
          <a:xfrm>
            <a:off x="7144831"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Structured schema: outcomes, constraints, risk tolerance, urgency. Versioned, stored, auditable. Machine-verifiable.</a:t>
            </a:r>
          </a:p>
        </p:txBody>
      </p:sp>
      <p:sp>
        <p:nvSpPr>
          <p:cNvPr id="33" name="Rectangle 32"/>
          <p:cNvSpPr/>
          <p:nvPr/>
        </p:nvSpPr>
        <p:spPr>
          <a:xfrm>
            <a:off x="342900" y="4327398"/>
            <a:ext cx="8435340" cy="459485"/>
          </a:xfrm>
          <a:prstGeom prst="rect">
            <a:avLst/>
          </a:prstGeom>
          <a:solidFill>
            <a:srgbClr val="16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34" name="TextBox 33"/>
          <p:cNvSpPr txBox="1"/>
          <p:nvPr/>
        </p:nvSpPr>
        <p:spPr>
          <a:xfrm>
            <a:off x="480060" y="4347972"/>
            <a:ext cx="8161020" cy="459486"/>
          </a:xfrm>
          <a:prstGeom prst="rect">
            <a:avLst/>
          </a:prstGeom>
          <a:noFill/>
        </p:spPr>
        <p:txBody>
          <a:bodyPr wrap="square"/>
          <a:lstStyle/>
          <a:p>
            <a:pPr algn="ctr" defTabSz="342900">
              <a:defRPr sz="1100" b="1">
                <a:solidFill>
                  <a:srgbClr val="00B4D8"/>
                </a:solidFill>
                <a:latin typeface="Calibri"/>
              </a:defRPr>
            </a:pPr>
            <a:r>
              <a:rPr sz="1050" b="1" dirty="0">
                <a:solidFill>
                  <a:srgbClr val="00B4D8"/>
                </a:solidFill>
                <a:latin typeface="Calibri"/>
              </a:rPr>
              <a:t>ADAM's Core Principle</a:t>
            </a:r>
            <a:r>
              <a:rPr lang="en-US" sz="1050" b="1" dirty="0">
                <a:solidFill>
                  <a:srgbClr val="00B4D8"/>
                </a:solidFill>
                <a:latin typeface="Calibri"/>
              </a:rPr>
              <a:t>s</a:t>
            </a:r>
            <a:r>
              <a:rPr sz="1050" b="1" dirty="0">
                <a:solidFill>
                  <a:srgbClr val="00B4D8"/>
                </a:solidFill>
                <a:latin typeface="Calibri"/>
              </a:rPr>
              <a:t>:  Autonomy replaces management, not responsibility.   </a:t>
            </a:r>
            <a:endParaRPr lang="en-US" sz="1050" b="1" dirty="0">
              <a:solidFill>
                <a:srgbClr val="00B4D8"/>
              </a:solidFill>
              <a:latin typeface="Calibri"/>
            </a:endParaRPr>
          </a:p>
          <a:p>
            <a:pPr algn="ctr" defTabSz="342900">
              <a:defRPr sz="1100" b="1">
                <a:solidFill>
                  <a:srgbClr val="00B4D8"/>
                </a:solidFill>
                <a:latin typeface="Calibri"/>
              </a:defRPr>
            </a:pPr>
            <a:r>
              <a:rPr sz="1050" b="1" dirty="0">
                <a:solidFill>
                  <a:srgbClr val="00B4D8"/>
                </a:solidFill>
                <a:latin typeface="Calibri"/>
              </a:rPr>
              <a:t>Humans define intent. Machines execute. Evidence proves everything.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60020"/>
            <a:ext cx="4572000" cy="411480"/>
          </a:xfrm>
          <a:prstGeom prst="rect">
            <a:avLst/>
          </a:prstGeom>
          <a:noFill/>
          <a:ln/>
        </p:spPr>
        <p:txBody>
          <a:bodyPr wrap="square" lIns="0" tIns="0" rIns="0" bIns="0" rtlCol="0" anchor="ctr"/>
          <a:lstStyle/>
          <a:p>
            <a:pPr marL="0" indent="0">
              <a:buNone/>
            </a:pPr>
            <a:r>
              <a:rPr lang="en-US" sz="2800" b="1" dirty="0">
                <a:solidFill>
                  <a:srgbClr val="00B4D8"/>
                </a:solidFill>
                <a:latin typeface="Calibri" pitchFamily="34" charset="0"/>
                <a:ea typeface="Calibri" pitchFamily="34" charset="-122"/>
                <a:cs typeface="Calibri" pitchFamily="34" charset="-120"/>
              </a:rPr>
              <a:t>The CORE Engine</a:t>
            </a:r>
            <a:endParaRPr lang="en-US" sz="2800" dirty="0"/>
          </a:p>
        </p:txBody>
      </p:sp>
      <p:sp>
        <p:nvSpPr>
          <p:cNvPr id="3" name="Text 1"/>
          <p:cNvSpPr/>
          <p:nvPr/>
        </p:nvSpPr>
        <p:spPr>
          <a:xfrm>
            <a:off x="548640" y="571500"/>
            <a:ext cx="8229600" cy="73152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The DNA of the Company, and What 'Good' Looks Like</a:t>
            </a:r>
            <a:endParaRPr lang="en-US" sz="1600" dirty="0"/>
          </a:p>
        </p:txBody>
      </p:sp>
      <p:pic>
        <p:nvPicPr>
          <p:cNvPr id="4" name="Image 0" descr="preencoded.png"/>
          <p:cNvPicPr>
            <a:picLocks noChangeAspect="1"/>
          </p:cNvPicPr>
          <p:nvPr/>
        </p:nvPicPr>
        <p:blipFill>
          <a:blip r:embed="rId3">
            <a:alphaModFix amt="20000"/>
          </a:blip>
          <a:stretch>
            <a:fillRect/>
          </a:stretch>
        </p:blipFill>
        <p:spPr>
          <a:xfrm>
            <a:off x="5966460" y="-71268"/>
            <a:ext cx="1828800" cy="1828800"/>
          </a:xfrm>
          <a:prstGeom prst="rect">
            <a:avLst/>
          </a:prstGeom>
        </p:spPr>
      </p:pic>
      <p:sp>
        <p:nvSpPr>
          <p:cNvPr id="5" name="Shape 2"/>
          <p:cNvSpPr/>
          <p:nvPr/>
        </p:nvSpPr>
        <p:spPr>
          <a:xfrm>
            <a:off x="320040"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6" name="Text 3"/>
          <p:cNvSpPr/>
          <p:nvPr/>
        </p:nvSpPr>
        <p:spPr>
          <a:xfrm>
            <a:off x="320040"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C</a:t>
            </a:r>
            <a:endParaRPr lang="en-US" sz="6000" dirty="0"/>
          </a:p>
        </p:txBody>
      </p:sp>
      <p:pic>
        <p:nvPicPr>
          <p:cNvPr id="7" name="Image 1" descr="preencoded.png"/>
          <p:cNvPicPr>
            <a:picLocks noChangeAspect="1"/>
          </p:cNvPicPr>
          <p:nvPr/>
        </p:nvPicPr>
        <p:blipFill>
          <a:blip r:embed="rId4"/>
          <a:stretch>
            <a:fillRect/>
          </a:stretch>
        </p:blipFill>
        <p:spPr>
          <a:xfrm>
            <a:off x="1097280" y="2329032"/>
            <a:ext cx="457200" cy="457200"/>
          </a:xfrm>
          <a:prstGeom prst="rect">
            <a:avLst/>
          </a:prstGeom>
        </p:spPr>
      </p:pic>
      <p:sp>
        <p:nvSpPr>
          <p:cNvPr id="8" name="Text 4"/>
          <p:cNvSpPr/>
          <p:nvPr/>
        </p:nvSpPr>
        <p:spPr>
          <a:xfrm>
            <a:off x="429768"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Culture</a:t>
            </a:r>
            <a:endParaRPr lang="en-US" sz="1600" dirty="0"/>
          </a:p>
        </p:txBody>
      </p:sp>
      <p:sp>
        <p:nvSpPr>
          <p:cNvPr id="9" name="Text 5"/>
          <p:cNvSpPr/>
          <p:nvPr/>
        </p:nvSpPr>
        <p:spPr>
          <a:xfrm>
            <a:off x="429768"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Values as trade-off priorities. How the company resolves tensions, expresses identity, and behaves under pressure.</a:t>
            </a:r>
            <a:endParaRPr lang="en-US" sz="1050" dirty="0"/>
          </a:p>
        </p:txBody>
      </p:sp>
      <p:sp>
        <p:nvSpPr>
          <p:cNvPr id="10" name="Shape 6"/>
          <p:cNvSpPr/>
          <p:nvPr/>
        </p:nvSpPr>
        <p:spPr>
          <a:xfrm>
            <a:off x="2532888"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11" name="Text 7"/>
          <p:cNvSpPr/>
          <p:nvPr/>
        </p:nvSpPr>
        <p:spPr>
          <a:xfrm>
            <a:off x="2532888"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O</a:t>
            </a:r>
            <a:endParaRPr lang="en-US" sz="6000" dirty="0"/>
          </a:p>
        </p:txBody>
      </p:sp>
      <p:pic>
        <p:nvPicPr>
          <p:cNvPr id="12" name="Image 2" descr="preencoded.png"/>
          <p:cNvPicPr>
            <a:picLocks noChangeAspect="1"/>
          </p:cNvPicPr>
          <p:nvPr/>
        </p:nvPicPr>
        <p:blipFill>
          <a:blip r:embed="rId5"/>
          <a:stretch>
            <a:fillRect/>
          </a:stretch>
        </p:blipFill>
        <p:spPr>
          <a:xfrm>
            <a:off x="3310128" y="2329032"/>
            <a:ext cx="457200" cy="457200"/>
          </a:xfrm>
          <a:prstGeom prst="rect">
            <a:avLst/>
          </a:prstGeom>
        </p:spPr>
      </p:pic>
      <p:sp>
        <p:nvSpPr>
          <p:cNvPr id="13" name="Text 8"/>
          <p:cNvSpPr/>
          <p:nvPr/>
        </p:nvSpPr>
        <p:spPr>
          <a:xfrm>
            <a:off x="2642616"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Objectives</a:t>
            </a:r>
            <a:endParaRPr lang="en-US" sz="1600" dirty="0"/>
          </a:p>
        </p:txBody>
      </p:sp>
      <p:sp>
        <p:nvSpPr>
          <p:cNvPr id="14" name="Text 9"/>
          <p:cNvSpPr/>
          <p:nvPr/>
        </p:nvSpPr>
        <p:spPr>
          <a:xfrm>
            <a:off x="2642616"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Mandates (non-negotiable), goals (measurable), aspirations. Clear hierarchy agents can't silently override.</a:t>
            </a:r>
            <a:endParaRPr lang="en-US" sz="1050" dirty="0"/>
          </a:p>
        </p:txBody>
      </p:sp>
      <p:sp>
        <p:nvSpPr>
          <p:cNvPr id="15" name="Shape 10"/>
          <p:cNvSpPr/>
          <p:nvPr/>
        </p:nvSpPr>
        <p:spPr>
          <a:xfrm>
            <a:off x="4745736"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16" name="Text 11"/>
          <p:cNvSpPr/>
          <p:nvPr/>
        </p:nvSpPr>
        <p:spPr>
          <a:xfrm>
            <a:off x="4745736"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R</a:t>
            </a:r>
            <a:endParaRPr lang="en-US" sz="6000" dirty="0"/>
          </a:p>
        </p:txBody>
      </p:sp>
      <p:pic>
        <p:nvPicPr>
          <p:cNvPr id="17" name="Image 3" descr="preencoded.png"/>
          <p:cNvPicPr>
            <a:picLocks noChangeAspect="1"/>
          </p:cNvPicPr>
          <p:nvPr/>
        </p:nvPicPr>
        <p:blipFill>
          <a:blip r:embed="rId6"/>
          <a:stretch>
            <a:fillRect/>
          </a:stretch>
        </p:blipFill>
        <p:spPr>
          <a:xfrm>
            <a:off x="5522976" y="2329032"/>
            <a:ext cx="457200" cy="457200"/>
          </a:xfrm>
          <a:prstGeom prst="rect">
            <a:avLst/>
          </a:prstGeom>
        </p:spPr>
      </p:pic>
      <p:sp>
        <p:nvSpPr>
          <p:cNvPr id="18" name="Text 12"/>
          <p:cNvSpPr/>
          <p:nvPr/>
        </p:nvSpPr>
        <p:spPr>
          <a:xfrm>
            <a:off x="4855464"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Rules</a:t>
            </a:r>
            <a:endParaRPr lang="en-US" sz="1600" dirty="0"/>
          </a:p>
        </p:txBody>
      </p:sp>
      <p:sp>
        <p:nvSpPr>
          <p:cNvPr id="19" name="Text 13"/>
          <p:cNvSpPr/>
          <p:nvPr/>
        </p:nvSpPr>
        <p:spPr>
          <a:xfrm>
            <a:off x="4855464"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Hard constraints: zero tolerance. Soft expectations: exception-tolerant. The guardrails that never sleep.</a:t>
            </a:r>
            <a:endParaRPr lang="en-US" sz="1050" dirty="0"/>
          </a:p>
        </p:txBody>
      </p:sp>
      <p:sp>
        <p:nvSpPr>
          <p:cNvPr id="20" name="Shape 14"/>
          <p:cNvSpPr/>
          <p:nvPr/>
        </p:nvSpPr>
        <p:spPr>
          <a:xfrm>
            <a:off x="6958584"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21" name="Text 15"/>
          <p:cNvSpPr/>
          <p:nvPr/>
        </p:nvSpPr>
        <p:spPr>
          <a:xfrm>
            <a:off x="6958584"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E</a:t>
            </a:r>
            <a:endParaRPr lang="en-US" sz="6000" dirty="0"/>
          </a:p>
        </p:txBody>
      </p:sp>
      <p:pic>
        <p:nvPicPr>
          <p:cNvPr id="22" name="Image 4" descr="preencoded.png"/>
          <p:cNvPicPr>
            <a:picLocks noChangeAspect="1"/>
          </p:cNvPicPr>
          <p:nvPr/>
        </p:nvPicPr>
        <p:blipFill>
          <a:blip r:embed="rId7"/>
          <a:stretch>
            <a:fillRect/>
          </a:stretch>
        </p:blipFill>
        <p:spPr>
          <a:xfrm>
            <a:off x="7735824" y="2329032"/>
            <a:ext cx="457200" cy="457200"/>
          </a:xfrm>
          <a:prstGeom prst="rect">
            <a:avLst/>
          </a:prstGeom>
        </p:spPr>
      </p:pic>
      <p:sp>
        <p:nvSpPr>
          <p:cNvPr id="23" name="Text 16"/>
          <p:cNvSpPr/>
          <p:nvPr/>
        </p:nvSpPr>
        <p:spPr>
          <a:xfrm>
            <a:off x="7068312"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Expectations</a:t>
            </a:r>
            <a:endParaRPr lang="en-US" sz="1600" dirty="0"/>
          </a:p>
        </p:txBody>
      </p:sp>
      <p:sp>
        <p:nvSpPr>
          <p:cNvPr id="24" name="Text 17"/>
          <p:cNvSpPr/>
          <p:nvPr/>
        </p:nvSpPr>
        <p:spPr>
          <a:xfrm>
            <a:off x="7068312"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Desired behaviors with contextual tolerance. The nuance layer that makes ADAM smart, not just strict.</a:t>
            </a:r>
            <a:endParaRPr lang="en-US" sz="1050" dirty="0"/>
          </a:p>
        </p:txBody>
      </p:sp>
      <p:sp>
        <p:nvSpPr>
          <p:cNvPr id="25" name="Text 18"/>
          <p:cNvSpPr/>
          <p:nvPr/>
        </p:nvSpPr>
        <p:spPr>
          <a:xfrm>
            <a:off x="457200" y="4523592"/>
            <a:ext cx="8412480" cy="274320"/>
          </a:xfrm>
          <a:prstGeom prst="rect">
            <a:avLst/>
          </a:prstGeom>
          <a:noFill/>
          <a:ln/>
        </p:spPr>
        <p:txBody>
          <a:bodyPr wrap="square" lIns="0" tIns="0" rIns="0" bIns="0" rtlCol="0" anchor="ctr"/>
          <a:lstStyle/>
          <a:p>
            <a:pPr marL="0" indent="0">
              <a:buNone/>
            </a:pPr>
            <a:r>
              <a:rPr lang="en-US" sz="1100" i="1" dirty="0">
                <a:solidFill>
                  <a:srgbClr val="8D99AE"/>
                </a:solidFill>
                <a:latin typeface="Calibri" pitchFamily="34" charset="0"/>
                <a:ea typeface="Calibri" pitchFamily="34" charset="-122"/>
                <a:cs typeface="Calibri" pitchFamily="34" charset="-120"/>
              </a:rPr>
              <a:t>Live configuration, versioned like software, testable, </a:t>
            </a:r>
            <a:r>
              <a:rPr lang="en-US" sz="1100" i="1" dirty="0" err="1">
                <a:solidFill>
                  <a:srgbClr val="8D99AE"/>
                </a:solidFill>
                <a:latin typeface="Calibri" pitchFamily="34" charset="0"/>
                <a:ea typeface="Calibri" pitchFamily="34" charset="-122"/>
                <a:cs typeface="Calibri" pitchFamily="34" charset="-120"/>
              </a:rPr>
              <a:t>rollbackable</a:t>
            </a:r>
            <a:r>
              <a:rPr lang="en-US" sz="1100" i="1" dirty="0">
                <a:solidFill>
                  <a:srgbClr val="8D99AE"/>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6858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rPr>
              <a:t>Novel Concepts</a:t>
            </a:r>
            <a:endParaRPr lang="en-US" sz="2800" dirty="0"/>
          </a:p>
        </p:txBody>
      </p:sp>
      <p:sp>
        <p:nvSpPr>
          <p:cNvPr id="3" name="Text 1"/>
          <p:cNvSpPr/>
          <p:nvPr/>
        </p:nvSpPr>
        <p:spPr>
          <a:xfrm>
            <a:off x="548640" y="804672"/>
            <a:ext cx="8229600" cy="274320"/>
          </a:xfrm>
          <a:prstGeom prst="rect">
            <a:avLst/>
          </a:prstGeom>
          <a:noFill/>
          <a:ln/>
        </p:spPr>
        <p:txBody>
          <a:bodyPr wrap="square" lIns="0" tIns="0" rIns="0" bIns="0" rtlCol="0" anchor="ctr"/>
          <a:lstStyle/>
          <a:p>
            <a:pPr marL="0" indent="0">
              <a:buNone/>
            </a:pPr>
            <a:r>
              <a:rPr lang="en-US" sz="1300" dirty="0">
                <a:solidFill>
                  <a:srgbClr val="8D99AE"/>
                </a:solidFill>
                <a:latin typeface="Calibri" pitchFamily="34" charset="0"/>
                <a:ea typeface="Calibri" pitchFamily="34" charset="-122"/>
                <a:cs typeface="Calibri" pitchFamily="34" charset="-120"/>
              </a:rPr>
              <a:t>What ADAM contributes beyond existing frameworks</a:t>
            </a:r>
            <a:endParaRPr lang="en-US" sz="1300" dirty="0"/>
          </a:p>
        </p:txBody>
      </p:sp>
      <p:sp>
        <p:nvSpPr>
          <p:cNvPr id="6" name="Shape 4"/>
          <p:cNvSpPr/>
          <p:nvPr/>
        </p:nvSpPr>
        <p:spPr>
          <a:xfrm>
            <a:off x="457200" y="1368877"/>
            <a:ext cx="2651760" cy="1508760"/>
          </a:xfrm>
          <a:prstGeom prst="rect">
            <a:avLst/>
          </a:prstGeom>
          <a:solidFill>
            <a:srgbClr val="1E3A5F"/>
          </a:solidFill>
          <a:ln/>
          <a:effectLst>
            <a:outerShdw blurRad="101600" dist="38100" dir="8100000" algn="bl" rotWithShape="0">
              <a:srgbClr val="000000">
                <a:alpha val="25000"/>
              </a:srgbClr>
            </a:outerShdw>
          </a:effectLst>
        </p:spPr>
      </p:sp>
      <p:pic>
        <p:nvPicPr>
          <p:cNvPr id="7" name="Image 0" descr="preencoded.png"/>
          <p:cNvPicPr>
            <a:picLocks noChangeAspect="1"/>
          </p:cNvPicPr>
          <p:nvPr/>
        </p:nvPicPr>
        <p:blipFill>
          <a:blip r:embed="rId3"/>
          <a:stretch>
            <a:fillRect/>
          </a:stretch>
        </p:blipFill>
        <p:spPr>
          <a:xfrm>
            <a:off x="566928" y="1460317"/>
            <a:ext cx="365760" cy="365760"/>
          </a:xfrm>
          <a:prstGeom prst="rect">
            <a:avLst/>
          </a:prstGeom>
        </p:spPr>
      </p:pic>
      <p:sp>
        <p:nvSpPr>
          <p:cNvPr id="8" name="Text 5"/>
          <p:cNvSpPr/>
          <p:nvPr/>
        </p:nvSpPr>
        <p:spPr>
          <a:xfrm>
            <a:off x="1005840" y="1460317"/>
            <a:ext cx="1965960" cy="320040"/>
          </a:xfrm>
          <a:prstGeom prst="rect">
            <a:avLst/>
          </a:prstGeom>
          <a:noFill/>
          <a:ln/>
        </p:spPr>
        <p:txBody>
          <a:bodyPr wrap="square" lIns="0" tIns="0" rIns="0" bIns="0"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CORE Engine &amp; Graphs</a:t>
            </a:r>
            <a:endParaRPr lang="en-US" sz="1300" dirty="0"/>
          </a:p>
        </p:txBody>
      </p:sp>
      <p:sp>
        <p:nvSpPr>
          <p:cNvPr id="9" name="Text 6"/>
          <p:cNvSpPr/>
          <p:nvPr/>
        </p:nvSpPr>
        <p:spPr>
          <a:xfrm>
            <a:off x="594360" y="1817580"/>
            <a:ext cx="2377440" cy="896112"/>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Machine-readable semantic graph of company DNA. Teaches AI what 'good' looks like for that company — not just rules, but nuance.</a:t>
            </a:r>
            <a:endParaRPr lang="en-US" sz="1000" dirty="0"/>
          </a:p>
        </p:txBody>
      </p:sp>
      <p:sp>
        <p:nvSpPr>
          <p:cNvPr id="10" name="Shape 7"/>
          <p:cNvSpPr/>
          <p:nvPr/>
        </p:nvSpPr>
        <p:spPr>
          <a:xfrm>
            <a:off x="3291840" y="1368877"/>
            <a:ext cx="2651760" cy="1508760"/>
          </a:xfrm>
          <a:prstGeom prst="rect">
            <a:avLst/>
          </a:prstGeom>
          <a:solidFill>
            <a:srgbClr val="1E3A5F"/>
          </a:solidFill>
          <a:ln/>
          <a:effectLst>
            <a:outerShdw blurRad="101600" dist="38100" dir="8100000" algn="bl" rotWithShape="0">
              <a:srgbClr val="000000">
                <a:alpha val="25000"/>
              </a:srgbClr>
            </a:outerShdw>
          </a:effectLst>
        </p:spPr>
      </p:sp>
      <p:pic>
        <p:nvPicPr>
          <p:cNvPr id="11" name="Image 1" descr="preencoded.png"/>
          <p:cNvPicPr>
            <a:picLocks noChangeAspect="1"/>
          </p:cNvPicPr>
          <p:nvPr/>
        </p:nvPicPr>
        <p:blipFill>
          <a:blip r:embed="rId4"/>
          <a:stretch>
            <a:fillRect/>
          </a:stretch>
        </p:blipFill>
        <p:spPr>
          <a:xfrm>
            <a:off x="3401568" y="1460317"/>
            <a:ext cx="365760" cy="365760"/>
          </a:xfrm>
          <a:prstGeom prst="rect">
            <a:avLst/>
          </a:prstGeom>
        </p:spPr>
      </p:pic>
      <p:sp>
        <p:nvSpPr>
          <p:cNvPr id="12" name="Text 8"/>
          <p:cNvSpPr/>
          <p:nvPr/>
        </p:nvSpPr>
        <p:spPr>
          <a:xfrm>
            <a:off x="3506916" y="1540109"/>
            <a:ext cx="2103120" cy="320040"/>
          </a:xfrm>
          <a:prstGeom prst="rect">
            <a:avLst/>
          </a:prstGeom>
          <a:noFill/>
          <a:ln/>
        </p:spPr>
        <p:txBody>
          <a:bodyPr wrap="square" lIns="0" tIns="0" rIns="0" bIns="0" rtlCol="0" anchor="ctr"/>
          <a:lstStyle/>
          <a:p>
            <a:pPr marL="0" indent="0" algn="ctr">
              <a:buNone/>
            </a:pPr>
            <a:r>
              <a:rPr lang="en-US" sz="1200" b="1" dirty="0">
                <a:solidFill>
                  <a:srgbClr val="00B4D8"/>
                </a:solidFill>
                <a:latin typeface="Trebuchet MS" pitchFamily="34" charset="0"/>
                <a:ea typeface="Trebuchet MS" pitchFamily="34" charset="-122"/>
                <a:cs typeface="Trebuchet MS" pitchFamily="34" charset="-120"/>
              </a:rPr>
              <a:t>Doctrine Conflict </a:t>
            </a:r>
          </a:p>
          <a:p>
            <a:pPr marL="0" indent="0" algn="ctr">
              <a:buNone/>
            </a:pPr>
            <a:r>
              <a:rPr lang="en-US" sz="1200" b="1" dirty="0">
                <a:solidFill>
                  <a:srgbClr val="00B4D8"/>
                </a:solidFill>
                <a:latin typeface="Trebuchet MS" pitchFamily="34" charset="0"/>
                <a:ea typeface="Trebuchet MS" pitchFamily="34" charset="-122"/>
                <a:cs typeface="Trebuchet MS" pitchFamily="34" charset="-120"/>
              </a:rPr>
              <a:t>Arbitration</a:t>
            </a:r>
            <a:endParaRPr lang="en-US" sz="1200" dirty="0"/>
          </a:p>
        </p:txBody>
      </p:sp>
      <p:sp>
        <p:nvSpPr>
          <p:cNvPr id="13" name="Text 9"/>
          <p:cNvSpPr/>
          <p:nvPr/>
        </p:nvSpPr>
        <p:spPr>
          <a:xfrm>
            <a:off x="3429000" y="1749388"/>
            <a:ext cx="2377440" cy="896112"/>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Irreconcilable contentions outside of DNA become governance events routed to humans. Never silently optimized away.</a:t>
            </a:r>
            <a:endParaRPr lang="en-US" sz="1000" dirty="0"/>
          </a:p>
        </p:txBody>
      </p:sp>
      <p:sp>
        <p:nvSpPr>
          <p:cNvPr id="14" name="Shape 10"/>
          <p:cNvSpPr/>
          <p:nvPr/>
        </p:nvSpPr>
        <p:spPr>
          <a:xfrm>
            <a:off x="6126480" y="1368877"/>
            <a:ext cx="2651760" cy="1508760"/>
          </a:xfrm>
          <a:prstGeom prst="rect">
            <a:avLst/>
          </a:prstGeom>
          <a:solidFill>
            <a:srgbClr val="1E3A5F"/>
          </a:solidFill>
          <a:ln/>
          <a:effectLst>
            <a:outerShdw blurRad="101600" dist="38100" dir="8100000" algn="bl" rotWithShape="0">
              <a:srgbClr val="000000">
                <a:alpha val="25000"/>
              </a:srgbClr>
            </a:outerShdw>
          </a:effectLst>
        </p:spPr>
      </p:sp>
      <p:pic>
        <p:nvPicPr>
          <p:cNvPr id="15" name="Image 2" descr="preencoded.png"/>
          <p:cNvPicPr>
            <a:picLocks noChangeAspect="1"/>
          </p:cNvPicPr>
          <p:nvPr/>
        </p:nvPicPr>
        <p:blipFill>
          <a:blip r:embed="rId5"/>
          <a:stretch>
            <a:fillRect/>
          </a:stretch>
        </p:blipFill>
        <p:spPr>
          <a:xfrm>
            <a:off x="6236208" y="1460317"/>
            <a:ext cx="365760" cy="365760"/>
          </a:xfrm>
          <a:prstGeom prst="rect">
            <a:avLst/>
          </a:prstGeom>
        </p:spPr>
      </p:pic>
      <p:sp>
        <p:nvSpPr>
          <p:cNvPr id="16" name="Text 11"/>
          <p:cNvSpPr/>
          <p:nvPr/>
        </p:nvSpPr>
        <p:spPr>
          <a:xfrm>
            <a:off x="6675120" y="1460317"/>
            <a:ext cx="1965960" cy="320040"/>
          </a:xfrm>
          <a:prstGeom prst="rect">
            <a:avLst/>
          </a:prstGeom>
          <a:noFill/>
          <a:ln/>
        </p:spPr>
        <p:txBody>
          <a:bodyPr wrap="square" lIns="0" tIns="0" rIns="0" bIns="0"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Exception Economy</a:t>
            </a:r>
            <a:endParaRPr lang="en-US" sz="1300" dirty="0"/>
          </a:p>
        </p:txBody>
      </p:sp>
      <p:sp>
        <p:nvSpPr>
          <p:cNvPr id="17" name="Text 12"/>
          <p:cNvSpPr/>
          <p:nvPr/>
        </p:nvSpPr>
        <p:spPr>
          <a:xfrm>
            <a:off x="6263640" y="1780970"/>
            <a:ext cx="2377440" cy="896112"/>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Every action carries cost/risk/impact estimate. Exceptions are exposed. Autonomy is calculated, with cumulative exposure tracking.</a:t>
            </a:r>
            <a:endParaRPr lang="en-US" sz="1000" dirty="0"/>
          </a:p>
        </p:txBody>
      </p:sp>
      <p:sp>
        <p:nvSpPr>
          <p:cNvPr id="20" name="Shape 15"/>
          <p:cNvSpPr/>
          <p:nvPr/>
        </p:nvSpPr>
        <p:spPr>
          <a:xfrm>
            <a:off x="457200" y="3198324"/>
            <a:ext cx="2651760" cy="1389043"/>
          </a:xfrm>
          <a:prstGeom prst="rect">
            <a:avLst/>
          </a:prstGeom>
          <a:solidFill>
            <a:srgbClr val="1B2838"/>
          </a:solidFill>
          <a:ln/>
          <a:effectLst>
            <a:outerShdw blurRad="101600" dist="38100" dir="8100000" algn="bl" rotWithShape="0">
              <a:srgbClr val="000000">
                <a:alpha val="25000"/>
              </a:srgbClr>
            </a:outerShdw>
          </a:effectLst>
        </p:spPr>
      </p:sp>
      <p:pic>
        <p:nvPicPr>
          <p:cNvPr id="21" name="Image 3" descr="preencoded.png"/>
          <p:cNvPicPr>
            <a:picLocks noChangeAspect="1"/>
          </p:cNvPicPr>
          <p:nvPr/>
        </p:nvPicPr>
        <p:blipFill>
          <a:blip r:embed="rId6"/>
          <a:stretch>
            <a:fillRect/>
          </a:stretch>
        </p:blipFill>
        <p:spPr>
          <a:xfrm>
            <a:off x="566928" y="3271477"/>
            <a:ext cx="320040" cy="320040"/>
          </a:xfrm>
          <a:prstGeom prst="rect">
            <a:avLst/>
          </a:prstGeom>
        </p:spPr>
      </p:pic>
      <p:sp>
        <p:nvSpPr>
          <p:cNvPr id="22" name="Text 16"/>
          <p:cNvSpPr/>
          <p:nvPr/>
        </p:nvSpPr>
        <p:spPr>
          <a:xfrm>
            <a:off x="960120" y="3271477"/>
            <a:ext cx="2011680" cy="274320"/>
          </a:xfrm>
          <a:prstGeom prst="rect">
            <a:avLst/>
          </a:prstGeom>
          <a:noFill/>
          <a:ln/>
        </p:spPr>
        <p:txBody>
          <a:bodyPr wrap="square" lIns="0" tIns="0" rIns="0" bIns="0" rtlCol="0" anchor="ctr"/>
          <a:lstStyle/>
          <a:p>
            <a:pPr marL="0" indent="0">
              <a:buNone/>
            </a:pPr>
            <a:r>
              <a:rPr lang="en-US" sz="1200" b="1" dirty="0">
                <a:solidFill>
                  <a:srgbClr val="2A9D8F"/>
                </a:solidFill>
                <a:latin typeface="Trebuchet MS" pitchFamily="34" charset="0"/>
                <a:ea typeface="Trebuchet MS" pitchFamily="34" charset="-122"/>
                <a:cs typeface="Trebuchet MS" pitchFamily="34" charset="-120"/>
              </a:rPr>
              <a:t>Digital Twins as AI Tools</a:t>
            </a:r>
            <a:endParaRPr lang="en-US" sz="1200" dirty="0"/>
          </a:p>
        </p:txBody>
      </p:sp>
      <p:sp>
        <p:nvSpPr>
          <p:cNvPr id="23" name="Text 17"/>
          <p:cNvSpPr/>
          <p:nvPr/>
        </p:nvSpPr>
        <p:spPr>
          <a:xfrm>
            <a:off x="594360" y="3618950"/>
            <a:ext cx="2377440" cy="64008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Twins serve agents, not dashboards. Consulted before, during, and after execution for simulation and prediction. ADAM works with more than 3-dimensions at atomic scale.</a:t>
            </a:r>
            <a:endParaRPr lang="en-US" sz="1000" dirty="0"/>
          </a:p>
        </p:txBody>
      </p:sp>
      <p:sp>
        <p:nvSpPr>
          <p:cNvPr id="24" name="Shape 18"/>
          <p:cNvSpPr/>
          <p:nvPr/>
        </p:nvSpPr>
        <p:spPr>
          <a:xfrm>
            <a:off x="3291840" y="3198324"/>
            <a:ext cx="2651760" cy="1389043"/>
          </a:xfrm>
          <a:prstGeom prst="rect">
            <a:avLst/>
          </a:prstGeom>
          <a:solidFill>
            <a:srgbClr val="1B2838"/>
          </a:solidFill>
          <a:ln/>
          <a:effectLst>
            <a:outerShdw blurRad="101600" dist="38100" dir="8100000" algn="bl" rotWithShape="0">
              <a:srgbClr val="000000">
                <a:alpha val="25000"/>
              </a:srgbClr>
            </a:outerShdw>
          </a:effectLst>
        </p:spPr>
      </p:sp>
      <p:pic>
        <p:nvPicPr>
          <p:cNvPr id="25" name="Image 4" descr="preencoded.png"/>
          <p:cNvPicPr>
            <a:picLocks noChangeAspect="1"/>
          </p:cNvPicPr>
          <p:nvPr/>
        </p:nvPicPr>
        <p:blipFill>
          <a:blip r:embed="rId7"/>
          <a:stretch>
            <a:fillRect/>
          </a:stretch>
        </p:blipFill>
        <p:spPr>
          <a:xfrm>
            <a:off x="3401568" y="3271477"/>
            <a:ext cx="320040" cy="320040"/>
          </a:xfrm>
          <a:prstGeom prst="rect">
            <a:avLst/>
          </a:prstGeom>
        </p:spPr>
      </p:pic>
      <p:sp>
        <p:nvSpPr>
          <p:cNvPr id="26" name="Text 19"/>
          <p:cNvSpPr/>
          <p:nvPr/>
        </p:nvSpPr>
        <p:spPr>
          <a:xfrm>
            <a:off x="3794760" y="3271477"/>
            <a:ext cx="2011680" cy="274320"/>
          </a:xfrm>
          <a:prstGeom prst="rect">
            <a:avLst/>
          </a:prstGeom>
          <a:noFill/>
          <a:ln/>
        </p:spPr>
        <p:txBody>
          <a:bodyPr wrap="square" lIns="0" tIns="0" rIns="0" bIns="0" rtlCol="0" anchor="ctr"/>
          <a:lstStyle/>
          <a:p>
            <a:pPr marL="0" indent="0">
              <a:buNone/>
            </a:pPr>
            <a:r>
              <a:rPr lang="en-US" sz="1200" b="1" dirty="0">
                <a:solidFill>
                  <a:srgbClr val="2A9D8F"/>
                </a:solidFill>
                <a:latin typeface="Trebuchet MS" pitchFamily="34" charset="0"/>
                <a:ea typeface="Trebuchet MS" pitchFamily="34" charset="-122"/>
                <a:cs typeface="Trebuchet MS" pitchFamily="34" charset="-120"/>
              </a:rPr>
              <a:t>BOSS Scoring Formulas</a:t>
            </a:r>
            <a:endParaRPr lang="en-US" sz="1200" dirty="0"/>
          </a:p>
        </p:txBody>
      </p:sp>
      <p:sp>
        <p:nvSpPr>
          <p:cNvPr id="27" name="Text 20"/>
          <p:cNvSpPr/>
          <p:nvPr/>
        </p:nvSpPr>
        <p:spPr>
          <a:xfrm>
            <a:off x="3429000" y="3584600"/>
            <a:ext cx="2377440" cy="640080"/>
          </a:xfrm>
          <a:prstGeom prst="rect">
            <a:avLst/>
          </a:prstGeom>
          <a:noFill/>
          <a:ln/>
        </p:spPr>
        <p:txBody>
          <a:bodyPr wrap="square" lIns="0" tIns="0" rIns="0" bIns="0" rtlCol="0" anchor="ctr"/>
          <a:lstStyle/>
          <a:p>
            <a:r>
              <a:rPr lang="en-US" sz="1000" dirty="0">
                <a:solidFill>
                  <a:srgbClr val="CAD2C5"/>
                </a:solidFill>
                <a:latin typeface="Calibri" pitchFamily="34" charset="0"/>
                <a:ea typeface="Calibri" pitchFamily="34" charset="-122"/>
                <a:cs typeface="Calibri" pitchFamily="34" charset="-120"/>
              </a:rPr>
              <a:t>Governance and autonomous decision dimensional scoring directly tied to industry frameworks and scoring structures. </a:t>
            </a:r>
          </a:p>
        </p:txBody>
      </p:sp>
      <p:sp>
        <p:nvSpPr>
          <p:cNvPr id="28" name="Shape 21"/>
          <p:cNvSpPr/>
          <p:nvPr/>
        </p:nvSpPr>
        <p:spPr>
          <a:xfrm>
            <a:off x="6126480" y="3198324"/>
            <a:ext cx="2651760" cy="1389043"/>
          </a:xfrm>
          <a:prstGeom prst="rect">
            <a:avLst/>
          </a:prstGeom>
          <a:solidFill>
            <a:srgbClr val="1B2838"/>
          </a:solidFill>
          <a:ln/>
          <a:effectLst>
            <a:outerShdw blurRad="101600" dist="38100" dir="8100000" algn="bl" rotWithShape="0">
              <a:srgbClr val="000000">
                <a:alpha val="25000"/>
              </a:srgbClr>
            </a:outerShdw>
          </a:effectLst>
        </p:spPr>
      </p:sp>
      <p:pic>
        <p:nvPicPr>
          <p:cNvPr id="29" name="Image 5" descr="preencoded.png"/>
          <p:cNvPicPr>
            <a:picLocks noChangeAspect="1"/>
          </p:cNvPicPr>
          <p:nvPr/>
        </p:nvPicPr>
        <p:blipFill>
          <a:blip r:embed="rId8"/>
          <a:stretch>
            <a:fillRect/>
          </a:stretch>
        </p:blipFill>
        <p:spPr>
          <a:xfrm>
            <a:off x="6236208" y="3271477"/>
            <a:ext cx="320040" cy="320040"/>
          </a:xfrm>
          <a:prstGeom prst="rect">
            <a:avLst/>
          </a:prstGeom>
        </p:spPr>
      </p:pic>
      <p:sp>
        <p:nvSpPr>
          <p:cNvPr id="30" name="Text 22"/>
          <p:cNvSpPr/>
          <p:nvPr/>
        </p:nvSpPr>
        <p:spPr>
          <a:xfrm>
            <a:off x="6629400" y="3271477"/>
            <a:ext cx="2011680" cy="274320"/>
          </a:xfrm>
          <a:prstGeom prst="rect">
            <a:avLst/>
          </a:prstGeom>
          <a:noFill/>
          <a:ln/>
        </p:spPr>
        <p:txBody>
          <a:bodyPr wrap="square" lIns="0" tIns="0" rIns="0" bIns="0" rtlCol="0" anchor="ctr"/>
          <a:lstStyle/>
          <a:p>
            <a:pPr marL="0" indent="0">
              <a:buNone/>
            </a:pPr>
            <a:r>
              <a:rPr lang="en-US" sz="1200" b="1" dirty="0">
                <a:solidFill>
                  <a:srgbClr val="2A9D8F"/>
                </a:solidFill>
                <a:latin typeface="Trebuchet MS" pitchFamily="34" charset="0"/>
                <a:ea typeface="Trebuchet MS" pitchFamily="34" charset="-122"/>
                <a:cs typeface="Trebuchet MS" pitchFamily="34" charset="-120"/>
              </a:rPr>
              <a:t>Formal Intent Objects</a:t>
            </a:r>
            <a:endParaRPr lang="en-US" sz="1200" dirty="0"/>
          </a:p>
        </p:txBody>
      </p:sp>
      <p:sp>
        <p:nvSpPr>
          <p:cNvPr id="31" name="Text 23"/>
          <p:cNvSpPr/>
          <p:nvPr/>
        </p:nvSpPr>
        <p:spPr>
          <a:xfrm>
            <a:off x="6263640" y="3698748"/>
            <a:ext cx="2377440" cy="64008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Structured schema: outcomes, constraints, risk tolerance, urgency. Versioned, stored, auditable.</a:t>
            </a:r>
          </a:p>
          <a:p>
            <a:pPr marL="0" indent="0">
              <a:buNone/>
            </a:pPr>
            <a:r>
              <a:rPr lang="en-US" sz="1000" dirty="0">
                <a:solidFill>
                  <a:srgbClr val="CAD2C5"/>
                </a:solidFill>
                <a:latin typeface="Calibri" pitchFamily="34" charset="0"/>
                <a:ea typeface="Calibri" pitchFamily="34" charset="-122"/>
                <a:cs typeface="Calibri" pitchFamily="34" charset="-120"/>
              </a:rPr>
              <a:t>Intent defined by humans, coded for AI execution at scale.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81+ Agents. 5 Layers. Zero Chaos.</a:t>
            </a:r>
            <a:endParaRPr lang="en-US" sz="32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300" i="1" dirty="0">
                <a:solidFill>
                  <a:srgbClr val="FFB703"/>
                </a:solidFill>
                <a:latin typeface="Calibri" pitchFamily="34" charset="0"/>
                <a:ea typeface="Calibri" pitchFamily="34" charset="-122"/>
                <a:cs typeface="Calibri" pitchFamily="34" charset="-120"/>
              </a:rPr>
              <a:t>Baseline framework — actual agent count adapts to each company's DNA</a:t>
            </a:r>
            <a:endParaRPr lang="en-US" sz="1300" dirty="0"/>
          </a:p>
        </p:txBody>
      </p:sp>
      <p:pic>
        <p:nvPicPr>
          <p:cNvPr id="4" name="Image 0" descr="preencoded.png"/>
          <p:cNvPicPr>
            <a:picLocks noChangeAspect="1"/>
          </p:cNvPicPr>
          <p:nvPr/>
        </p:nvPicPr>
        <p:blipFill>
          <a:blip r:embed="rId3">
            <a:alphaModFix amt="40000"/>
          </a:blip>
          <a:stretch>
            <a:fillRect/>
          </a:stretch>
        </p:blipFill>
        <p:spPr>
          <a:xfrm>
            <a:off x="8046720" y="137160"/>
            <a:ext cx="914400" cy="914400"/>
          </a:xfrm>
          <a:prstGeom prst="rect">
            <a:avLst/>
          </a:prstGeom>
        </p:spPr>
      </p:pic>
      <p:sp>
        <p:nvSpPr>
          <p:cNvPr id="5" name="Shape 2"/>
          <p:cNvSpPr/>
          <p:nvPr/>
        </p:nvSpPr>
        <p:spPr>
          <a:xfrm>
            <a:off x="457200" y="1280160"/>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6" name="Shape 3"/>
          <p:cNvSpPr/>
          <p:nvPr/>
        </p:nvSpPr>
        <p:spPr>
          <a:xfrm>
            <a:off x="457200" y="1280160"/>
            <a:ext cx="73152" cy="566928"/>
          </a:xfrm>
          <a:prstGeom prst="rect">
            <a:avLst/>
          </a:prstGeom>
          <a:solidFill>
            <a:srgbClr val="FFB703"/>
          </a:solidFill>
          <a:ln/>
        </p:spPr>
      </p:sp>
      <p:pic>
        <p:nvPicPr>
          <p:cNvPr id="7" name="Image 1" descr="preencoded.png"/>
          <p:cNvPicPr>
            <a:picLocks noChangeAspect="1"/>
          </p:cNvPicPr>
          <p:nvPr/>
        </p:nvPicPr>
        <p:blipFill>
          <a:blip r:embed="rId4"/>
          <a:stretch>
            <a:fillRect/>
          </a:stretch>
        </p:blipFill>
        <p:spPr>
          <a:xfrm>
            <a:off x="640080" y="1335024"/>
            <a:ext cx="384048" cy="384048"/>
          </a:xfrm>
          <a:prstGeom prst="rect">
            <a:avLst/>
          </a:prstGeom>
        </p:spPr>
      </p:pic>
      <p:sp>
        <p:nvSpPr>
          <p:cNvPr id="8" name="Text 4"/>
          <p:cNvSpPr/>
          <p:nvPr/>
        </p:nvSpPr>
        <p:spPr>
          <a:xfrm>
            <a:off x="1097280" y="1280160"/>
            <a:ext cx="731520" cy="566928"/>
          </a:xfrm>
          <a:prstGeom prst="rect">
            <a:avLst/>
          </a:prstGeom>
          <a:noFill/>
          <a:ln/>
        </p:spPr>
        <p:txBody>
          <a:bodyPr wrap="square" lIns="0" tIns="0" rIns="0" bIns="0" rtlCol="0" anchor="ctr"/>
          <a:lstStyle/>
          <a:p>
            <a:pPr marL="0" indent="0" algn="ctr">
              <a:buNone/>
            </a:pPr>
            <a:r>
              <a:rPr lang="en-US" sz="2200" b="1" dirty="0">
                <a:solidFill>
                  <a:srgbClr val="FFB703"/>
                </a:solidFill>
                <a:latin typeface="Trebuchet MS" pitchFamily="34" charset="0"/>
                <a:ea typeface="Trebuchet MS" pitchFamily="34" charset="-122"/>
                <a:cs typeface="Trebuchet MS" pitchFamily="34" charset="-120"/>
              </a:rPr>
              <a:t>3</a:t>
            </a:r>
            <a:endParaRPr lang="en-US" sz="2200" dirty="0"/>
          </a:p>
        </p:txBody>
      </p:sp>
      <p:sp>
        <p:nvSpPr>
          <p:cNvPr id="9" name="Text 5"/>
          <p:cNvSpPr/>
          <p:nvPr/>
        </p:nvSpPr>
        <p:spPr>
          <a:xfrm>
            <a:off x="1920240" y="1280160"/>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HUMAN INTERFACE</a:t>
            </a:r>
            <a:endParaRPr lang="en-US" sz="1200" dirty="0"/>
          </a:p>
        </p:txBody>
      </p:sp>
      <p:sp>
        <p:nvSpPr>
          <p:cNvPr id="10" name="Text 6"/>
          <p:cNvSpPr/>
          <p:nvPr/>
        </p:nvSpPr>
        <p:spPr>
          <a:xfrm>
            <a:off x="1920240" y="1554480"/>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Intent Interpretation  |  Trust Gateway  |  Explain-Back</a:t>
            </a:r>
            <a:endParaRPr lang="en-US" sz="1000" dirty="0"/>
          </a:p>
        </p:txBody>
      </p:sp>
      <p:sp>
        <p:nvSpPr>
          <p:cNvPr id="11" name="Shape 7"/>
          <p:cNvSpPr/>
          <p:nvPr/>
        </p:nvSpPr>
        <p:spPr>
          <a:xfrm>
            <a:off x="457200" y="1938528"/>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12" name="Shape 8"/>
          <p:cNvSpPr/>
          <p:nvPr/>
        </p:nvSpPr>
        <p:spPr>
          <a:xfrm>
            <a:off x="457200" y="1938528"/>
            <a:ext cx="73152" cy="566928"/>
          </a:xfrm>
          <a:prstGeom prst="rect">
            <a:avLst/>
          </a:prstGeom>
          <a:solidFill>
            <a:srgbClr val="00B4D8"/>
          </a:solidFill>
          <a:ln/>
        </p:spPr>
      </p:sp>
      <p:pic>
        <p:nvPicPr>
          <p:cNvPr id="13" name="Image 2" descr="preencoded.png"/>
          <p:cNvPicPr>
            <a:picLocks noChangeAspect="1"/>
          </p:cNvPicPr>
          <p:nvPr/>
        </p:nvPicPr>
        <p:blipFill>
          <a:blip r:embed="rId5"/>
          <a:stretch>
            <a:fillRect/>
          </a:stretch>
        </p:blipFill>
        <p:spPr>
          <a:xfrm>
            <a:off x="640080" y="1993392"/>
            <a:ext cx="384048" cy="384048"/>
          </a:xfrm>
          <a:prstGeom prst="rect">
            <a:avLst/>
          </a:prstGeom>
        </p:spPr>
      </p:pic>
      <p:sp>
        <p:nvSpPr>
          <p:cNvPr id="14" name="Text 9"/>
          <p:cNvSpPr/>
          <p:nvPr/>
        </p:nvSpPr>
        <p:spPr>
          <a:xfrm>
            <a:off x="1097280" y="1938528"/>
            <a:ext cx="731520" cy="566928"/>
          </a:xfrm>
          <a:prstGeom prst="rect">
            <a:avLst/>
          </a:prstGeom>
          <a:noFill/>
          <a:ln/>
        </p:spPr>
        <p:txBody>
          <a:bodyPr wrap="square" lIns="0" tIns="0" rIns="0" bIns="0" rtlCol="0" anchor="ctr"/>
          <a:lstStyle/>
          <a:p>
            <a:pPr marL="0" indent="0" algn="ctr">
              <a:buNone/>
            </a:pPr>
            <a:r>
              <a:rPr lang="en-US" sz="2200" b="1" dirty="0">
                <a:solidFill>
                  <a:srgbClr val="00B4D8"/>
                </a:solidFill>
                <a:latin typeface="Trebuchet MS" pitchFamily="34" charset="0"/>
                <a:ea typeface="Trebuchet MS" pitchFamily="34" charset="-122"/>
                <a:cs typeface="Trebuchet MS" pitchFamily="34" charset="-120"/>
              </a:rPr>
              <a:t>5</a:t>
            </a:r>
            <a:endParaRPr lang="en-US" sz="2200" dirty="0"/>
          </a:p>
        </p:txBody>
      </p:sp>
      <p:sp>
        <p:nvSpPr>
          <p:cNvPr id="15" name="Text 10"/>
          <p:cNvSpPr/>
          <p:nvPr/>
        </p:nvSpPr>
        <p:spPr>
          <a:xfrm>
            <a:off x="1920240" y="1938528"/>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DOMAIN GOVERNORS</a:t>
            </a:r>
            <a:endParaRPr lang="en-US" sz="1200" dirty="0"/>
          </a:p>
        </p:txBody>
      </p:sp>
      <p:sp>
        <p:nvSpPr>
          <p:cNvPr id="16" name="Text 11"/>
          <p:cNvSpPr/>
          <p:nvPr/>
        </p:nvSpPr>
        <p:spPr>
          <a:xfrm>
            <a:off x="1920240" y="2212848"/>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Financial  |  Legal  |  Risk  |  Market  |  Strategy — ALL must concur before execution</a:t>
            </a:r>
            <a:endParaRPr lang="en-US" sz="1000" dirty="0"/>
          </a:p>
        </p:txBody>
      </p:sp>
      <p:sp>
        <p:nvSpPr>
          <p:cNvPr id="17" name="Shape 12"/>
          <p:cNvSpPr/>
          <p:nvPr/>
        </p:nvSpPr>
        <p:spPr>
          <a:xfrm>
            <a:off x="457200" y="2596896"/>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18" name="Shape 13"/>
          <p:cNvSpPr/>
          <p:nvPr/>
        </p:nvSpPr>
        <p:spPr>
          <a:xfrm>
            <a:off x="457200" y="2596896"/>
            <a:ext cx="73152" cy="566928"/>
          </a:xfrm>
          <a:prstGeom prst="rect">
            <a:avLst/>
          </a:prstGeom>
          <a:solidFill>
            <a:srgbClr val="48CAE4"/>
          </a:solidFill>
          <a:ln/>
        </p:spPr>
      </p:sp>
      <p:pic>
        <p:nvPicPr>
          <p:cNvPr id="19" name="Image 3" descr="preencoded.png"/>
          <p:cNvPicPr>
            <a:picLocks noChangeAspect="1"/>
          </p:cNvPicPr>
          <p:nvPr/>
        </p:nvPicPr>
        <p:blipFill>
          <a:blip r:embed="rId6"/>
          <a:stretch>
            <a:fillRect/>
          </a:stretch>
        </p:blipFill>
        <p:spPr>
          <a:xfrm>
            <a:off x="640080" y="2651760"/>
            <a:ext cx="384048" cy="384048"/>
          </a:xfrm>
          <a:prstGeom prst="rect">
            <a:avLst/>
          </a:prstGeom>
        </p:spPr>
      </p:pic>
      <p:sp>
        <p:nvSpPr>
          <p:cNvPr id="20" name="Text 14"/>
          <p:cNvSpPr/>
          <p:nvPr/>
        </p:nvSpPr>
        <p:spPr>
          <a:xfrm>
            <a:off x="1097280" y="2596896"/>
            <a:ext cx="731520" cy="566928"/>
          </a:xfrm>
          <a:prstGeom prst="rect">
            <a:avLst/>
          </a:prstGeom>
          <a:noFill/>
          <a:ln/>
        </p:spPr>
        <p:txBody>
          <a:bodyPr wrap="square" lIns="0" tIns="0" rIns="0" bIns="0" rtlCol="0" anchor="ctr"/>
          <a:lstStyle/>
          <a:p>
            <a:pPr marL="0" indent="0" algn="ctr">
              <a:buNone/>
            </a:pPr>
            <a:r>
              <a:rPr lang="en-US" sz="2200" b="1" dirty="0">
                <a:solidFill>
                  <a:srgbClr val="48CAE4"/>
                </a:solidFill>
                <a:latin typeface="Trebuchet MS" pitchFamily="34" charset="0"/>
                <a:ea typeface="Trebuchet MS" pitchFamily="34" charset="-122"/>
                <a:cs typeface="Trebuchet MS" pitchFamily="34" charset="-120"/>
              </a:rPr>
              <a:t>4</a:t>
            </a:r>
            <a:endParaRPr lang="en-US" sz="2200" dirty="0"/>
          </a:p>
        </p:txBody>
      </p:sp>
      <p:sp>
        <p:nvSpPr>
          <p:cNvPr id="21" name="Text 15"/>
          <p:cNvSpPr/>
          <p:nvPr/>
        </p:nvSpPr>
        <p:spPr>
          <a:xfrm>
            <a:off x="1920240" y="2596896"/>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ORCHESTRATION PLANE</a:t>
            </a:r>
            <a:endParaRPr lang="en-US" sz="1200" dirty="0"/>
          </a:p>
        </p:txBody>
      </p:sp>
      <p:sp>
        <p:nvSpPr>
          <p:cNvPr id="22" name="Text 16"/>
          <p:cNvSpPr/>
          <p:nvPr/>
        </p:nvSpPr>
        <p:spPr>
          <a:xfrm>
            <a:off x="1920240" y="2871216"/>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Policy  |  Exception  |  Evidence  |  Recovery hooks — Deterministic execution + rollback</a:t>
            </a:r>
            <a:endParaRPr lang="en-US" sz="1000" dirty="0"/>
          </a:p>
        </p:txBody>
      </p:sp>
      <p:sp>
        <p:nvSpPr>
          <p:cNvPr id="23" name="Shape 17"/>
          <p:cNvSpPr/>
          <p:nvPr/>
        </p:nvSpPr>
        <p:spPr>
          <a:xfrm>
            <a:off x="457200" y="3255264"/>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24" name="Shape 18"/>
          <p:cNvSpPr/>
          <p:nvPr/>
        </p:nvSpPr>
        <p:spPr>
          <a:xfrm>
            <a:off x="457200" y="3255264"/>
            <a:ext cx="73152" cy="566928"/>
          </a:xfrm>
          <a:prstGeom prst="rect">
            <a:avLst/>
          </a:prstGeom>
          <a:solidFill>
            <a:srgbClr val="2A9D8F"/>
          </a:solidFill>
          <a:ln/>
        </p:spPr>
      </p:sp>
      <p:pic>
        <p:nvPicPr>
          <p:cNvPr id="25" name="Image 4" descr="preencoded.png"/>
          <p:cNvPicPr>
            <a:picLocks noChangeAspect="1"/>
          </p:cNvPicPr>
          <p:nvPr/>
        </p:nvPicPr>
        <p:blipFill>
          <a:blip r:embed="rId7"/>
          <a:stretch>
            <a:fillRect/>
          </a:stretch>
        </p:blipFill>
        <p:spPr>
          <a:xfrm>
            <a:off x="640080" y="3310128"/>
            <a:ext cx="384048" cy="384048"/>
          </a:xfrm>
          <a:prstGeom prst="rect">
            <a:avLst/>
          </a:prstGeom>
        </p:spPr>
      </p:pic>
      <p:sp>
        <p:nvSpPr>
          <p:cNvPr id="26" name="Text 19"/>
          <p:cNvSpPr/>
          <p:nvPr/>
        </p:nvSpPr>
        <p:spPr>
          <a:xfrm>
            <a:off x="1097280" y="3255264"/>
            <a:ext cx="731520" cy="566928"/>
          </a:xfrm>
          <a:prstGeom prst="rect">
            <a:avLst/>
          </a:prstGeom>
          <a:noFill/>
          <a:ln/>
        </p:spPr>
        <p:txBody>
          <a:bodyPr wrap="square" lIns="0" tIns="0" rIns="0" bIns="0" rtlCol="0" anchor="ctr"/>
          <a:lstStyle/>
          <a:p>
            <a:pPr marL="0" indent="0" algn="ctr">
              <a:buNone/>
            </a:pPr>
            <a:r>
              <a:rPr lang="en-US" sz="2200" b="1" dirty="0">
                <a:solidFill>
                  <a:srgbClr val="2A9D8F"/>
                </a:solidFill>
                <a:latin typeface="Trebuchet MS" pitchFamily="34" charset="0"/>
                <a:ea typeface="Trebuchet MS" pitchFamily="34" charset="-122"/>
                <a:cs typeface="Trebuchet MS" pitchFamily="34" charset="-120"/>
              </a:rPr>
              <a:t>63+</a:t>
            </a:r>
            <a:endParaRPr lang="en-US" sz="2200" dirty="0"/>
          </a:p>
        </p:txBody>
      </p:sp>
      <p:sp>
        <p:nvSpPr>
          <p:cNvPr id="27" name="Text 20"/>
          <p:cNvSpPr/>
          <p:nvPr/>
        </p:nvSpPr>
        <p:spPr>
          <a:xfrm>
            <a:off x="1920240" y="3255264"/>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AGENTIC WORK GROUPS</a:t>
            </a:r>
            <a:endParaRPr lang="en-US" sz="1200" dirty="0"/>
          </a:p>
        </p:txBody>
      </p:sp>
      <p:sp>
        <p:nvSpPr>
          <p:cNvPr id="28" name="Text 21"/>
          <p:cNvSpPr/>
          <p:nvPr/>
        </p:nvSpPr>
        <p:spPr>
          <a:xfrm>
            <a:off x="1920240" y="3529584"/>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39 Corporate + 23 AI-Native — Single-responsibility agents executing within bounded scope</a:t>
            </a:r>
            <a:endParaRPr lang="en-US" sz="1000" dirty="0"/>
          </a:p>
        </p:txBody>
      </p:sp>
      <p:sp>
        <p:nvSpPr>
          <p:cNvPr id="29" name="Shape 22"/>
          <p:cNvSpPr/>
          <p:nvPr/>
        </p:nvSpPr>
        <p:spPr>
          <a:xfrm>
            <a:off x="457200" y="3913632"/>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30" name="Shape 23"/>
          <p:cNvSpPr/>
          <p:nvPr/>
        </p:nvSpPr>
        <p:spPr>
          <a:xfrm>
            <a:off x="457200" y="3913632"/>
            <a:ext cx="73152" cy="566928"/>
          </a:xfrm>
          <a:prstGeom prst="rect">
            <a:avLst/>
          </a:prstGeom>
          <a:solidFill>
            <a:srgbClr val="0077B6"/>
          </a:solidFill>
          <a:ln/>
        </p:spPr>
      </p:sp>
      <p:pic>
        <p:nvPicPr>
          <p:cNvPr id="31" name="Image 5" descr="preencoded.png"/>
          <p:cNvPicPr>
            <a:picLocks noChangeAspect="1"/>
          </p:cNvPicPr>
          <p:nvPr/>
        </p:nvPicPr>
        <p:blipFill>
          <a:blip r:embed="rId8"/>
          <a:stretch>
            <a:fillRect/>
          </a:stretch>
        </p:blipFill>
        <p:spPr>
          <a:xfrm>
            <a:off x="640080" y="3968496"/>
            <a:ext cx="384048" cy="384048"/>
          </a:xfrm>
          <a:prstGeom prst="rect">
            <a:avLst/>
          </a:prstGeom>
        </p:spPr>
      </p:pic>
      <p:sp>
        <p:nvSpPr>
          <p:cNvPr id="32" name="Text 24"/>
          <p:cNvSpPr/>
          <p:nvPr/>
        </p:nvSpPr>
        <p:spPr>
          <a:xfrm>
            <a:off x="1097280" y="3913632"/>
            <a:ext cx="731520" cy="566928"/>
          </a:xfrm>
          <a:prstGeom prst="rect">
            <a:avLst/>
          </a:prstGeom>
          <a:noFill/>
          <a:ln/>
        </p:spPr>
        <p:txBody>
          <a:bodyPr wrap="square" lIns="0" tIns="0" rIns="0" bIns="0" rtlCol="0" anchor="ctr"/>
          <a:lstStyle/>
          <a:p>
            <a:pPr marL="0" indent="0" algn="ctr">
              <a:buNone/>
            </a:pPr>
            <a:r>
              <a:rPr lang="en-US" sz="2200" b="1" dirty="0">
                <a:solidFill>
                  <a:srgbClr val="0077B6"/>
                </a:solidFill>
                <a:latin typeface="Trebuchet MS" pitchFamily="34" charset="0"/>
              </a:rPr>
              <a:t>7</a:t>
            </a:r>
            <a:endParaRPr lang="en-US" sz="2200" dirty="0"/>
          </a:p>
        </p:txBody>
      </p:sp>
      <p:sp>
        <p:nvSpPr>
          <p:cNvPr id="33" name="Text 25"/>
          <p:cNvSpPr/>
          <p:nvPr/>
        </p:nvSpPr>
        <p:spPr>
          <a:xfrm>
            <a:off x="1920240" y="3913632"/>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TWINS + META-GOV</a:t>
            </a:r>
            <a:endParaRPr lang="en-US" sz="1200" dirty="0"/>
          </a:p>
        </p:txBody>
      </p:sp>
      <p:sp>
        <p:nvSpPr>
          <p:cNvPr id="34" name="Text 26"/>
          <p:cNvSpPr/>
          <p:nvPr/>
        </p:nvSpPr>
        <p:spPr>
          <a:xfrm>
            <a:off x="1920240" y="4187952"/>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Enterprise | Operational | Economic | Risk Twins + Stability + Integrity + Self-Audit</a:t>
            </a:r>
            <a:endParaRPr lang="en-US" sz="1000" dirty="0"/>
          </a:p>
        </p:txBody>
      </p:sp>
      <p:sp>
        <p:nvSpPr>
          <p:cNvPr id="35" name="Text 27"/>
          <p:cNvSpPr/>
          <p:nvPr/>
        </p:nvSpPr>
        <p:spPr>
          <a:xfrm>
            <a:off x="4297680" y="1792224"/>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6" name="Text 28"/>
          <p:cNvSpPr/>
          <p:nvPr/>
        </p:nvSpPr>
        <p:spPr>
          <a:xfrm>
            <a:off x="4297680" y="2450592"/>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7" name="Text 29"/>
          <p:cNvSpPr/>
          <p:nvPr/>
        </p:nvSpPr>
        <p:spPr>
          <a:xfrm>
            <a:off x="4297680" y="3108960"/>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8" name="Text 30"/>
          <p:cNvSpPr/>
          <p:nvPr/>
        </p:nvSpPr>
        <p:spPr>
          <a:xfrm>
            <a:off x="4297680" y="3767328"/>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9" name="Shape 31"/>
          <p:cNvSpPr/>
          <p:nvPr/>
        </p:nvSpPr>
        <p:spPr>
          <a:xfrm>
            <a:off x="457200" y="4617720"/>
            <a:ext cx="8229600" cy="457200"/>
          </a:xfrm>
          <a:prstGeom prst="rect">
            <a:avLst/>
          </a:prstGeom>
          <a:solidFill>
            <a:srgbClr val="1B2838"/>
          </a:solidFill>
          <a:ln/>
        </p:spPr>
      </p:sp>
      <p:sp>
        <p:nvSpPr>
          <p:cNvPr id="40" name="Text 32"/>
          <p:cNvSpPr/>
          <p:nvPr/>
        </p:nvSpPr>
        <p:spPr>
          <a:xfrm>
            <a:off x="640080" y="4645152"/>
            <a:ext cx="7863840" cy="411480"/>
          </a:xfrm>
          <a:prstGeom prst="rect">
            <a:avLst/>
          </a:prstGeom>
          <a:noFill/>
          <a:ln/>
        </p:spPr>
        <p:txBody>
          <a:bodyPr wrap="square" lIns="0" tIns="0" rIns="0" bIns="0" rtlCol="0" anchor="ctr"/>
          <a:lstStyle/>
          <a:p>
            <a:pPr marL="0" indent="0">
              <a:buNone/>
            </a:pPr>
            <a:r>
              <a:rPr lang="en-US" sz="1000" dirty="0">
                <a:solidFill>
                  <a:srgbClr val="00B4D8"/>
                </a:solidFill>
                <a:latin typeface="Calibri" pitchFamily="34" charset="0"/>
                <a:ea typeface="Calibri" pitchFamily="34" charset="-122"/>
                <a:cs typeface="Calibri" pitchFamily="34" charset="-120"/>
              </a:rPr>
              <a:t>81 agents is the reference model. Each DNA deployment customizes: agent count, domain focus, capability scope, and work group structure adapt to your specific industry, size, and doctrine.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4572000" cy="365760"/>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The BOSS Score</a:t>
            </a:r>
            <a:endParaRPr lang="en-US" sz="1400" dirty="0"/>
          </a:p>
        </p:txBody>
      </p:sp>
      <p:sp>
        <p:nvSpPr>
          <p:cNvPr id="3" name="Text 1"/>
          <p:cNvSpPr/>
          <p:nvPr/>
        </p:nvSpPr>
        <p:spPr>
          <a:xfrm>
            <a:off x="548640" y="457200"/>
            <a:ext cx="82296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Business Operations Sovereignty Score</a:t>
            </a:r>
            <a:endParaRPr lang="en-US" sz="2800" dirty="0"/>
          </a:p>
        </p:txBody>
      </p:sp>
      <p:pic>
        <p:nvPicPr>
          <p:cNvPr id="4" name="Image 0" descr="preencoded.png"/>
          <p:cNvPicPr>
            <a:picLocks noChangeAspect="1"/>
          </p:cNvPicPr>
          <p:nvPr/>
        </p:nvPicPr>
        <p:blipFill>
          <a:blip r:embed="rId3">
            <a:alphaModFix amt="30000"/>
          </a:blip>
          <a:stretch>
            <a:fillRect/>
          </a:stretch>
        </p:blipFill>
        <p:spPr>
          <a:xfrm>
            <a:off x="7772400" y="137160"/>
            <a:ext cx="1097280" cy="1097280"/>
          </a:xfrm>
          <a:prstGeom prst="rect">
            <a:avLst/>
          </a:prstGeom>
        </p:spPr>
      </p:pic>
      <p:sp>
        <p:nvSpPr>
          <p:cNvPr id="5" name="Shape 2"/>
          <p:cNvSpPr/>
          <p:nvPr/>
        </p:nvSpPr>
        <p:spPr>
          <a:xfrm>
            <a:off x="457200" y="1097280"/>
            <a:ext cx="8229600" cy="502920"/>
          </a:xfrm>
          <a:prstGeom prst="rect">
            <a:avLst/>
          </a:prstGeom>
          <a:solidFill>
            <a:srgbClr val="1E3A5F"/>
          </a:solidFill>
          <a:ln/>
        </p:spPr>
      </p:sp>
      <p:sp>
        <p:nvSpPr>
          <p:cNvPr id="6" name="Text 3"/>
          <p:cNvSpPr/>
          <p:nvPr/>
        </p:nvSpPr>
        <p:spPr>
          <a:xfrm>
            <a:off x="640080" y="1124712"/>
            <a:ext cx="7863840" cy="457200"/>
          </a:xfrm>
          <a:prstGeom prst="rect">
            <a:avLst/>
          </a:prstGeom>
          <a:noFill/>
          <a:ln/>
        </p:spPr>
        <p:txBody>
          <a:bodyPr wrap="square" lIns="0" tIns="0" rIns="0" bIns="0" rtlCol="0" anchor="ctr"/>
          <a:lstStyle/>
          <a:p>
            <a:pPr marL="0" indent="0">
              <a:buNone/>
            </a:pPr>
            <a:r>
              <a:rPr lang="en-US" sz="1200" b="1" dirty="0">
                <a:solidFill>
                  <a:srgbClr val="FFB703"/>
                </a:solidFill>
                <a:latin typeface="Calibri" pitchFamily="34" charset="0"/>
                <a:ea typeface="Calibri" pitchFamily="34" charset="-122"/>
                <a:cs typeface="Calibri" pitchFamily="34" charset="-120"/>
              </a:rPr>
              <a:t>Every dimension is derived from established global frameworks. Every formula is audit-ready. Every score answers 'WHY.'</a:t>
            </a:r>
            <a:endParaRPr lang="en-US" sz="1200" dirty="0"/>
          </a:p>
        </p:txBody>
      </p:sp>
      <p:sp>
        <p:nvSpPr>
          <p:cNvPr id="7" name="Shape 4"/>
          <p:cNvSpPr/>
          <p:nvPr/>
        </p:nvSpPr>
        <p:spPr>
          <a:xfrm>
            <a:off x="457200" y="1783080"/>
            <a:ext cx="5029200" cy="320040"/>
          </a:xfrm>
          <a:prstGeom prst="rect">
            <a:avLst/>
          </a:prstGeom>
          <a:solidFill>
            <a:srgbClr val="1B2838"/>
          </a:solidFill>
          <a:ln/>
        </p:spPr>
      </p:sp>
      <p:sp>
        <p:nvSpPr>
          <p:cNvPr id="8" name="Shape 5"/>
          <p:cNvSpPr/>
          <p:nvPr/>
        </p:nvSpPr>
        <p:spPr>
          <a:xfrm>
            <a:off x="457200" y="1783080"/>
            <a:ext cx="73152" cy="320040"/>
          </a:xfrm>
          <a:prstGeom prst="rect">
            <a:avLst/>
          </a:prstGeom>
          <a:solidFill>
            <a:srgbClr val="00B4D8"/>
          </a:solidFill>
          <a:ln/>
        </p:spPr>
      </p:sp>
      <p:sp>
        <p:nvSpPr>
          <p:cNvPr id="9" name="Text 6"/>
          <p:cNvSpPr/>
          <p:nvPr/>
        </p:nvSpPr>
        <p:spPr>
          <a:xfrm>
            <a:off x="640080" y="1783080"/>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Sovereignty Action</a:t>
            </a:r>
            <a:endParaRPr lang="en-US" sz="1100" dirty="0"/>
          </a:p>
        </p:txBody>
      </p:sp>
      <p:sp>
        <p:nvSpPr>
          <p:cNvPr id="10" name="Text 7"/>
          <p:cNvSpPr/>
          <p:nvPr/>
        </p:nvSpPr>
        <p:spPr>
          <a:xfrm>
            <a:off x="2377440" y="1783080"/>
            <a:ext cx="457200" cy="320040"/>
          </a:xfrm>
          <a:prstGeom prst="rect">
            <a:avLst/>
          </a:prstGeom>
          <a:noFill/>
          <a:ln/>
        </p:spPr>
        <p:txBody>
          <a:bodyPr wrap="square" lIns="0" tIns="0" rIns="0" bIns="0" rtlCol="0" anchor="ctr"/>
          <a:lstStyle/>
          <a:p>
            <a:pPr marL="0" indent="0" algn="ctr">
              <a:buNone/>
            </a:pPr>
            <a:r>
              <a:rPr lang="en-US" sz="1000" dirty="0">
                <a:solidFill>
                  <a:srgbClr val="FF0000"/>
                </a:solidFill>
                <a:latin typeface="Calibri" pitchFamily="34" charset="0"/>
                <a:ea typeface="Calibri" pitchFamily="34" charset="-122"/>
                <a:cs typeface="Calibri" pitchFamily="34" charset="-120"/>
              </a:rPr>
              <a:t>TOP</a:t>
            </a:r>
            <a:endParaRPr lang="en-US" sz="1000" dirty="0">
              <a:solidFill>
                <a:srgbClr val="FF0000"/>
              </a:solidFill>
            </a:endParaRPr>
          </a:p>
        </p:txBody>
      </p:sp>
      <p:sp>
        <p:nvSpPr>
          <p:cNvPr id="11" name="Text 8"/>
          <p:cNvSpPr/>
          <p:nvPr/>
        </p:nvSpPr>
        <p:spPr>
          <a:xfrm>
            <a:off x="2880360" y="1783080"/>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EU SEAL + Eurotechguide Index</a:t>
            </a:r>
            <a:endParaRPr lang="en-US" sz="950" dirty="0"/>
          </a:p>
        </p:txBody>
      </p:sp>
      <p:sp>
        <p:nvSpPr>
          <p:cNvPr id="12" name="Shape 9"/>
          <p:cNvSpPr/>
          <p:nvPr/>
        </p:nvSpPr>
        <p:spPr>
          <a:xfrm>
            <a:off x="457200" y="2167128"/>
            <a:ext cx="5029200" cy="320040"/>
          </a:xfrm>
          <a:prstGeom prst="rect">
            <a:avLst/>
          </a:prstGeom>
          <a:solidFill>
            <a:srgbClr val="1B2838"/>
          </a:solidFill>
          <a:ln/>
        </p:spPr>
      </p:sp>
      <p:sp>
        <p:nvSpPr>
          <p:cNvPr id="13" name="Shape 10"/>
          <p:cNvSpPr/>
          <p:nvPr/>
        </p:nvSpPr>
        <p:spPr>
          <a:xfrm>
            <a:off x="457200" y="2167128"/>
            <a:ext cx="73152" cy="320040"/>
          </a:xfrm>
          <a:prstGeom prst="rect">
            <a:avLst/>
          </a:prstGeom>
          <a:solidFill>
            <a:srgbClr val="00B4D8"/>
          </a:solidFill>
          <a:ln/>
        </p:spPr>
      </p:sp>
      <p:sp>
        <p:nvSpPr>
          <p:cNvPr id="14" name="Text 11"/>
          <p:cNvSpPr/>
          <p:nvPr/>
        </p:nvSpPr>
        <p:spPr>
          <a:xfrm>
            <a:off x="640080" y="2167128"/>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Security Impact</a:t>
            </a:r>
            <a:endParaRPr lang="en-US" sz="1100" dirty="0"/>
          </a:p>
        </p:txBody>
      </p:sp>
      <p:sp>
        <p:nvSpPr>
          <p:cNvPr id="15" name="Text 12"/>
          <p:cNvSpPr/>
          <p:nvPr/>
        </p:nvSpPr>
        <p:spPr>
          <a:xfrm>
            <a:off x="2377440" y="2167128"/>
            <a:ext cx="457200" cy="320040"/>
          </a:xfrm>
          <a:prstGeom prst="rect">
            <a:avLst/>
          </a:prstGeom>
          <a:noFill/>
          <a:ln/>
        </p:spPr>
        <p:txBody>
          <a:bodyPr wrap="square" lIns="0" tIns="0" rIns="0" bIns="0" rtlCol="0" anchor="ctr"/>
          <a:lstStyle/>
          <a:p>
            <a:pPr marL="0" indent="0" algn="ctr">
              <a:buNone/>
            </a:pPr>
            <a:r>
              <a:rPr lang="en-US" sz="1000" dirty="0">
                <a:solidFill>
                  <a:srgbClr val="C00000"/>
                </a:solidFill>
                <a:latin typeface="Calibri" pitchFamily="34" charset="0"/>
                <a:ea typeface="Calibri" pitchFamily="34" charset="-122"/>
                <a:cs typeface="Calibri" pitchFamily="34" charset="-120"/>
              </a:rPr>
              <a:t>Very High</a:t>
            </a:r>
            <a:endParaRPr lang="en-US" sz="1000" dirty="0">
              <a:solidFill>
                <a:srgbClr val="C00000"/>
              </a:solidFill>
            </a:endParaRPr>
          </a:p>
        </p:txBody>
      </p:sp>
      <p:sp>
        <p:nvSpPr>
          <p:cNvPr id="16" name="Text 13"/>
          <p:cNvSpPr/>
          <p:nvPr/>
        </p:nvSpPr>
        <p:spPr>
          <a:xfrm>
            <a:off x="2880360" y="2167128"/>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NIST CSF + MITRE ATT&amp;CK</a:t>
            </a:r>
            <a:endParaRPr lang="en-US" sz="950" dirty="0"/>
          </a:p>
        </p:txBody>
      </p:sp>
      <p:sp>
        <p:nvSpPr>
          <p:cNvPr id="17" name="Shape 14"/>
          <p:cNvSpPr/>
          <p:nvPr/>
        </p:nvSpPr>
        <p:spPr>
          <a:xfrm>
            <a:off x="457200" y="2551176"/>
            <a:ext cx="5029200" cy="320040"/>
          </a:xfrm>
          <a:prstGeom prst="rect">
            <a:avLst/>
          </a:prstGeom>
          <a:solidFill>
            <a:srgbClr val="1B2838"/>
          </a:solidFill>
          <a:ln/>
        </p:spPr>
      </p:sp>
      <p:sp>
        <p:nvSpPr>
          <p:cNvPr id="18" name="Shape 15"/>
          <p:cNvSpPr/>
          <p:nvPr/>
        </p:nvSpPr>
        <p:spPr>
          <a:xfrm>
            <a:off x="457200" y="2551176"/>
            <a:ext cx="73152" cy="320040"/>
          </a:xfrm>
          <a:prstGeom prst="rect">
            <a:avLst/>
          </a:prstGeom>
          <a:solidFill>
            <a:srgbClr val="48CAE4"/>
          </a:solidFill>
          <a:ln/>
        </p:spPr>
      </p:sp>
      <p:sp>
        <p:nvSpPr>
          <p:cNvPr id="19" name="Text 16"/>
          <p:cNvSpPr/>
          <p:nvPr/>
        </p:nvSpPr>
        <p:spPr>
          <a:xfrm>
            <a:off x="640080" y="2551176"/>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Financial Exposure</a:t>
            </a:r>
            <a:endParaRPr lang="en-US" sz="1100" dirty="0"/>
          </a:p>
        </p:txBody>
      </p:sp>
      <p:sp>
        <p:nvSpPr>
          <p:cNvPr id="20" name="Text 17"/>
          <p:cNvSpPr/>
          <p:nvPr/>
        </p:nvSpPr>
        <p:spPr>
          <a:xfrm>
            <a:off x="2377440" y="2551176"/>
            <a:ext cx="457200" cy="320040"/>
          </a:xfrm>
          <a:prstGeom prst="rect">
            <a:avLst/>
          </a:prstGeom>
          <a:noFill/>
          <a:ln/>
        </p:spPr>
        <p:txBody>
          <a:bodyPr wrap="square" lIns="0" tIns="0" rIns="0" bIns="0" rtlCol="0" anchor="ctr"/>
          <a:lstStyle/>
          <a:p>
            <a:pPr marL="0" indent="0" algn="ctr">
              <a:buNone/>
            </a:pPr>
            <a:r>
              <a:rPr lang="en-US" sz="1000" dirty="0">
                <a:solidFill>
                  <a:srgbClr val="C00000"/>
                </a:solidFill>
                <a:latin typeface="Calibri" pitchFamily="34" charset="0"/>
                <a:ea typeface="Calibri" pitchFamily="34" charset="-122"/>
                <a:cs typeface="Calibri" pitchFamily="34" charset="-120"/>
              </a:rPr>
              <a:t>Very High</a:t>
            </a:r>
            <a:endParaRPr lang="en-US" sz="1000" dirty="0">
              <a:solidFill>
                <a:srgbClr val="C00000"/>
              </a:solidFill>
            </a:endParaRPr>
          </a:p>
        </p:txBody>
      </p:sp>
      <p:sp>
        <p:nvSpPr>
          <p:cNvPr id="21" name="Text 18"/>
          <p:cNvSpPr/>
          <p:nvPr/>
        </p:nvSpPr>
        <p:spPr>
          <a:xfrm>
            <a:off x="2880360" y="2551176"/>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FAIR (Factor Analysis of Info Risk) + COSO ERM</a:t>
            </a:r>
            <a:endParaRPr lang="en-US" sz="950" dirty="0"/>
          </a:p>
        </p:txBody>
      </p:sp>
      <p:sp>
        <p:nvSpPr>
          <p:cNvPr id="22" name="Shape 19"/>
          <p:cNvSpPr/>
          <p:nvPr/>
        </p:nvSpPr>
        <p:spPr>
          <a:xfrm>
            <a:off x="457200" y="2935224"/>
            <a:ext cx="5029200" cy="320040"/>
          </a:xfrm>
          <a:prstGeom prst="rect">
            <a:avLst/>
          </a:prstGeom>
          <a:solidFill>
            <a:srgbClr val="1B2838"/>
          </a:solidFill>
          <a:ln/>
        </p:spPr>
      </p:sp>
      <p:sp>
        <p:nvSpPr>
          <p:cNvPr id="23" name="Shape 20"/>
          <p:cNvSpPr/>
          <p:nvPr/>
        </p:nvSpPr>
        <p:spPr>
          <a:xfrm>
            <a:off x="457200" y="2935224"/>
            <a:ext cx="73152" cy="320040"/>
          </a:xfrm>
          <a:prstGeom prst="rect">
            <a:avLst/>
          </a:prstGeom>
          <a:solidFill>
            <a:srgbClr val="48CAE4"/>
          </a:solidFill>
          <a:ln/>
        </p:spPr>
      </p:sp>
      <p:sp>
        <p:nvSpPr>
          <p:cNvPr id="24" name="Text 21"/>
          <p:cNvSpPr/>
          <p:nvPr/>
        </p:nvSpPr>
        <p:spPr>
          <a:xfrm>
            <a:off x="640080" y="2935224"/>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Regulatory Impact</a:t>
            </a:r>
            <a:endParaRPr lang="en-US" sz="1100" dirty="0"/>
          </a:p>
        </p:txBody>
      </p:sp>
      <p:sp>
        <p:nvSpPr>
          <p:cNvPr id="25" name="Text 22"/>
          <p:cNvSpPr/>
          <p:nvPr/>
        </p:nvSpPr>
        <p:spPr>
          <a:xfrm>
            <a:off x="2377440" y="2935224"/>
            <a:ext cx="457200" cy="320040"/>
          </a:xfrm>
          <a:prstGeom prst="rect">
            <a:avLst/>
          </a:prstGeom>
          <a:noFill/>
          <a:ln/>
        </p:spPr>
        <p:txBody>
          <a:bodyPr wrap="square" lIns="0" tIns="0" rIns="0" bIns="0" rtlCol="0" anchor="ctr"/>
          <a:lstStyle/>
          <a:p>
            <a:pPr marL="0" indent="0" algn="ctr">
              <a:buNone/>
            </a:pPr>
            <a:r>
              <a:rPr lang="en-US" sz="1000" dirty="0">
                <a:solidFill>
                  <a:schemeClr val="accent2">
                    <a:lumMod val="75000"/>
                  </a:schemeClr>
                </a:solidFill>
                <a:latin typeface="Calibri" pitchFamily="34" charset="0"/>
                <a:ea typeface="Calibri" pitchFamily="34" charset="-122"/>
                <a:cs typeface="Calibri" pitchFamily="34" charset="-120"/>
              </a:rPr>
              <a:t>High</a:t>
            </a:r>
            <a:endParaRPr lang="en-US" sz="1000" dirty="0">
              <a:solidFill>
                <a:schemeClr val="accent2">
                  <a:lumMod val="75000"/>
                </a:schemeClr>
              </a:solidFill>
            </a:endParaRPr>
          </a:p>
        </p:txBody>
      </p:sp>
      <p:sp>
        <p:nvSpPr>
          <p:cNvPr id="26" name="Text 23"/>
          <p:cNvSpPr/>
          <p:nvPr/>
        </p:nvSpPr>
        <p:spPr>
          <a:xfrm>
            <a:off x="2880360" y="2935224"/>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EU AI Act Risk Classification + CMMC 2.0</a:t>
            </a:r>
            <a:endParaRPr lang="en-US" sz="950" dirty="0"/>
          </a:p>
        </p:txBody>
      </p:sp>
      <p:sp>
        <p:nvSpPr>
          <p:cNvPr id="27" name="Shape 24"/>
          <p:cNvSpPr/>
          <p:nvPr/>
        </p:nvSpPr>
        <p:spPr>
          <a:xfrm>
            <a:off x="457200" y="3319272"/>
            <a:ext cx="5029200" cy="320040"/>
          </a:xfrm>
          <a:prstGeom prst="rect">
            <a:avLst/>
          </a:prstGeom>
          <a:solidFill>
            <a:srgbClr val="1B2838"/>
          </a:solidFill>
          <a:ln/>
        </p:spPr>
      </p:sp>
      <p:sp>
        <p:nvSpPr>
          <p:cNvPr id="28" name="Shape 25"/>
          <p:cNvSpPr/>
          <p:nvPr/>
        </p:nvSpPr>
        <p:spPr>
          <a:xfrm>
            <a:off x="457200" y="3319272"/>
            <a:ext cx="73152" cy="320040"/>
          </a:xfrm>
          <a:prstGeom prst="rect">
            <a:avLst/>
          </a:prstGeom>
          <a:solidFill>
            <a:srgbClr val="2A9D8F"/>
          </a:solidFill>
          <a:ln/>
        </p:spPr>
      </p:sp>
      <p:sp>
        <p:nvSpPr>
          <p:cNvPr id="29" name="Text 26"/>
          <p:cNvSpPr/>
          <p:nvPr/>
        </p:nvSpPr>
        <p:spPr>
          <a:xfrm>
            <a:off x="640080" y="3319272"/>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Reputational Risk</a:t>
            </a:r>
            <a:endParaRPr lang="en-US" sz="1100" dirty="0"/>
          </a:p>
        </p:txBody>
      </p:sp>
      <p:sp>
        <p:nvSpPr>
          <p:cNvPr id="30" name="Text 27"/>
          <p:cNvSpPr/>
          <p:nvPr/>
        </p:nvSpPr>
        <p:spPr>
          <a:xfrm>
            <a:off x="2377440" y="3319272"/>
            <a:ext cx="457200" cy="320040"/>
          </a:xfrm>
          <a:prstGeom prst="rect">
            <a:avLst/>
          </a:prstGeom>
          <a:noFill/>
          <a:ln/>
        </p:spPr>
        <p:txBody>
          <a:bodyPr wrap="square" lIns="0" tIns="0" rIns="0" bIns="0" rtlCol="0" anchor="ctr"/>
          <a:lstStyle/>
          <a:p>
            <a:pPr marL="0" indent="0" algn="ctr">
              <a:buNone/>
            </a:pPr>
            <a:r>
              <a:rPr lang="en-US" sz="1000" dirty="0">
                <a:solidFill>
                  <a:srgbClr val="FFC000"/>
                </a:solidFill>
                <a:latin typeface="Calibri" pitchFamily="34" charset="0"/>
                <a:ea typeface="Calibri" pitchFamily="34" charset="-122"/>
                <a:cs typeface="Calibri" pitchFamily="34" charset="-120"/>
              </a:rPr>
              <a:t>Med</a:t>
            </a:r>
            <a:endParaRPr lang="en-US" sz="1000" dirty="0">
              <a:solidFill>
                <a:srgbClr val="FFC000"/>
              </a:solidFill>
            </a:endParaRPr>
          </a:p>
        </p:txBody>
      </p:sp>
      <p:sp>
        <p:nvSpPr>
          <p:cNvPr id="31" name="Text 28"/>
          <p:cNvSpPr/>
          <p:nvPr/>
        </p:nvSpPr>
        <p:spPr>
          <a:xfrm>
            <a:off x="2880360" y="3319272"/>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RepTrak + SASB Materiality</a:t>
            </a:r>
            <a:endParaRPr lang="en-US" sz="950" dirty="0"/>
          </a:p>
        </p:txBody>
      </p:sp>
      <p:sp>
        <p:nvSpPr>
          <p:cNvPr id="32" name="Shape 29"/>
          <p:cNvSpPr/>
          <p:nvPr/>
        </p:nvSpPr>
        <p:spPr>
          <a:xfrm>
            <a:off x="457200" y="3703320"/>
            <a:ext cx="5029200" cy="320040"/>
          </a:xfrm>
          <a:prstGeom prst="rect">
            <a:avLst/>
          </a:prstGeom>
          <a:solidFill>
            <a:srgbClr val="1B2838"/>
          </a:solidFill>
          <a:ln/>
        </p:spPr>
      </p:sp>
      <p:sp>
        <p:nvSpPr>
          <p:cNvPr id="33" name="Shape 30"/>
          <p:cNvSpPr/>
          <p:nvPr/>
        </p:nvSpPr>
        <p:spPr>
          <a:xfrm>
            <a:off x="457200" y="3703320"/>
            <a:ext cx="73152" cy="320040"/>
          </a:xfrm>
          <a:prstGeom prst="rect">
            <a:avLst/>
          </a:prstGeom>
          <a:solidFill>
            <a:srgbClr val="2A9D8F"/>
          </a:solidFill>
          <a:ln/>
        </p:spPr>
      </p:sp>
      <p:sp>
        <p:nvSpPr>
          <p:cNvPr id="34" name="Text 31"/>
          <p:cNvSpPr/>
          <p:nvPr/>
        </p:nvSpPr>
        <p:spPr>
          <a:xfrm>
            <a:off x="640080" y="3703320"/>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Rights Certainty</a:t>
            </a:r>
            <a:endParaRPr lang="en-US" sz="1100" dirty="0"/>
          </a:p>
        </p:txBody>
      </p:sp>
      <p:sp>
        <p:nvSpPr>
          <p:cNvPr id="35" name="Text 32"/>
          <p:cNvSpPr/>
          <p:nvPr/>
        </p:nvSpPr>
        <p:spPr>
          <a:xfrm>
            <a:off x="2377440" y="3703320"/>
            <a:ext cx="457200" cy="320040"/>
          </a:xfrm>
          <a:prstGeom prst="rect">
            <a:avLst/>
          </a:prstGeom>
          <a:noFill/>
          <a:ln/>
        </p:spPr>
        <p:txBody>
          <a:bodyPr wrap="square" lIns="0" tIns="0" rIns="0" bIns="0" rtlCol="0" anchor="ctr"/>
          <a:lstStyle/>
          <a:p>
            <a:pPr marL="0" indent="0" algn="ctr">
              <a:buNone/>
            </a:pPr>
            <a:r>
              <a:rPr lang="en-US" sz="1000" dirty="0">
                <a:solidFill>
                  <a:schemeClr val="accent6">
                    <a:lumMod val="75000"/>
                  </a:schemeClr>
                </a:solidFill>
                <a:latin typeface="Calibri" pitchFamily="34" charset="0"/>
                <a:ea typeface="Calibri" pitchFamily="34" charset="-122"/>
                <a:cs typeface="Calibri" pitchFamily="34" charset="-120"/>
              </a:rPr>
              <a:t>Low</a:t>
            </a:r>
            <a:endParaRPr lang="en-US" sz="1000" dirty="0">
              <a:solidFill>
                <a:schemeClr val="accent6">
                  <a:lumMod val="75000"/>
                </a:schemeClr>
              </a:solidFill>
            </a:endParaRPr>
          </a:p>
        </p:txBody>
      </p:sp>
      <p:sp>
        <p:nvSpPr>
          <p:cNvPr id="36" name="Text 33"/>
          <p:cNvSpPr/>
          <p:nvPr/>
        </p:nvSpPr>
        <p:spPr>
          <a:xfrm>
            <a:off x="2880360" y="3703320"/>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WIPO + Creative Commons Frameworks</a:t>
            </a:r>
            <a:endParaRPr lang="en-US" sz="950" dirty="0"/>
          </a:p>
        </p:txBody>
      </p:sp>
      <p:sp>
        <p:nvSpPr>
          <p:cNvPr id="37" name="Shape 34"/>
          <p:cNvSpPr/>
          <p:nvPr/>
        </p:nvSpPr>
        <p:spPr>
          <a:xfrm>
            <a:off x="457200" y="4087368"/>
            <a:ext cx="5029200" cy="320040"/>
          </a:xfrm>
          <a:prstGeom prst="rect">
            <a:avLst/>
          </a:prstGeom>
          <a:solidFill>
            <a:srgbClr val="1B2838"/>
          </a:solidFill>
          <a:ln/>
        </p:spPr>
      </p:sp>
      <p:sp>
        <p:nvSpPr>
          <p:cNvPr id="38" name="Shape 35"/>
          <p:cNvSpPr/>
          <p:nvPr/>
        </p:nvSpPr>
        <p:spPr>
          <a:xfrm>
            <a:off x="457200" y="4087368"/>
            <a:ext cx="73152" cy="320040"/>
          </a:xfrm>
          <a:prstGeom prst="rect">
            <a:avLst/>
          </a:prstGeom>
          <a:solidFill>
            <a:srgbClr val="FFB703"/>
          </a:solidFill>
          <a:ln/>
        </p:spPr>
      </p:sp>
      <p:sp>
        <p:nvSpPr>
          <p:cNvPr id="39" name="Text 36"/>
          <p:cNvSpPr/>
          <p:nvPr/>
        </p:nvSpPr>
        <p:spPr>
          <a:xfrm>
            <a:off x="640080" y="4087368"/>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Doctrinal Alignment</a:t>
            </a:r>
            <a:endParaRPr lang="en-US" sz="1100" dirty="0"/>
          </a:p>
        </p:txBody>
      </p:sp>
      <p:sp>
        <p:nvSpPr>
          <p:cNvPr id="40" name="Text 37"/>
          <p:cNvSpPr/>
          <p:nvPr/>
        </p:nvSpPr>
        <p:spPr>
          <a:xfrm>
            <a:off x="2377440" y="4087368"/>
            <a:ext cx="457200" cy="320040"/>
          </a:xfrm>
          <a:prstGeom prst="rect">
            <a:avLst/>
          </a:prstGeom>
          <a:noFill/>
          <a:ln/>
        </p:spPr>
        <p:txBody>
          <a:bodyPr wrap="square" lIns="0" tIns="0" rIns="0" bIns="0" rtlCol="0" anchor="ctr"/>
          <a:lstStyle/>
          <a:p>
            <a:pPr marL="0" indent="0" algn="ctr">
              <a:buNone/>
            </a:pPr>
            <a:r>
              <a:rPr lang="en-US" sz="1000" dirty="0">
                <a:solidFill>
                  <a:schemeClr val="accent6">
                    <a:lumMod val="50000"/>
                  </a:schemeClr>
                </a:solidFill>
                <a:latin typeface="Calibri" pitchFamily="34" charset="0"/>
                <a:ea typeface="Calibri" pitchFamily="34" charset="-122"/>
                <a:cs typeface="Calibri" pitchFamily="34" charset="-120"/>
              </a:rPr>
              <a:t>Very Low</a:t>
            </a:r>
            <a:endParaRPr lang="en-US" sz="1000" dirty="0">
              <a:solidFill>
                <a:schemeClr val="accent6">
                  <a:lumMod val="50000"/>
                </a:schemeClr>
              </a:solidFill>
            </a:endParaRPr>
          </a:p>
        </p:txBody>
      </p:sp>
      <p:sp>
        <p:nvSpPr>
          <p:cNvPr id="41" name="Text 38"/>
          <p:cNvSpPr/>
          <p:nvPr/>
        </p:nvSpPr>
        <p:spPr>
          <a:xfrm>
            <a:off x="2880360" y="4087368"/>
            <a:ext cx="2560320" cy="320040"/>
          </a:xfrm>
          <a:prstGeom prst="rect">
            <a:avLst/>
          </a:prstGeom>
          <a:noFill/>
          <a:ln/>
        </p:spPr>
        <p:txBody>
          <a:bodyPr wrap="square" lIns="0" tIns="0" rIns="0" bIns="0"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ADAM CORE Graph Drift Detection</a:t>
            </a:r>
            <a:endParaRPr lang="en-US" sz="950" dirty="0"/>
          </a:p>
        </p:txBody>
      </p:sp>
      <p:sp>
        <p:nvSpPr>
          <p:cNvPr id="42" name="Text 39"/>
          <p:cNvSpPr/>
          <p:nvPr/>
        </p:nvSpPr>
        <p:spPr>
          <a:xfrm>
            <a:off x="5852160" y="1691640"/>
            <a:ext cx="301752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Escalation Tiers</a:t>
            </a:r>
            <a:endParaRPr lang="en-US" sz="1200" dirty="0"/>
          </a:p>
        </p:txBody>
      </p:sp>
      <p:sp>
        <p:nvSpPr>
          <p:cNvPr id="43" name="Shape 40"/>
          <p:cNvSpPr/>
          <p:nvPr/>
        </p:nvSpPr>
        <p:spPr>
          <a:xfrm>
            <a:off x="5852160" y="2011680"/>
            <a:ext cx="3017520" cy="438912"/>
          </a:xfrm>
          <a:prstGeom prst="rect">
            <a:avLst/>
          </a:prstGeom>
          <a:solidFill>
            <a:srgbClr val="1B2838"/>
          </a:solidFill>
          <a:ln/>
        </p:spPr>
      </p:sp>
      <p:sp>
        <p:nvSpPr>
          <p:cNvPr id="44" name="Shape 41"/>
          <p:cNvSpPr/>
          <p:nvPr/>
        </p:nvSpPr>
        <p:spPr>
          <a:xfrm>
            <a:off x="5852160" y="2011680"/>
            <a:ext cx="73152" cy="438912"/>
          </a:xfrm>
          <a:prstGeom prst="rect">
            <a:avLst/>
          </a:prstGeom>
          <a:solidFill>
            <a:schemeClr val="accent6">
              <a:lumMod val="50000"/>
            </a:schemeClr>
          </a:solidFill>
          <a:ln/>
        </p:spPr>
      </p:sp>
      <p:sp>
        <p:nvSpPr>
          <p:cNvPr id="45" name="Text 42"/>
          <p:cNvSpPr/>
          <p:nvPr/>
        </p:nvSpPr>
        <p:spPr>
          <a:xfrm>
            <a:off x="6035040" y="2011680"/>
            <a:ext cx="1280160" cy="237744"/>
          </a:xfrm>
          <a:prstGeom prst="rect">
            <a:avLst/>
          </a:prstGeom>
          <a:noFill/>
          <a:ln/>
        </p:spPr>
        <p:txBody>
          <a:bodyPr wrap="square" lIns="0" tIns="0" rIns="0" bIns="0" rtlCol="0" anchor="ctr"/>
          <a:lstStyle/>
          <a:p>
            <a:pPr marL="0" indent="0">
              <a:buNone/>
            </a:pPr>
            <a:r>
              <a:rPr lang="en-US" sz="1100" b="1" dirty="0">
                <a:solidFill>
                  <a:schemeClr val="accent6">
                    <a:lumMod val="50000"/>
                  </a:schemeClr>
                </a:solidFill>
                <a:latin typeface="Trebuchet MS" pitchFamily="34" charset="0"/>
                <a:ea typeface="Trebuchet MS" pitchFamily="34" charset="-122"/>
                <a:cs typeface="Trebuchet MS" pitchFamily="34" charset="-120"/>
              </a:rPr>
              <a:t>SOAP</a:t>
            </a:r>
            <a:endParaRPr lang="en-US" sz="1100" dirty="0">
              <a:solidFill>
                <a:schemeClr val="accent6">
                  <a:lumMod val="50000"/>
                </a:schemeClr>
              </a:solidFill>
            </a:endParaRPr>
          </a:p>
        </p:txBody>
      </p:sp>
      <p:sp>
        <p:nvSpPr>
          <p:cNvPr id="46" name="Text 43"/>
          <p:cNvSpPr/>
          <p:nvPr/>
        </p:nvSpPr>
        <p:spPr>
          <a:xfrm>
            <a:off x="7406640" y="2011680"/>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0-10</a:t>
            </a:r>
            <a:endParaRPr lang="en-US" sz="1000" dirty="0"/>
          </a:p>
        </p:txBody>
      </p:sp>
      <p:sp>
        <p:nvSpPr>
          <p:cNvPr id="47" name="Text 44"/>
          <p:cNvSpPr/>
          <p:nvPr/>
        </p:nvSpPr>
        <p:spPr>
          <a:xfrm>
            <a:off x="6035040" y="2231136"/>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Safe Optimum Autonomous Performance</a:t>
            </a:r>
            <a:endParaRPr lang="en-US" sz="900" dirty="0"/>
          </a:p>
        </p:txBody>
      </p:sp>
      <p:sp>
        <p:nvSpPr>
          <p:cNvPr id="48" name="Shape 45"/>
          <p:cNvSpPr/>
          <p:nvPr/>
        </p:nvSpPr>
        <p:spPr>
          <a:xfrm>
            <a:off x="5852160" y="2523744"/>
            <a:ext cx="3017520" cy="438912"/>
          </a:xfrm>
          <a:prstGeom prst="rect">
            <a:avLst/>
          </a:prstGeom>
          <a:solidFill>
            <a:srgbClr val="1B2838"/>
          </a:solidFill>
          <a:ln/>
        </p:spPr>
      </p:sp>
      <p:sp>
        <p:nvSpPr>
          <p:cNvPr id="49" name="Shape 46"/>
          <p:cNvSpPr/>
          <p:nvPr/>
        </p:nvSpPr>
        <p:spPr>
          <a:xfrm>
            <a:off x="5852160" y="2523744"/>
            <a:ext cx="73152" cy="438912"/>
          </a:xfrm>
          <a:prstGeom prst="rect">
            <a:avLst/>
          </a:prstGeom>
          <a:solidFill>
            <a:schemeClr val="accent4">
              <a:lumMod val="75000"/>
            </a:schemeClr>
          </a:solidFill>
          <a:ln/>
        </p:spPr>
      </p:sp>
      <p:sp>
        <p:nvSpPr>
          <p:cNvPr id="50" name="Text 47"/>
          <p:cNvSpPr/>
          <p:nvPr/>
        </p:nvSpPr>
        <p:spPr>
          <a:xfrm>
            <a:off x="6035040" y="2523744"/>
            <a:ext cx="1280160" cy="237744"/>
          </a:xfrm>
          <a:prstGeom prst="rect">
            <a:avLst/>
          </a:prstGeom>
          <a:noFill/>
          <a:ln/>
        </p:spPr>
        <p:txBody>
          <a:bodyPr wrap="square" lIns="0" tIns="0" rIns="0" bIns="0" rtlCol="0" anchor="ctr"/>
          <a:lstStyle/>
          <a:p>
            <a:pPr marL="0" indent="0">
              <a:buNone/>
            </a:pPr>
            <a:r>
              <a:rPr lang="en-US" sz="1100" b="1" dirty="0">
                <a:solidFill>
                  <a:schemeClr val="accent4"/>
                </a:solidFill>
                <a:latin typeface="Trebuchet MS" pitchFamily="34" charset="0"/>
                <a:ea typeface="Trebuchet MS" pitchFamily="34" charset="-122"/>
                <a:cs typeface="Trebuchet MS" pitchFamily="34" charset="-120"/>
              </a:rPr>
              <a:t>MODERATE</a:t>
            </a:r>
            <a:endParaRPr lang="en-US" sz="1100" dirty="0">
              <a:solidFill>
                <a:schemeClr val="accent4"/>
              </a:solidFill>
            </a:endParaRPr>
          </a:p>
        </p:txBody>
      </p:sp>
      <p:sp>
        <p:nvSpPr>
          <p:cNvPr id="51" name="Text 48"/>
          <p:cNvSpPr/>
          <p:nvPr/>
        </p:nvSpPr>
        <p:spPr>
          <a:xfrm>
            <a:off x="7406640" y="2523744"/>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11-30</a:t>
            </a:r>
            <a:endParaRPr lang="en-US" sz="1000" dirty="0"/>
          </a:p>
        </p:txBody>
      </p:sp>
      <p:sp>
        <p:nvSpPr>
          <p:cNvPr id="52" name="Text 49"/>
          <p:cNvSpPr/>
          <p:nvPr/>
        </p:nvSpPr>
        <p:spPr>
          <a:xfrm>
            <a:off x="6035040" y="2743200"/>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Constrained Execution</a:t>
            </a:r>
            <a:endParaRPr lang="en-US" sz="900" dirty="0"/>
          </a:p>
        </p:txBody>
      </p:sp>
      <p:sp>
        <p:nvSpPr>
          <p:cNvPr id="53" name="Shape 50"/>
          <p:cNvSpPr/>
          <p:nvPr/>
        </p:nvSpPr>
        <p:spPr>
          <a:xfrm>
            <a:off x="5852160" y="3035808"/>
            <a:ext cx="3017520" cy="438912"/>
          </a:xfrm>
          <a:prstGeom prst="rect">
            <a:avLst/>
          </a:prstGeom>
          <a:solidFill>
            <a:srgbClr val="1B2838"/>
          </a:solidFill>
          <a:ln/>
        </p:spPr>
      </p:sp>
      <p:sp>
        <p:nvSpPr>
          <p:cNvPr id="54" name="Shape 51"/>
          <p:cNvSpPr/>
          <p:nvPr/>
        </p:nvSpPr>
        <p:spPr>
          <a:xfrm>
            <a:off x="5852160" y="3035808"/>
            <a:ext cx="73152" cy="438912"/>
          </a:xfrm>
          <a:prstGeom prst="rect">
            <a:avLst/>
          </a:prstGeom>
          <a:solidFill>
            <a:schemeClr val="accent4">
              <a:lumMod val="50000"/>
            </a:schemeClr>
          </a:solidFill>
          <a:ln/>
        </p:spPr>
      </p:sp>
      <p:sp>
        <p:nvSpPr>
          <p:cNvPr id="55" name="Text 52"/>
          <p:cNvSpPr/>
          <p:nvPr/>
        </p:nvSpPr>
        <p:spPr>
          <a:xfrm>
            <a:off x="6035040" y="3035808"/>
            <a:ext cx="1280160" cy="237744"/>
          </a:xfrm>
          <a:prstGeom prst="rect">
            <a:avLst/>
          </a:prstGeom>
          <a:noFill/>
          <a:ln/>
        </p:spPr>
        <p:txBody>
          <a:bodyPr wrap="square" lIns="0" tIns="0" rIns="0" bIns="0" rtlCol="0" anchor="ctr"/>
          <a:lstStyle/>
          <a:p>
            <a:pPr marL="0" indent="0">
              <a:buNone/>
            </a:pPr>
            <a:r>
              <a:rPr lang="en-US" sz="1100" b="1" dirty="0">
                <a:solidFill>
                  <a:schemeClr val="accent4">
                    <a:lumMod val="50000"/>
                  </a:schemeClr>
                </a:solidFill>
                <a:latin typeface="Trebuchet MS" pitchFamily="34" charset="0"/>
                <a:ea typeface="Trebuchet MS" pitchFamily="34" charset="-122"/>
                <a:cs typeface="Trebuchet MS" pitchFamily="34" charset="-120"/>
              </a:rPr>
              <a:t>ELEVATED</a:t>
            </a:r>
            <a:endParaRPr lang="en-US" sz="1100" dirty="0">
              <a:solidFill>
                <a:schemeClr val="accent4">
                  <a:lumMod val="50000"/>
                </a:schemeClr>
              </a:solidFill>
            </a:endParaRPr>
          </a:p>
        </p:txBody>
      </p:sp>
      <p:sp>
        <p:nvSpPr>
          <p:cNvPr id="56" name="Text 53"/>
          <p:cNvSpPr/>
          <p:nvPr/>
        </p:nvSpPr>
        <p:spPr>
          <a:xfrm>
            <a:off x="7406640" y="3035808"/>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31-50</a:t>
            </a:r>
            <a:endParaRPr lang="en-US" sz="1000" dirty="0"/>
          </a:p>
        </p:txBody>
      </p:sp>
      <p:sp>
        <p:nvSpPr>
          <p:cNvPr id="57" name="Text 54"/>
          <p:cNvSpPr/>
          <p:nvPr/>
        </p:nvSpPr>
        <p:spPr>
          <a:xfrm>
            <a:off x="6035040" y="3255264"/>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Exception Likely</a:t>
            </a:r>
            <a:endParaRPr lang="en-US" sz="900" dirty="0"/>
          </a:p>
        </p:txBody>
      </p:sp>
      <p:sp>
        <p:nvSpPr>
          <p:cNvPr id="58" name="Shape 55"/>
          <p:cNvSpPr/>
          <p:nvPr/>
        </p:nvSpPr>
        <p:spPr>
          <a:xfrm>
            <a:off x="5852160" y="3547872"/>
            <a:ext cx="3017520" cy="438912"/>
          </a:xfrm>
          <a:prstGeom prst="rect">
            <a:avLst/>
          </a:prstGeom>
          <a:solidFill>
            <a:srgbClr val="1B2838"/>
          </a:solidFill>
          <a:ln/>
        </p:spPr>
      </p:sp>
      <p:sp>
        <p:nvSpPr>
          <p:cNvPr id="59" name="Shape 56"/>
          <p:cNvSpPr/>
          <p:nvPr/>
        </p:nvSpPr>
        <p:spPr>
          <a:xfrm>
            <a:off x="5852160" y="3547872"/>
            <a:ext cx="73152" cy="438912"/>
          </a:xfrm>
          <a:prstGeom prst="rect">
            <a:avLst/>
          </a:prstGeom>
          <a:solidFill>
            <a:schemeClr val="accent2">
              <a:lumMod val="75000"/>
            </a:schemeClr>
          </a:solidFill>
          <a:ln/>
        </p:spPr>
      </p:sp>
      <p:sp>
        <p:nvSpPr>
          <p:cNvPr id="60" name="Text 57"/>
          <p:cNvSpPr/>
          <p:nvPr/>
        </p:nvSpPr>
        <p:spPr>
          <a:xfrm>
            <a:off x="6035040" y="3547872"/>
            <a:ext cx="1280160" cy="237744"/>
          </a:xfrm>
          <a:prstGeom prst="rect">
            <a:avLst/>
          </a:prstGeom>
          <a:noFill/>
          <a:ln/>
        </p:spPr>
        <p:txBody>
          <a:bodyPr wrap="square" lIns="0" tIns="0" rIns="0" bIns="0" rtlCol="0" anchor="ctr"/>
          <a:lstStyle/>
          <a:p>
            <a:pPr marL="0" indent="0">
              <a:buNone/>
            </a:pPr>
            <a:r>
              <a:rPr lang="en-US" sz="1100" b="1" dirty="0">
                <a:solidFill>
                  <a:schemeClr val="accent2">
                    <a:lumMod val="75000"/>
                  </a:schemeClr>
                </a:solidFill>
                <a:latin typeface="Trebuchet MS" pitchFamily="34" charset="0"/>
                <a:ea typeface="Trebuchet MS" pitchFamily="34" charset="-122"/>
                <a:cs typeface="Trebuchet MS" pitchFamily="34" charset="-120"/>
              </a:rPr>
              <a:t>HIGH</a:t>
            </a:r>
            <a:endParaRPr lang="en-US" sz="1100" dirty="0">
              <a:solidFill>
                <a:schemeClr val="accent2">
                  <a:lumMod val="75000"/>
                </a:schemeClr>
              </a:solidFill>
            </a:endParaRPr>
          </a:p>
        </p:txBody>
      </p:sp>
      <p:sp>
        <p:nvSpPr>
          <p:cNvPr id="61" name="Text 58"/>
          <p:cNvSpPr/>
          <p:nvPr/>
        </p:nvSpPr>
        <p:spPr>
          <a:xfrm>
            <a:off x="7406640" y="3547872"/>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51-75</a:t>
            </a:r>
            <a:endParaRPr lang="en-US" sz="1000" dirty="0"/>
          </a:p>
        </p:txBody>
      </p:sp>
      <p:sp>
        <p:nvSpPr>
          <p:cNvPr id="62" name="Text 59"/>
          <p:cNvSpPr/>
          <p:nvPr/>
        </p:nvSpPr>
        <p:spPr>
          <a:xfrm>
            <a:off x="6035040" y="3767328"/>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Director Review Required</a:t>
            </a:r>
            <a:endParaRPr lang="en-US" sz="900" dirty="0"/>
          </a:p>
        </p:txBody>
      </p:sp>
      <p:sp>
        <p:nvSpPr>
          <p:cNvPr id="63" name="Shape 60"/>
          <p:cNvSpPr/>
          <p:nvPr/>
        </p:nvSpPr>
        <p:spPr>
          <a:xfrm>
            <a:off x="5852160" y="4059936"/>
            <a:ext cx="3017520" cy="438912"/>
          </a:xfrm>
          <a:prstGeom prst="rect">
            <a:avLst/>
          </a:prstGeom>
          <a:solidFill>
            <a:srgbClr val="1B2838"/>
          </a:solidFill>
          <a:ln/>
        </p:spPr>
      </p:sp>
      <p:sp>
        <p:nvSpPr>
          <p:cNvPr id="64" name="Shape 61"/>
          <p:cNvSpPr/>
          <p:nvPr/>
        </p:nvSpPr>
        <p:spPr>
          <a:xfrm>
            <a:off x="5852160" y="4059936"/>
            <a:ext cx="73152" cy="438912"/>
          </a:xfrm>
          <a:prstGeom prst="rect">
            <a:avLst/>
          </a:prstGeom>
          <a:solidFill>
            <a:srgbClr val="C00000"/>
          </a:solidFill>
          <a:ln/>
        </p:spPr>
      </p:sp>
      <p:sp>
        <p:nvSpPr>
          <p:cNvPr id="65" name="Text 62"/>
          <p:cNvSpPr/>
          <p:nvPr/>
        </p:nvSpPr>
        <p:spPr>
          <a:xfrm>
            <a:off x="6035040" y="4059936"/>
            <a:ext cx="1280160" cy="237744"/>
          </a:xfrm>
          <a:prstGeom prst="rect">
            <a:avLst/>
          </a:prstGeom>
          <a:noFill/>
          <a:ln/>
        </p:spPr>
        <p:txBody>
          <a:bodyPr wrap="square" lIns="0" tIns="0" rIns="0" bIns="0" rtlCol="0" anchor="ctr"/>
          <a:lstStyle/>
          <a:p>
            <a:pPr marL="0" indent="0">
              <a:buNone/>
            </a:pPr>
            <a:r>
              <a:rPr lang="en-US" sz="1100" b="1" dirty="0">
                <a:solidFill>
                  <a:srgbClr val="C00000"/>
                </a:solidFill>
                <a:latin typeface="Trebuchet MS" pitchFamily="34" charset="0"/>
                <a:ea typeface="Trebuchet MS" pitchFamily="34" charset="-122"/>
                <a:cs typeface="Trebuchet MS" pitchFamily="34" charset="-120"/>
              </a:rPr>
              <a:t>OHSHAT</a:t>
            </a:r>
            <a:endParaRPr lang="en-US" sz="1100" dirty="0">
              <a:solidFill>
                <a:srgbClr val="C00000"/>
              </a:solidFill>
            </a:endParaRPr>
          </a:p>
        </p:txBody>
      </p:sp>
      <p:sp>
        <p:nvSpPr>
          <p:cNvPr id="66" name="Text 63"/>
          <p:cNvSpPr/>
          <p:nvPr/>
        </p:nvSpPr>
        <p:spPr>
          <a:xfrm>
            <a:off x="7406640" y="4059936"/>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76-100</a:t>
            </a:r>
            <a:endParaRPr lang="en-US" sz="1000" dirty="0"/>
          </a:p>
        </p:txBody>
      </p:sp>
      <p:sp>
        <p:nvSpPr>
          <p:cNvPr id="67" name="Text 64"/>
          <p:cNvSpPr/>
          <p:nvPr/>
        </p:nvSpPr>
        <p:spPr>
          <a:xfrm>
            <a:off x="6035040" y="4279392"/>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Operational Hell, Send Humans. Act Today!</a:t>
            </a:r>
            <a:endParaRPr lang="en-US" sz="900" dirty="0"/>
          </a:p>
        </p:txBody>
      </p:sp>
      <p:sp>
        <p:nvSpPr>
          <p:cNvPr id="68" name="Shape 65"/>
          <p:cNvSpPr/>
          <p:nvPr/>
        </p:nvSpPr>
        <p:spPr>
          <a:xfrm>
            <a:off x="457200" y="4526280"/>
            <a:ext cx="8229600" cy="502920"/>
          </a:xfrm>
          <a:prstGeom prst="rect">
            <a:avLst/>
          </a:prstGeom>
          <a:solidFill>
            <a:srgbClr val="1E3A5F"/>
          </a:solidFill>
          <a:ln/>
        </p:spPr>
      </p:sp>
      <p:sp>
        <p:nvSpPr>
          <p:cNvPr id="69" name="Text 66"/>
          <p:cNvSpPr/>
          <p:nvPr/>
        </p:nvSpPr>
        <p:spPr>
          <a:xfrm>
            <a:off x="640080" y="4544568"/>
            <a:ext cx="7863840" cy="228600"/>
          </a:xfrm>
          <a:prstGeom prst="rect">
            <a:avLst/>
          </a:prstGeom>
          <a:noFill/>
          <a:ln/>
        </p:spPr>
        <p:txBody>
          <a:bodyPr wrap="square" lIns="0" tIns="0" rIns="0" bIns="0" rtlCol="0" anchor="ctr"/>
          <a:lstStyle/>
          <a:p>
            <a:pPr marL="0" indent="0">
              <a:buNone/>
            </a:pPr>
            <a:r>
              <a:rPr lang="en-US" sz="950" dirty="0">
                <a:solidFill>
                  <a:srgbClr val="00B4D8"/>
                </a:solidFill>
                <a:latin typeface="Calibri" pitchFamily="34" charset="0"/>
                <a:ea typeface="Calibri" pitchFamily="34" charset="-122"/>
                <a:cs typeface="Calibri" pitchFamily="34" charset="-120"/>
              </a:rPr>
              <a:t>Composite = weighted sum  |  Critical Override: any dimension &gt; 75 forces escalation  |  Non-idempotent penalty: +15</a:t>
            </a:r>
            <a:endParaRPr lang="en-US" sz="950" dirty="0"/>
          </a:p>
        </p:txBody>
      </p:sp>
      <p:sp>
        <p:nvSpPr>
          <p:cNvPr id="70" name="Text 67"/>
          <p:cNvSpPr/>
          <p:nvPr/>
        </p:nvSpPr>
        <p:spPr>
          <a:xfrm>
            <a:off x="640080" y="4754880"/>
            <a:ext cx="7863840" cy="228600"/>
          </a:xfrm>
          <a:prstGeom prst="rect">
            <a:avLst/>
          </a:prstGeom>
          <a:noFill/>
          <a:ln/>
        </p:spPr>
        <p:txBody>
          <a:bodyPr wrap="square" lIns="0" tIns="0" rIns="0" bIns="0" rtlCol="0" anchor="ctr"/>
          <a:lstStyle/>
          <a:p>
            <a:pPr marL="0" indent="0">
              <a:buNone/>
            </a:pPr>
            <a:r>
              <a:rPr lang="en-US" sz="1000" i="1" dirty="0">
                <a:solidFill>
                  <a:srgbClr val="FFB703"/>
                </a:solidFill>
                <a:latin typeface="Calibri" pitchFamily="34" charset="0"/>
                <a:ea typeface="Calibri" pitchFamily="34" charset="-122"/>
                <a:cs typeface="Calibri" pitchFamily="34" charset="-120"/>
              </a:rPr>
              <a:t>Published, peer-reviewed frameworks that auditors already know and regulators already require.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One Control Plane. 4 Hooks. No Bypass.</a:t>
            </a:r>
            <a:endParaRPr lang="en-US" sz="3200" dirty="0"/>
          </a:p>
        </p:txBody>
      </p:sp>
      <p:sp>
        <p:nvSpPr>
          <p:cNvPr id="3" name="Text 1"/>
          <p:cNvSpPr/>
          <p:nvPr/>
        </p:nvSpPr>
        <p:spPr>
          <a:xfrm>
            <a:off x="548640" y="804672"/>
            <a:ext cx="8229600" cy="274320"/>
          </a:xfrm>
          <a:prstGeom prst="rect">
            <a:avLst/>
          </a:prstGeom>
          <a:noFill/>
          <a:ln/>
        </p:spPr>
        <p:txBody>
          <a:bodyPr wrap="square" lIns="0" tIns="0" rIns="0" bIns="0" rtlCol="0" anchor="ctr"/>
          <a:lstStyle/>
          <a:p>
            <a:pPr marL="0" indent="0">
              <a:buNone/>
            </a:pPr>
            <a:r>
              <a:rPr lang="en-US" sz="1300" dirty="0">
                <a:solidFill>
                  <a:srgbClr val="8D99AE"/>
                </a:solidFill>
                <a:latin typeface="Calibri" pitchFamily="34" charset="0"/>
                <a:ea typeface="Calibri" pitchFamily="34" charset="-122"/>
                <a:cs typeface="Calibri" pitchFamily="34" charset="-120"/>
              </a:rPr>
              <a:t>Architectural guardrails that intersect every layer are mandated at every point</a:t>
            </a:r>
            <a:endParaRPr lang="en-US" sz="1300" dirty="0"/>
          </a:p>
        </p:txBody>
      </p:sp>
      <p:sp>
        <p:nvSpPr>
          <p:cNvPr id="4" name="Shape 2"/>
          <p:cNvSpPr/>
          <p:nvPr/>
        </p:nvSpPr>
        <p:spPr>
          <a:xfrm>
            <a:off x="457200" y="132588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5" name="Shape 3"/>
          <p:cNvSpPr/>
          <p:nvPr/>
        </p:nvSpPr>
        <p:spPr>
          <a:xfrm>
            <a:off x="457200" y="1325880"/>
            <a:ext cx="4023360" cy="54864"/>
          </a:xfrm>
          <a:prstGeom prst="rect">
            <a:avLst/>
          </a:prstGeom>
          <a:solidFill>
            <a:srgbClr val="00B4D8"/>
          </a:solidFill>
          <a:ln/>
        </p:spPr>
      </p:sp>
      <p:pic>
        <p:nvPicPr>
          <p:cNvPr id="6" name="Image 0" descr="preencoded.png"/>
          <p:cNvPicPr>
            <a:picLocks noChangeAspect="1"/>
          </p:cNvPicPr>
          <p:nvPr/>
        </p:nvPicPr>
        <p:blipFill>
          <a:blip r:embed="rId3"/>
          <a:stretch>
            <a:fillRect/>
          </a:stretch>
        </p:blipFill>
        <p:spPr>
          <a:xfrm>
            <a:off x="640080" y="1508760"/>
            <a:ext cx="457200" cy="457200"/>
          </a:xfrm>
          <a:prstGeom prst="rect">
            <a:avLst/>
          </a:prstGeom>
        </p:spPr>
      </p:pic>
      <p:sp>
        <p:nvSpPr>
          <p:cNvPr id="7" name="Text 4"/>
          <p:cNvSpPr/>
          <p:nvPr/>
        </p:nvSpPr>
        <p:spPr>
          <a:xfrm>
            <a:off x="1188720" y="1508760"/>
            <a:ext cx="3017520" cy="411480"/>
          </a:xfrm>
          <a:prstGeom prst="rect">
            <a:avLst/>
          </a:prstGeom>
          <a:noFill/>
          <a:ln/>
        </p:spPr>
        <p:txBody>
          <a:bodyPr wrap="square" lIns="0" tIns="0" rIns="0" bIns="0" rtlCol="0" anchor="ctr"/>
          <a:lstStyle/>
          <a:p>
            <a:pPr marL="0" indent="0">
              <a:buNone/>
            </a:pPr>
            <a:r>
              <a:rPr lang="en-US" sz="1800" b="1" dirty="0">
                <a:solidFill>
                  <a:srgbClr val="00B4D8"/>
                </a:solidFill>
                <a:latin typeface="Trebuchet MS" pitchFamily="34" charset="0"/>
                <a:ea typeface="Trebuchet MS" pitchFamily="34" charset="-122"/>
                <a:cs typeface="Trebuchet MS" pitchFamily="34" charset="-120"/>
              </a:rPr>
              <a:t>Policy &amp; Risk</a:t>
            </a:r>
            <a:endParaRPr lang="en-US" sz="1800" dirty="0"/>
          </a:p>
        </p:txBody>
      </p:sp>
      <p:sp>
        <p:nvSpPr>
          <p:cNvPr id="8" name="Text 5"/>
          <p:cNvSpPr/>
          <p:nvPr/>
        </p:nvSpPr>
        <p:spPr>
          <a:xfrm>
            <a:off x="640080" y="2057400"/>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Evaluates every action against legal, ethical, financial, and strategic constraints before execution. The arbiter of 'allowed.'</a:t>
            </a:r>
            <a:endParaRPr lang="en-US" sz="1150" dirty="0"/>
          </a:p>
        </p:txBody>
      </p:sp>
      <p:sp>
        <p:nvSpPr>
          <p:cNvPr id="9" name="Shape 6"/>
          <p:cNvSpPr/>
          <p:nvPr/>
        </p:nvSpPr>
        <p:spPr>
          <a:xfrm>
            <a:off x="4754880" y="132588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10" name="Shape 7"/>
          <p:cNvSpPr/>
          <p:nvPr/>
        </p:nvSpPr>
        <p:spPr>
          <a:xfrm>
            <a:off x="4754880" y="1325880"/>
            <a:ext cx="4023360" cy="54864"/>
          </a:xfrm>
          <a:prstGeom prst="rect">
            <a:avLst/>
          </a:prstGeom>
          <a:solidFill>
            <a:srgbClr val="FFB703"/>
          </a:solidFill>
          <a:ln/>
        </p:spPr>
      </p:sp>
      <p:pic>
        <p:nvPicPr>
          <p:cNvPr id="11" name="Image 1" descr="preencoded.png"/>
          <p:cNvPicPr>
            <a:picLocks noChangeAspect="1"/>
          </p:cNvPicPr>
          <p:nvPr/>
        </p:nvPicPr>
        <p:blipFill>
          <a:blip r:embed="rId4"/>
          <a:stretch>
            <a:fillRect/>
          </a:stretch>
        </p:blipFill>
        <p:spPr>
          <a:xfrm>
            <a:off x="4937760" y="1508760"/>
            <a:ext cx="457200" cy="457200"/>
          </a:xfrm>
          <a:prstGeom prst="rect">
            <a:avLst/>
          </a:prstGeom>
        </p:spPr>
      </p:pic>
      <p:sp>
        <p:nvSpPr>
          <p:cNvPr id="12" name="Text 8"/>
          <p:cNvSpPr/>
          <p:nvPr/>
        </p:nvSpPr>
        <p:spPr>
          <a:xfrm>
            <a:off x="5486400" y="1508760"/>
            <a:ext cx="3017520" cy="411480"/>
          </a:xfrm>
          <a:prstGeom prst="rect">
            <a:avLst/>
          </a:prstGeom>
          <a:noFill/>
          <a:ln/>
        </p:spPr>
        <p:txBody>
          <a:bodyPr wrap="square" lIns="0" tIns="0" rIns="0" bIns="0" rtlCol="0" anchor="ctr"/>
          <a:lstStyle/>
          <a:p>
            <a:pPr marL="0" indent="0">
              <a:buNone/>
            </a:pPr>
            <a:r>
              <a:rPr lang="en-US" sz="1800" b="1" dirty="0">
                <a:solidFill>
                  <a:srgbClr val="FFB703"/>
                </a:solidFill>
                <a:latin typeface="Trebuchet MS" pitchFamily="34" charset="0"/>
                <a:ea typeface="Trebuchet MS" pitchFamily="34" charset="-122"/>
                <a:cs typeface="Trebuchet MS" pitchFamily="34" charset="-120"/>
              </a:rPr>
              <a:t>Evidence &amp; Audit</a:t>
            </a:r>
            <a:endParaRPr lang="en-US" sz="1800" dirty="0"/>
          </a:p>
        </p:txBody>
      </p:sp>
      <p:sp>
        <p:nvSpPr>
          <p:cNvPr id="13" name="Text 9"/>
          <p:cNvSpPr/>
          <p:nvPr/>
        </p:nvSpPr>
        <p:spPr>
          <a:xfrm>
            <a:off x="4937760" y="2057400"/>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Cryptographically anchored proof of what was known, decided, and done. Audit = playback. Flight Recorder enables replay with why and how.</a:t>
            </a:r>
            <a:endParaRPr lang="en-US" sz="1150" dirty="0"/>
          </a:p>
        </p:txBody>
      </p:sp>
      <p:sp>
        <p:nvSpPr>
          <p:cNvPr id="14" name="Shape 10"/>
          <p:cNvSpPr/>
          <p:nvPr/>
        </p:nvSpPr>
        <p:spPr>
          <a:xfrm>
            <a:off x="457200" y="310896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15" name="Shape 11"/>
          <p:cNvSpPr/>
          <p:nvPr/>
        </p:nvSpPr>
        <p:spPr>
          <a:xfrm>
            <a:off x="457200" y="3108960"/>
            <a:ext cx="4023360" cy="54864"/>
          </a:xfrm>
          <a:prstGeom prst="rect">
            <a:avLst/>
          </a:prstGeom>
          <a:solidFill>
            <a:srgbClr val="FB8500"/>
          </a:solidFill>
          <a:ln/>
        </p:spPr>
      </p:sp>
      <p:pic>
        <p:nvPicPr>
          <p:cNvPr id="16" name="Image 2" descr="preencoded.png"/>
          <p:cNvPicPr>
            <a:picLocks noChangeAspect="1"/>
          </p:cNvPicPr>
          <p:nvPr/>
        </p:nvPicPr>
        <p:blipFill>
          <a:blip r:embed="rId5"/>
          <a:stretch>
            <a:fillRect/>
          </a:stretch>
        </p:blipFill>
        <p:spPr>
          <a:xfrm>
            <a:off x="640080" y="3291840"/>
            <a:ext cx="457200" cy="457200"/>
          </a:xfrm>
          <a:prstGeom prst="rect">
            <a:avLst/>
          </a:prstGeom>
        </p:spPr>
      </p:pic>
      <p:sp>
        <p:nvSpPr>
          <p:cNvPr id="17" name="Text 12"/>
          <p:cNvSpPr/>
          <p:nvPr/>
        </p:nvSpPr>
        <p:spPr>
          <a:xfrm>
            <a:off x="1188720" y="3291840"/>
            <a:ext cx="3017520" cy="411480"/>
          </a:xfrm>
          <a:prstGeom prst="rect">
            <a:avLst/>
          </a:prstGeom>
          <a:noFill/>
          <a:ln/>
        </p:spPr>
        <p:txBody>
          <a:bodyPr wrap="square" lIns="0" tIns="0" rIns="0" bIns="0" rtlCol="0" anchor="ctr"/>
          <a:lstStyle/>
          <a:p>
            <a:pPr marL="0" indent="0">
              <a:buNone/>
            </a:pPr>
            <a:r>
              <a:rPr lang="en-US" sz="1800" b="1" dirty="0">
                <a:solidFill>
                  <a:srgbClr val="FB8500"/>
                </a:solidFill>
                <a:latin typeface="Trebuchet MS" pitchFamily="34" charset="0"/>
                <a:ea typeface="Trebuchet MS" pitchFamily="34" charset="-122"/>
                <a:cs typeface="Trebuchet MS" pitchFamily="34" charset="-120"/>
              </a:rPr>
              <a:t>Security &amp; Trust</a:t>
            </a:r>
            <a:endParaRPr lang="en-US" sz="1800" dirty="0"/>
          </a:p>
        </p:txBody>
      </p:sp>
      <p:sp>
        <p:nvSpPr>
          <p:cNvPr id="18" name="Text 13"/>
          <p:cNvSpPr/>
          <p:nvPr/>
        </p:nvSpPr>
        <p:spPr>
          <a:xfrm>
            <a:off x="685800" y="3663555"/>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Identity enforcement, trust boundaries, prompt abuse resistance. Manipulation can not override execution. Microsoft AGT preferred, integrated.</a:t>
            </a:r>
            <a:endParaRPr lang="en-US" sz="1150" dirty="0"/>
          </a:p>
        </p:txBody>
      </p:sp>
      <p:sp>
        <p:nvSpPr>
          <p:cNvPr id="19" name="Shape 14"/>
          <p:cNvSpPr/>
          <p:nvPr/>
        </p:nvSpPr>
        <p:spPr>
          <a:xfrm>
            <a:off x="4754880" y="310896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20" name="Shape 15"/>
          <p:cNvSpPr/>
          <p:nvPr/>
        </p:nvSpPr>
        <p:spPr>
          <a:xfrm>
            <a:off x="4754880" y="3108960"/>
            <a:ext cx="4023360" cy="54864"/>
          </a:xfrm>
          <a:prstGeom prst="rect">
            <a:avLst/>
          </a:prstGeom>
          <a:solidFill>
            <a:srgbClr val="2A9D8F"/>
          </a:solidFill>
          <a:ln/>
        </p:spPr>
      </p:sp>
      <p:pic>
        <p:nvPicPr>
          <p:cNvPr id="21" name="Image 3" descr="preencoded.png"/>
          <p:cNvPicPr>
            <a:picLocks noChangeAspect="1"/>
          </p:cNvPicPr>
          <p:nvPr/>
        </p:nvPicPr>
        <p:blipFill>
          <a:blip r:embed="rId6"/>
          <a:stretch>
            <a:fillRect/>
          </a:stretch>
        </p:blipFill>
        <p:spPr>
          <a:xfrm>
            <a:off x="4937760" y="3291840"/>
            <a:ext cx="457200" cy="457200"/>
          </a:xfrm>
          <a:prstGeom prst="rect">
            <a:avLst/>
          </a:prstGeom>
        </p:spPr>
      </p:pic>
      <p:sp>
        <p:nvSpPr>
          <p:cNvPr id="22" name="Text 16"/>
          <p:cNvSpPr/>
          <p:nvPr/>
        </p:nvSpPr>
        <p:spPr>
          <a:xfrm>
            <a:off x="5486400" y="3291840"/>
            <a:ext cx="3017520" cy="411480"/>
          </a:xfrm>
          <a:prstGeom prst="rect">
            <a:avLst/>
          </a:prstGeom>
          <a:noFill/>
          <a:ln/>
        </p:spPr>
        <p:txBody>
          <a:bodyPr wrap="square" lIns="0" tIns="0" rIns="0" bIns="0" rtlCol="0" anchor="ctr"/>
          <a:lstStyle/>
          <a:p>
            <a:pPr marL="0" indent="0">
              <a:buNone/>
            </a:pPr>
            <a:r>
              <a:rPr lang="en-US" sz="1800" b="1" dirty="0">
                <a:solidFill>
                  <a:srgbClr val="2A9D8F"/>
                </a:solidFill>
                <a:latin typeface="Trebuchet MS" pitchFamily="34" charset="0"/>
                <a:ea typeface="Trebuchet MS" pitchFamily="34" charset="-122"/>
                <a:cs typeface="Trebuchet MS" pitchFamily="34" charset="-120"/>
              </a:rPr>
              <a:t>Stability &amp; Drift</a:t>
            </a:r>
            <a:endParaRPr lang="en-US" sz="1800" dirty="0"/>
          </a:p>
        </p:txBody>
      </p:sp>
      <p:sp>
        <p:nvSpPr>
          <p:cNvPr id="23" name="Text 17"/>
          <p:cNvSpPr/>
          <p:nvPr/>
        </p:nvSpPr>
        <p:spPr>
          <a:xfrm>
            <a:off x="4937760" y="3747503"/>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Monitors feedback loops and autonomy budgets. Detects when ADAM drifts from the current DNA graph or enters Skynet territory. The quiet guardian and the ADAM DNA baby-sitter.</a:t>
            </a:r>
            <a:endParaRPr lang="en-US" sz="1150" dirty="0"/>
          </a:p>
        </p:txBody>
      </p:sp>
      <p:sp>
        <p:nvSpPr>
          <p:cNvPr id="24" name="Text 18"/>
          <p:cNvSpPr/>
          <p:nvPr/>
        </p:nvSpPr>
        <p:spPr>
          <a:xfrm>
            <a:off x="457200" y="4754880"/>
            <a:ext cx="8412480" cy="320040"/>
          </a:xfrm>
          <a:prstGeom prst="rect">
            <a:avLst/>
          </a:prstGeom>
          <a:noFill/>
          <a:ln/>
        </p:spPr>
        <p:txBody>
          <a:bodyPr wrap="square" lIns="0" tIns="0" rIns="0" bIns="0"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Because these planes are architectural — not procedural — they cannot be bypassed by agents, orchestration, or human pressure.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4572000" cy="365760"/>
          </a:xfrm>
          <a:prstGeom prst="rect">
            <a:avLst/>
          </a:prstGeom>
          <a:noFill/>
          <a:ln/>
        </p:spPr>
        <p:txBody>
          <a:bodyPr wrap="square" lIns="0" tIns="0" rIns="0" bIns="0" rtlCol="0" anchor="ctr"/>
          <a:lstStyle/>
          <a:p>
            <a:pPr marL="0" indent="0">
              <a:buNone/>
            </a:pPr>
            <a:r>
              <a:rPr lang="en-US" sz="2800" b="1" dirty="0">
                <a:solidFill>
                  <a:srgbClr val="00B4D8"/>
                </a:solidFill>
                <a:latin typeface="Calibri" pitchFamily="34" charset="0"/>
                <a:ea typeface="Calibri" pitchFamily="34" charset="-122"/>
                <a:cs typeface="Calibri" pitchFamily="34" charset="-120"/>
              </a:rPr>
              <a:t>The Human Element</a:t>
            </a:r>
            <a:endParaRPr lang="en-US" sz="2800" dirty="0"/>
          </a:p>
        </p:txBody>
      </p:sp>
      <p:sp>
        <p:nvSpPr>
          <p:cNvPr id="3" name="Text 1"/>
          <p:cNvSpPr/>
          <p:nvPr/>
        </p:nvSpPr>
        <p:spPr>
          <a:xfrm>
            <a:off x="548640" y="457200"/>
            <a:ext cx="8229600" cy="594360"/>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5 Directors. No Middle Management.</a:t>
            </a:r>
            <a:endParaRPr lang="en-US" dirty="0"/>
          </a:p>
        </p:txBody>
      </p:sp>
      <p:pic>
        <p:nvPicPr>
          <p:cNvPr id="4" name="Image 0" descr="preencoded.png"/>
          <p:cNvPicPr>
            <a:picLocks noChangeAspect="1"/>
          </p:cNvPicPr>
          <p:nvPr/>
        </p:nvPicPr>
        <p:blipFill>
          <a:blip r:embed="rId3">
            <a:alphaModFix amt="30000"/>
          </a:blip>
          <a:stretch>
            <a:fillRect/>
          </a:stretch>
        </p:blipFill>
        <p:spPr>
          <a:xfrm>
            <a:off x="7772400" y="182880"/>
            <a:ext cx="1097280" cy="1097280"/>
          </a:xfrm>
          <a:prstGeom prst="rect">
            <a:avLst/>
          </a:prstGeom>
        </p:spPr>
      </p:pic>
      <p:sp>
        <p:nvSpPr>
          <p:cNvPr id="5" name="Shape 2"/>
          <p:cNvSpPr/>
          <p:nvPr/>
        </p:nvSpPr>
        <p:spPr>
          <a:xfrm>
            <a:off x="22860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6" name="Shape 3"/>
          <p:cNvSpPr/>
          <p:nvPr/>
        </p:nvSpPr>
        <p:spPr>
          <a:xfrm>
            <a:off x="228600" y="1280160"/>
            <a:ext cx="1627632" cy="54864"/>
          </a:xfrm>
          <a:prstGeom prst="rect">
            <a:avLst/>
          </a:prstGeom>
          <a:solidFill>
            <a:srgbClr val="FFB703"/>
          </a:solidFill>
          <a:ln/>
        </p:spPr>
      </p:sp>
      <p:sp>
        <p:nvSpPr>
          <p:cNvPr id="7" name="Shape 4"/>
          <p:cNvSpPr/>
          <p:nvPr/>
        </p:nvSpPr>
        <p:spPr>
          <a:xfrm>
            <a:off x="502920" y="1463040"/>
            <a:ext cx="1078992" cy="384048"/>
          </a:xfrm>
          <a:prstGeom prst="rect">
            <a:avLst/>
          </a:prstGeom>
          <a:solidFill>
            <a:srgbClr val="FFB703"/>
          </a:solidFill>
          <a:ln/>
        </p:spPr>
      </p:sp>
      <p:sp>
        <p:nvSpPr>
          <p:cNvPr id="8" name="Text 5"/>
          <p:cNvSpPr/>
          <p:nvPr/>
        </p:nvSpPr>
        <p:spPr>
          <a:xfrm>
            <a:off x="50292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CEO</a:t>
            </a:r>
            <a:endParaRPr lang="en-US" sz="1600" dirty="0"/>
          </a:p>
        </p:txBody>
      </p:sp>
      <p:sp>
        <p:nvSpPr>
          <p:cNvPr id="9" name="Text 6"/>
          <p:cNvSpPr/>
          <p:nvPr/>
        </p:nvSpPr>
        <p:spPr>
          <a:xfrm>
            <a:off x="32004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Primary</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Accountability</a:t>
            </a:r>
            <a:endParaRPr lang="en-US" sz="1200" dirty="0"/>
          </a:p>
        </p:txBody>
      </p:sp>
      <p:sp>
        <p:nvSpPr>
          <p:cNvPr id="10" name="Text 7"/>
          <p:cNvSpPr/>
          <p:nvPr/>
        </p:nvSpPr>
        <p:spPr>
          <a:xfrm>
            <a:off x="32004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Board reporting.</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Final escalation.</a:t>
            </a:r>
            <a:endParaRPr lang="en-US" sz="1000" dirty="0"/>
          </a:p>
        </p:txBody>
      </p:sp>
      <p:sp>
        <p:nvSpPr>
          <p:cNvPr id="11" name="Shape 8"/>
          <p:cNvSpPr/>
          <p:nvPr/>
        </p:nvSpPr>
        <p:spPr>
          <a:xfrm>
            <a:off x="201168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12" name="Shape 9"/>
          <p:cNvSpPr/>
          <p:nvPr/>
        </p:nvSpPr>
        <p:spPr>
          <a:xfrm>
            <a:off x="2011680" y="1280160"/>
            <a:ext cx="1627632" cy="54864"/>
          </a:xfrm>
          <a:prstGeom prst="rect">
            <a:avLst/>
          </a:prstGeom>
          <a:solidFill>
            <a:srgbClr val="00B4D8"/>
          </a:solidFill>
          <a:ln/>
        </p:spPr>
      </p:sp>
      <p:sp>
        <p:nvSpPr>
          <p:cNvPr id="13" name="Shape 10"/>
          <p:cNvSpPr/>
          <p:nvPr/>
        </p:nvSpPr>
        <p:spPr>
          <a:xfrm>
            <a:off x="2286000" y="1463040"/>
            <a:ext cx="1078992" cy="384048"/>
          </a:xfrm>
          <a:prstGeom prst="rect">
            <a:avLst/>
          </a:prstGeom>
          <a:solidFill>
            <a:srgbClr val="00B4D8"/>
          </a:solidFill>
          <a:ln/>
        </p:spPr>
      </p:sp>
      <p:sp>
        <p:nvSpPr>
          <p:cNvPr id="14" name="Text 11"/>
          <p:cNvSpPr/>
          <p:nvPr/>
        </p:nvSpPr>
        <p:spPr>
          <a:xfrm>
            <a:off x="228600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CFO</a:t>
            </a:r>
            <a:endParaRPr lang="en-US" sz="1600" dirty="0"/>
          </a:p>
        </p:txBody>
      </p:sp>
      <p:sp>
        <p:nvSpPr>
          <p:cNvPr id="15" name="Text 12"/>
          <p:cNvSpPr/>
          <p:nvPr/>
        </p:nvSpPr>
        <p:spPr>
          <a:xfrm>
            <a:off x="210312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Financial</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Stewardship</a:t>
            </a:r>
            <a:endParaRPr lang="en-US" sz="1200" dirty="0"/>
          </a:p>
        </p:txBody>
      </p:sp>
      <p:sp>
        <p:nvSpPr>
          <p:cNvPr id="16" name="Text 13"/>
          <p:cNvSpPr/>
          <p:nvPr/>
        </p:nvSpPr>
        <p:spPr>
          <a:xfrm>
            <a:off x="210312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Thresholds.</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Capital allocation.</a:t>
            </a:r>
            <a:endParaRPr lang="en-US" sz="1000" dirty="0"/>
          </a:p>
        </p:txBody>
      </p:sp>
      <p:sp>
        <p:nvSpPr>
          <p:cNvPr id="17" name="Shape 14"/>
          <p:cNvSpPr/>
          <p:nvPr/>
        </p:nvSpPr>
        <p:spPr>
          <a:xfrm>
            <a:off x="379476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18" name="Shape 15"/>
          <p:cNvSpPr/>
          <p:nvPr/>
        </p:nvSpPr>
        <p:spPr>
          <a:xfrm>
            <a:off x="3794760" y="1280160"/>
            <a:ext cx="1627632" cy="54864"/>
          </a:xfrm>
          <a:prstGeom prst="rect">
            <a:avLst/>
          </a:prstGeom>
          <a:solidFill>
            <a:srgbClr val="48CAE4"/>
          </a:solidFill>
          <a:ln/>
        </p:spPr>
      </p:sp>
      <p:sp>
        <p:nvSpPr>
          <p:cNvPr id="19" name="Shape 16"/>
          <p:cNvSpPr/>
          <p:nvPr/>
        </p:nvSpPr>
        <p:spPr>
          <a:xfrm>
            <a:off x="4069080" y="1463040"/>
            <a:ext cx="1078992" cy="384048"/>
          </a:xfrm>
          <a:prstGeom prst="rect">
            <a:avLst/>
          </a:prstGeom>
          <a:solidFill>
            <a:srgbClr val="48CAE4"/>
          </a:solidFill>
          <a:ln/>
        </p:spPr>
      </p:sp>
      <p:sp>
        <p:nvSpPr>
          <p:cNvPr id="20" name="Text 17"/>
          <p:cNvSpPr/>
          <p:nvPr/>
        </p:nvSpPr>
        <p:spPr>
          <a:xfrm>
            <a:off x="406908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Legal</a:t>
            </a:r>
            <a:endParaRPr lang="en-US" sz="1600" dirty="0"/>
          </a:p>
        </p:txBody>
      </p:sp>
      <p:sp>
        <p:nvSpPr>
          <p:cNvPr id="21" name="Text 18"/>
          <p:cNvSpPr/>
          <p:nvPr/>
        </p:nvSpPr>
        <p:spPr>
          <a:xfrm>
            <a:off x="388620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Regulatory</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&amp; Risk</a:t>
            </a:r>
            <a:endParaRPr lang="en-US" sz="1200" dirty="0"/>
          </a:p>
        </p:txBody>
      </p:sp>
      <p:sp>
        <p:nvSpPr>
          <p:cNvPr id="22" name="Text 19"/>
          <p:cNvSpPr/>
          <p:nvPr/>
        </p:nvSpPr>
        <p:spPr>
          <a:xfrm>
            <a:off x="388620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Risk appetite.</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Compliance owner.</a:t>
            </a:r>
            <a:endParaRPr lang="en-US" sz="1000" dirty="0"/>
          </a:p>
        </p:txBody>
      </p:sp>
      <p:sp>
        <p:nvSpPr>
          <p:cNvPr id="23" name="Shape 20"/>
          <p:cNvSpPr/>
          <p:nvPr/>
        </p:nvSpPr>
        <p:spPr>
          <a:xfrm>
            <a:off x="557784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24" name="Shape 21"/>
          <p:cNvSpPr/>
          <p:nvPr/>
        </p:nvSpPr>
        <p:spPr>
          <a:xfrm>
            <a:off x="5577840" y="1280160"/>
            <a:ext cx="1627632" cy="54864"/>
          </a:xfrm>
          <a:prstGeom prst="rect">
            <a:avLst/>
          </a:prstGeom>
          <a:solidFill>
            <a:srgbClr val="2A9D8F"/>
          </a:solidFill>
          <a:ln/>
        </p:spPr>
      </p:sp>
      <p:sp>
        <p:nvSpPr>
          <p:cNvPr id="25" name="Shape 22"/>
          <p:cNvSpPr/>
          <p:nvPr/>
        </p:nvSpPr>
        <p:spPr>
          <a:xfrm>
            <a:off x="5852160" y="1463040"/>
            <a:ext cx="1078992" cy="384048"/>
          </a:xfrm>
          <a:prstGeom prst="rect">
            <a:avLst/>
          </a:prstGeom>
          <a:solidFill>
            <a:srgbClr val="2A9D8F"/>
          </a:solidFill>
          <a:ln/>
        </p:spPr>
      </p:sp>
      <p:sp>
        <p:nvSpPr>
          <p:cNvPr id="26" name="Text 23"/>
          <p:cNvSpPr/>
          <p:nvPr/>
        </p:nvSpPr>
        <p:spPr>
          <a:xfrm>
            <a:off x="585216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Market</a:t>
            </a:r>
            <a:endParaRPr lang="en-US" sz="1600" dirty="0"/>
          </a:p>
        </p:txBody>
      </p:sp>
      <p:sp>
        <p:nvSpPr>
          <p:cNvPr id="27" name="Text 24"/>
          <p:cNvSpPr/>
          <p:nvPr/>
        </p:nvSpPr>
        <p:spPr>
          <a:xfrm>
            <a:off x="566928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Strategy &amp;</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Posture</a:t>
            </a:r>
            <a:endParaRPr lang="en-US" sz="1200" dirty="0"/>
          </a:p>
        </p:txBody>
      </p:sp>
      <p:sp>
        <p:nvSpPr>
          <p:cNvPr id="28" name="Text 25"/>
          <p:cNvSpPr/>
          <p:nvPr/>
        </p:nvSpPr>
        <p:spPr>
          <a:xfrm>
            <a:off x="566928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Growth vs.</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reputation.</a:t>
            </a:r>
          </a:p>
          <a:p>
            <a:pPr marL="0" indent="0" algn="ctr">
              <a:buNone/>
            </a:pPr>
            <a:r>
              <a:rPr lang="en-US" sz="1000" dirty="0">
                <a:solidFill>
                  <a:srgbClr val="CAD2C5"/>
                </a:solidFill>
                <a:latin typeface="Calibri" pitchFamily="34" charset="0"/>
                <a:ea typeface="Calibri" pitchFamily="34" charset="-122"/>
                <a:cs typeface="Calibri" pitchFamily="34" charset="-120"/>
              </a:rPr>
              <a:t>Product &amp; Tech</a:t>
            </a:r>
          </a:p>
          <a:p>
            <a:pPr marL="0" indent="0" algn="ctr">
              <a:buNone/>
            </a:pPr>
            <a:r>
              <a:rPr lang="en-US" sz="800" dirty="0">
                <a:solidFill>
                  <a:srgbClr val="CAD2C5"/>
                </a:solidFill>
                <a:latin typeface="Calibri" pitchFamily="34" charset="0"/>
                <a:ea typeface="Calibri" pitchFamily="34" charset="-122"/>
                <a:cs typeface="Calibri" pitchFamily="34" charset="-120"/>
              </a:rPr>
              <a:t>(optional CPO/CTO)</a:t>
            </a:r>
            <a:endParaRPr lang="en-US" sz="800" dirty="0"/>
          </a:p>
        </p:txBody>
      </p:sp>
      <p:sp>
        <p:nvSpPr>
          <p:cNvPr id="29" name="Shape 26"/>
          <p:cNvSpPr/>
          <p:nvPr/>
        </p:nvSpPr>
        <p:spPr>
          <a:xfrm>
            <a:off x="736092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30" name="Shape 27"/>
          <p:cNvSpPr/>
          <p:nvPr/>
        </p:nvSpPr>
        <p:spPr>
          <a:xfrm>
            <a:off x="7360920" y="1280160"/>
            <a:ext cx="1627632" cy="54864"/>
          </a:xfrm>
          <a:prstGeom prst="rect">
            <a:avLst/>
          </a:prstGeom>
          <a:solidFill>
            <a:srgbClr val="FB8500"/>
          </a:solidFill>
          <a:ln/>
        </p:spPr>
      </p:sp>
      <p:sp>
        <p:nvSpPr>
          <p:cNvPr id="31" name="Shape 28"/>
          <p:cNvSpPr/>
          <p:nvPr/>
        </p:nvSpPr>
        <p:spPr>
          <a:xfrm>
            <a:off x="7635240" y="1463040"/>
            <a:ext cx="1078992" cy="384048"/>
          </a:xfrm>
          <a:prstGeom prst="rect">
            <a:avLst/>
          </a:prstGeom>
          <a:solidFill>
            <a:srgbClr val="FB8500"/>
          </a:solidFill>
          <a:ln/>
        </p:spPr>
      </p:sp>
      <p:sp>
        <p:nvSpPr>
          <p:cNvPr id="32" name="Text 29"/>
          <p:cNvSpPr/>
          <p:nvPr/>
        </p:nvSpPr>
        <p:spPr>
          <a:xfrm>
            <a:off x="763524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CISO</a:t>
            </a:r>
            <a:endParaRPr lang="en-US" sz="1600" dirty="0"/>
          </a:p>
        </p:txBody>
      </p:sp>
      <p:sp>
        <p:nvSpPr>
          <p:cNvPr id="33" name="Text 30"/>
          <p:cNvSpPr/>
          <p:nvPr/>
        </p:nvSpPr>
        <p:spPr>
          <a:xfrm>
            <a:off x="745236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Security &amp;</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Resilience</a:t>
            </a:r>
            <a:endParaRPr lang="en-US" sz="1200" dirty="0"/>
          </a:p>
        </p:txBody>
      </p:sp>
      <p:sp>
        <p:nvSpPr>
          <p:cNvPr id="34" name="Text 31"/>
          <p:cNvSpPr/>
          <p:nvPr/>
        </p:nvSpPr>
        <p:spPr>
          <a:xfrm>
            <a:off x="745236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Threat response.</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Trust boundaries.</a:t>
            </a:r>
            <a:endParaRPr lang="en-US" sz="1000" dirty="0"/>
          </a:p>
        </p:txBody>
      </p:sp>
      <p:sp>
        <p:nvSpPr>
          <p:cNvPr id="35" name="Shape 32"/>
          <p:cNvSpPr/>
          <p:nvPr/>
        </p:nvSpPr>
        <p:spPr>
          <a:xfrm>
            <a:off x="365760" y="3794760"/>
            <a:ext cx="8412480" cy="457200"/>
          </a:xfrm>
          <a:prstGeom prst="rect">
            <a:avLst/>
          </a:prstGeom>
          <a:solidFill>
            <a:srgbClr val="1B2838"/>
          </a:solidFill>
          <a:ln/>
        </p:spPr>
      </p:sp>
      <p:sp>
        <p:nvSpPr>
          <p:cNvPr id="36" name="Text 33"/>
          <p:cNvSpPr/>
          <p:nvPr/>
        </p:nvSpPr>
        <p:spPr>
          <a:xfrm>
            <a:off x="365760" y="3822192"/>
            <a:ext cx="8412480" cy="411480"/>
          </a:xfrm>
          <a:prstGeom prst="rect">
            <a:avLst/>
          </a:prstGeom>
          <a:noFill/>
          <a:ln/>
        </p:spPr>
        <p:txBody>
          <a:bodyPr wrap="square" lIns="0" tIns="0" rIns="0" bIns="0" rtlCol="0" anchor="ctr"/>
          <a:lstStyle/>
          <a:p>
            <a:pPr marL="0" indent="0" algn="ctr">
              <a:buNone/>
            </a:pPr>
            <a:r>
              <a:rPr lang="en-US" sz="1100" dirty="0">
                <a:solidFill>
                  <a:srgbClr val="48CAE4"/>
                </a:solidFill>
                <a:latin typeface="Calibri" pitchFamily="34" charset="0"/>
                <a:ea typeface="Calibri" pitchFamily="34" charset="-122"/>
                <a:cs typeface="Calibri" pitchFamily="34" charset="-120"/>
              </a:rPr>
              <a:t>Optional Directors: CPO/CTO — Product and/or Technology Director  |  Activated when complexity or scale demands more humans in the loop</a:t>
            </a:r>
            <a:endParaRPr lang="en-US" sz="1100" dirty="0"/>
          </a:p>
        </p:txBody>
      </p:sp>
      <p:sp>
        <p:nvSpPr>
          <p:cNvPr id="37" name="Shape 34"/>
          <p:cNvSpPr/>
          <p:nvPr/>
        </p:nvSpPr>
        <p:spPr>
          <a:xfrm>
            <a:off x="365760" y="4389120"/>
            <a:ext cx="8412480" cy="594360"/>
          </a:xfrm>
          <a:prstGeom prst="rect">
            <a:avLst/>
          </a:prstGeom>
          <a:solidFill>
            <a:srgbClr val="1E3A5F"/>
          </a:solidFill>
          <a:ln/>
        </p:spPr>
      </p:sp>
      <p:sp>
        <p:nvSpPr>
          <p:cNvPr id="38" name="Text 35"/>
          <p:cNvSpPr/>
          <p:nvPr/>
        </p:nvSpPr>
        <p:spPr>
          <a:xfrm>
            <a:off x="365760" y="4416552"/>
            <a:ext cx="8412480" cy="502920"/>
          </a:xfrm>
          <a:prstGeom prst="rect">
            <a:avLst/>
          </a:prstGeom>
          <a:noFill/>
          <a:ln/>
        </p:spPr>
        <p:txBody>
          <a:bodyPr wrap="square" lIns="0" tIns="0" rIns="0" bIns="0" rtlCol="0" anchor="ctr"/>
          <a:lstStyle/>
          <a:p>
            <a:pPr marL="0" indent="0" algn="ctr">
              <a:buNone/>
            </a:pPr>
            <a:r>
              <a:rPr lang="en-US" sz="1100" u="sng" dirty="0">
                <a:solidFill>
                  <a:srgbClr val="FFFFFF"/>
                </a:solidFill>
                <a:latin typeface="Calibri" pitchFamily="34" charset="0"/>
                <a:ea typeface="Calibri" pitchFamily="34" charset="-122"/>
                <a:cs typeface="Calibri" pitchFamily="34" charset="-120"/>
              </a:rPr>
              <a:t>Director Interfaces to ADAM:</a:t>
            </a:r>
          </a:p>
          <a:p>
            <a:pPr marL="0" indent="0" algn="ctr">
              <a:buNone/>
            </a:pPr>
            <a:r>
              <a:rPr lang="en-US" sz="1100" dirty="0">
                <a:solidFill>
                  <a:srgbClr val="FFFFFF"/>
                </a:solidFill>
                <a:latin typeface="Calibri" pitchFamily="34" charset="0"/>
                <a:ea typeface="Calibri" pitchFamily="34" charset="-122"/>
                <a:cs typeface="Calibri" pitchFamily="34" charset="-120"/>
              </a:rPr>
              <a:t> 1. Intent Interpretation (say what you want)    2. Trust Gateway (prove authorization)     3. Explain-Back (see what happened)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5000"/>
          </a:blip>
          <a:stretch>
            <a:fillRect/>
          </a:stretch>
        </p:blipFill>
        <p:spPr>
          <a:xfrm>
            <a:off x="7772400" y="91440"/>
            <a:ext cx="1188720" cy="1188720"/>
          </a:xfrm>
          <a:prstGeom prst="rect">
            <a:avLst/>
          </a:prstGeom>
        </p:spPr>
      </p:pic>
      <p:sp>
        <p:nvSpPr>
          <p:cNvPr id="3" name="Text 0"/>
          <p:cNvSpPr/>
          <p:nvPr/>
        </p:nvSpPr>
        <p:spPr>
          <a:xfrm>
            <a:off x="548640" y="182880"/>
            <a:ext cx="7315200" cy="411480"/>
          </a:xfrm>
          <a:prstGeom prst="rect">
            <a:avLst/>
          </a:prstGeom>
          <a:noFill/>
          <a:ln/>
        </p:spPr>
        <p:txBody>
          <a:bodyPr wrap="square" lIns="0" tIns="0" rIns="0" bIns="0" rtlCol="0" anchor="ctr"/>
          <a:lstStyle/>
          <a:p>
            <a:pPr marL="0" indent="0">
              <a:buNone/>
            </a:pPr>
            <a:r>
              <a:rPr lang="en-US" sz="1500" b="1" dirty="0">
                <a:solidFill>
                  <a:srgbClr val="00B4D8"/>
                </a:solidFill>
                <a:latin typeface="Trebuchet MS" pitchFamily="34" charset="0"/>
                <a:ea typeface="Trebuchet MS" pitchFamily="34" charset="-122"/>
                <a:cs typeface="Trebuchet MS" pitchFamily="34" charset="-120"/>
              </a:rPr>
              <a:t>THE DNA QUESTIONNAIRE</a:t>
            </a:r>
            <a:endParaRPr lang="en-US" sz="1500" dirty="0"/>
          </a:p>
        </p:txBody>
      </p:sp>
      <p:sp>
        <p:nvSpPr>
          <p:cNvPr id="4" name="Text 1"/>
          <p:cNvSpPr/>
          <p:nvPr/>
        </p:nvSpPr>
        <p:spPr>
          <a:xfrm>
            <a:off x="548640" y="502920"/>
            <a:ext cx="7315200" cy="64008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Your Company's Genome in 13 Sections</a:t>
            </a:r>
            <a:endParaRPr lang="en-US" sz="2400" dirty="0"/>
          </a:p>
        </p:txBody>
      </p:sp>
      <p:sp>
        <p:nvSpPr>
          <p:cNvPr id="5" name="Text 2"/>
          <p:cNvSpPr/>
          <p:nvPr/>
        </p:nvSpPr>
        <p:spPr>
          <a:xfrm>
            <a:off x="548640" y="1051560"/>
            <a:ext cx="8229600" cy="320040"/>
          </a:xfrm>
          <a:prstGeom prst="rect">
            <a:avLst/>
          </a:prstGeom>
          <a:noFill/>
          <a:ln/>
        </p:spPr>
        <p:txBody>
          <a:bodyPr wrap="square" lIns="0" tIns="0" rIns="0" bIns="0" rtlCol="0" anchor="ctr"/>
          <a:lstStyle/>
          <a:p>
            <a:pPr marL="0" indent="0">
              <a:buNone/>
            </a:pPr>
            <a:r>
              <a:rPr lang="en-US" sz="1200" i="1" dirty="0">
                <a:solidFill>
                  <a:srgbClr val="FFB703"/>
                </a:solidFill>
                <a:latin typeface="Calibri" pitchFamily="34" charset="0"/>
                <a:ea typeface="Calibri" pitchFamily="34" charset="-122"/>
                <a:cs typeface="Calibri" pitchFamily="34" charset="-120"/>
              </a:rPr>
              <a:t>Not an IT survey. ADAM cares how your company thinks and how it competes.</a:t>
            </a:r>
            <a:endParaRPr lang="en-US" sz="1200" dirty="0"/>
          </a:p>
        </p:txBody>
      </p:sp>
      <p:sp>
        <p:nvSpPr>
          <p:cNvPr id="6" name="Shape 3"/>
          <p:cNvSpPr/>
          <p:nvPr/>
        </p:nvSpPr>
        <p:spPr>
          <a:xfrm>
            <a:off x="274320" y="160020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7" name="Text 4"/>
          <p:cNvSpPr/>
          <p:nvPr/>
        </p:nvSpPr>
        <p:spPr>
          <a:xfrm>
            <a:off x="320040" y="164592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1</a:t>
            </a:r>
            <a:endParaRPr lang="en-US" sz="1200" dirty="0"/>
          </a:p>
        </p:txBody>
      </p:sp>
      <p:sp>
        <p:nvSpPr>
          <p:cNvPr id="8" name="Text 5"/>
          <p:cNvSpPr/>
          <p:nvPr/>
        </p:nvSpPr>
        <p:spPr>
          <a:xfrm>
            <a:off x="320040" y="187452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Doctrine Identity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&amp; Constitution</a:t>
            </a:r>
            <a:endParaRPr lang="en-US" sz="1200" dirty="0"/>
          </a:p>
        </p:txBody>
      </p:sp>
      <p:sp>
        <p:nvSpPr>
          <p:cNvPr id="9" name="Shape 6"/>
          <p:cNvSpPr/>
          <p:nvPr/>
        </p:nvSpPr>
        <p:spPr>
          <a:xfrm>
            <a:off x="2057400" y="160020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0" name="Text 7"/>
          <p:cNvSpPr/>
          <p:nvPr/>
        </p:nvSpPr>
        <p:spPr>
          <a:xfrm>
            <a:off x="2103120" y="164592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2</a:t>
            </a:r>
            <a:endParaRPr lang="en-US" sz="1200" dirty="0"/>
          </a:p>
        </p:txBody>
      </p:sp>
      <p:sp>
        <p:nvSpPr>
          <p:cNvPr id="11" name="Text 8"/>
          <p:cNvSpPr/>
          <p:nvPr/>
        </p:nvSpPr>
        <p:spPr>
          <a:xfrm>
            <a:off x="2103120" y="187452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Culture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Graph</a:t>
            </a:r>
            <a:endParaRPr lang="en-US" sz="1200" dirty="0"/>
          </a:p>
        </p:txBody>
      </p:sp>
      <p:sp>
        <p:nvSpPr>
          <p:cNvPr id="12" name="Shape 9"/>
          <p:cNvSpPr/>
          <p:nvPr/>
        </p:nvSpPr>
        <p:spPr>
          <a:xfrm>
            <a:off x="3840480" y="160020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3" name="Text 10"/>
          <p:cNvSpPr/>
          <p:nvPr/>
        </p:nvSpPr>
        <p:spPr>
          <a:xfrm>
            <a:off x="3886200" y="164592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3</a:t>
            </a:r>
            <a:endParaRPr lang="en-US" sz="1200" dirty="0"/>
          </a:p>
        </p:txBody>
      </p:sp>
      <p:sp>
        <p:nvSpPr>
          <p:cNvPr id="14" name="Text 11"/>
          <p:cNvSpPr/>
          <p:nvPr/>
        </p:nvSpPr>
        <p:spPr>
          <a:xfrm>
            <a:off x="3886200" y="187452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Objectives</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Graph</a:t>
            </a:r>
            <a:endParaRPr lang="en-US" sz="1200" dirty="0"/>
          </a:p>
        </p:txBody>
      </p:sp>
      <p:sp>
        <p:nvSpPr>
          <p:cNvPr id="15" name="Shape 12"/>
          <p:cNvSpPr/>
          <p:nvPr/>
        </p:nvSpPr>
        <p:spPr>
          <a:xfrm>
            <a:off x="5623560" y="160020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6" name="Text 13"/>
          <p:cNvSpPr/>
          <p:nvPr/>
        </p:nvSpPr>
        <p:spPr>
          <a:xfrm>
            <a:off x="5669280" y="164592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4</a:t>
            </a:r>
            <a:endParaRPr lang="en-US" sz="1200" dirty="0"/>
          </a:p>
        </p:txBody>
      </p:sp>
      <p:sp>
        <p:nvSpPr>
          <p:cNvPr id="17" name="Text 14"/>
          <p:cNvSpPr/>
          <p:nvPr/>
        </p:nvSpPr>
        <p:spPr>
          <a:xfrm>
            <a:off x="5669280" y="187452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Rules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Expectations</a:t>
            </a:r>
            <a:endParaRPr lang="en-US" sz="1200" dirty="0"/>
          </a:p>
        </p:txBody>
      </p:sp>
      <p:sp>
        <p:nvSpPr>
          <p:cNvPr id="18" name="Shape 15"/>
          <p:cNvSpPr/>
          <p:nvPr/>
        </p:nvSpPr>
        <p:spPr>
          <a:xfrm>
            <a:off x="7406640" y="160020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9" name="Text 16"/>
          <p:cNvSpPr/>
          <p:nvPr/>
        </p:nvSpPr>
        <p:spPr>
          <a:xfrm>
            <a:off x="7452360" y="164592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5</a:t>
            </a:r>
            <a:endParaRPr lang="en-US" sz="1200" dirty="0"/>
          </a:p>
        </p:txBody>
      </p:sp>
      <p:sp>
        <p:nvSpPr>
          <p:cNvPr id="20" name="Text 17"/>
          <p:cNvSpPr/>
          <p:nvPr/>
        </p:nvSpPr>
        <p:spPr>
          <a:xfrm>
            <a:off x="7452360" y="187452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Enterprise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Memory</a:t>
            </a:r>
            <a:endParaRPr lang="en-US" sz="1200" dirty="0"/>
          </a:p>
        </p:txBody>
      </p:sp>
      <p:sp>
        <p:nvSpPr>
          <p:cNvPr id="21" name="Shape 18"/>
          <p:cNvSpPr/>
          <p:nvPr/>
        </p:nvSpPr>
        <p:spPr>
          <a:xfrm>
            <a:off x="274320" y="256032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22" name="Text 19"/>
          <p:cNvSpPr/>
          <p:nvPr/>
        </p:nvSpPr>
        <p:spPr>
          <a:xfrm>
            <a:off x="320040" y="260604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6</a:t>
            </a:r>
            <a:endParaRPr lang="en-US" sz="1200" dirty="0"/>
          </a:p>
        </p:txBody>
      </p:sp>
      <p:sp>
        <p:nvSpPr>
          <p:cNvPr id="23" name="Text 20"/>
          <p:cNvSpPr/>
          <p:nvPr/>
        </p:nvSpPr>
        <p:spPr>
          <a:xfrm>
            <a:off x="320040" y="283464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BOSS Scoring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Exception Economy</a:t>
            </a:r>
            <a:endParaRPr lang="en-US" sz="1200" dirty="0"/>
          </a:p>
        </p:txBody>
      </p:sp>
      <p:sp>
        <p:nvSpPr>
          <p:cNvPr id="24" name="Shape 21"/>
          <p:cNvSpPr/>
          <p:nvPr/>
        </p:nvSpPr>
        <p:spPr>
          <a:xfrm>
            <a:off x="2057400" y="256032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25" name="Text 22"/>
          <p:cNvSpPr/>
          <p:nvPr/>
        </p:nvSpPr>
        <p:spPr>
          <a:xfrm>
            <a:off x="2103120" y="260604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7</a:t>
            </a:r>
            <a:endParaRPr lang="en-US" sz="1200" dirty="0"/>
          </a:p>
        </p:txBody>
      </p:sp>
      <p:sp>
        <p:nvSpPr>
          <p:cNvPr id="26" name="Text 23"/>
          <p:cNvSpPr/>
          <p:nvPr/>
        </p:nvSpPr>
        <p:spPr>
          <a:xfrm>
            <a:off x="2103120" y="283464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Intent Objects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Conflict Config</a:t>
            </a:r>
            <a:endParaRPr lang="en-US" sz="1200" dirty="0"/>
          </a:p>
        </p:txBody>
      </p:sp>
      <p:sp>
        <p:nvSpPr>
          <p:cNvPr id="27" name="Shape 24"/>
          <p:cNvSpPr/>
          <p:nvPr/>
        </p:nvSpPr>
        <p:spPr>
          <a:xfrm>
            <a:off x="3840480" y="256032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28" name="Text 25"/>
          <p:cNvSpPr/>
          <p:nvPr/>
        </p:nvSpPr>
        <p:spPr>
          <a:xfrm>
            <a:off x="3886200" y="260604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8</a:t>
            </a:r>
            <a:endParaRPr lang="en-US" sz="1200" dirty="0"/>
          </a:p>
        </p:txBody>
      </p:sp>
      <p:sp>
        <p:nvSpPr>
          <p:cNvPr id="29" name="Text 26"/>
          <p:cNvSpPr/>
          <p:nvPr/>
        </p:nvSpPr>
        <p:spPr>
          <a:xfrm>
            <a:off x="3886200" y="283464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Agent Architecture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&amp; Domains</a:t>
            </a:r>
            <a:endParaRPr lang="en-US" sz="1200" dirty="0"/>
          </a:p>
        </p:txBody>
      </p:sp>
      <p:sp>
        <p:nvSpPr>
          <p:cNvPr id="30" name="Shape 27"/>
          <p:cNvSpPr/>
          <p:nvPr/>
        </p:nvSpPr>
        <p:spPr>
          <a:xfrm>
            <a:off x="5623560" y="256032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31" name="Text 28"/>
          <p:cNvSpPr/>
          <p:nvPr/>
        </p:nvSpPr>
        <p:spPr>
          <a:xfrm>
            <a:off x="5669280" y="260604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9</a:t>
            </a:r>
            <a:endParaRPr lang="en-US" sz="1200" dirty="0"/>
          </a:p>
        </p:txBody>
      </p:sp>
      <p:sp>
        <p:nvSpPr>
          <p:cNvPr id="32" name="Text 29"/>
          <p:cNvSpPr/>
          <p:nvPr/>
        </p:nvSpPr>
        <p:spPr>
          <a:xfrm>
            <a:off x="5669280" y="283464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Flight Recorder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&amp; Evidence</a:t>
            </a:r>
            <a:endParaRPr lang="en-US" sz="1200" dirty="0"/>
          </a:p>
        </p:txBody>
      </p:sp>
      <p:sp>
        <p:nvSpPr>
          <p:cNvPr id="33" name="Shape 30"/>
          <p:cNvSpPr/>
          <p:nvPr/>
        </p:nvSpPr>
        <p:spPr>
          <a:xfrm>
            <a:off x="7406640" y="256032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34" name="Text 31"/>
          <p:cNvSpPr/>
          <p:nvPr/>
        </p:nvSpPr>
        <p:spPr>
          <a:xfrm>
            <a:off x="7452360" y="260604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10</a:t>
            </a:r>
            <a:endParaRPr lang="en-US" sz="1000" dirty="0"/>
          </a:p>
        </p:txBody>
      </p:sp>
      <p:sp>
        <p:nvSpPr>
          <p:cNvPr id="35" name="Text 32"/>
          <p:cNvSpPr/>
          <p:nvPr/>
        </p:nvSpPr>
        <p:spPr>
          <a:xfrm>
            <a:off x="7452360" y="283464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Products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6" name="Shape 33"/>
          <p:cNvSpPr/>
          <p:nvPr/>
        </p:nvSpPr>
        <p:spPr>
          <a:xfrm>
            <a:off x="2057400" y="35204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37" name="Text 34"/>
          <p:cNvSpPr/>
          <p:nvPr/>
        </p:nvSpPr>
        <p:spPr>
          <a:xfrm>
            <a:off x="2103120" y="356616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11</a:t>
            </a:r>
            <a:endParaRPr lang="en-US" sz="1000" dirty="0"/>
          </a:p>
        </p:txBody>
      </p:sp>
      <p:sp>
        <p:nvSpPr>
          <p:cNvPr id="38" name="Text 35"/>
          <p:cNvSpPr/>
          <p:nvPr/>
        </p:nvSpPr>
        <p:spPr>
          <a:xfrm>
            <a:off x="2103120" y="37947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Temporal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Regional Variance</a:t>
            </a:r>
            <a:endParaRPr lang="en-US" sz="1200" dirty="0"/>
          </a:p>
        </p:txBody>
      </p:sp>
      <p:sp>
        <p:nvSpPr>
          <p:cNvPr id="39" name="Shape 36"/>
          <p:cNvSpPr/>
          <p:nvPr/>
        </p:nvSpPr>
        <p:spPr>
          <a:xfrm>
            <a:off x="3840480" y="35204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40" name="Text 37"/>
          <p:cNvSpPr/>
          <p:nvPr/>
        </p:nvSpPr>
        <p:spPr>
          <a:xfrm>
            <a:off x="3886200" y="356616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12</a:t>
            </a:r>
            <a:endParaRPr lang="en-US" sz="1000" dirty="0"/>
          </a:p>
        </p:txBody>
      </p:sp>
      <p:sp>
        <p:nvSpPr>
          <p:cNvPr id="41" name="Text 38"/>
          <p:cNvSpPr/>
          <p:nvPr/>
        </p:nvSpPr>
        <p:spPr>
          <a:xfrm>
            <a:off x="3886200" y="37947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Cloud Infra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Sovereignty</a:t>
            </a:r>
            <a:endParaRPr lang="en-US" sz="1200" dirty="0"/>
          </a:p>
        </p:txBody>
      </p:sp>
      <p:sp>
        <p:nvSpPr>
          <p:cNvPr id="42" name="Shape 39"/>
          <p:cNvSpPr/>
          <p:nvPr/>
        </p:nvSpPr>
        <p:spPr>
          <a:xfrm>
            <a:off x="5623560" y="35204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43" name="Text 40"/>
          <p:cNvSpPr/>
          <p:nvPr/>
        </p:nvSpPr>
        <p:spPr>
          <a:xfrm>
            <a:off x="5669280" y="356616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13</a:t>
            </a:r>
            <a:endParaRPr lang="en-US" sz="1000" dirty="0"/>
          </a:p>
        </p:txBody>
      </p:sp>
      <p:sp>
        <p:nvSpPr>
          <p:cNvPr id="44" name="Text 41"/>
          <p:cNvSpPr/>
          <p:nvPr/>
        </p:nvSpPr>
        <p:spPr>
          <a:xfrm>
            <a:off x="5669280" y="37947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Resilience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Security Posture</a:t>
            </a:r>
            <a:endParaRPr lang="en-US" sz="1200" dirty="0"/>
          </a:p>
        </p:txBody>
      </p:sp>
      <p:sp>
        <p:nvSpPr>
          <p:cNvPr id="45" name="Text 42"/>
          <p:cNvSpPr/>
          <p:nvPr/>
        </p:nvSpPr>
        <p:spPr>
          <a:xfrm>
            <a:off x="274320" y="4709160"/>
            <a:ext cx="8595360" cy="320040"/>
          </a:xfrm>
          <a:prstGeom prst="rect">
            <a:avLst/>
          </a:prstGeom>
          <a:noFill/>
          <a:ln/>
        </p:spPr>
        <p:txBody>
          <a:bodyPr wrap="square" lIns="0" tIns="0" rIns="0" bIns="0" rtlCol="0" anchor="ctr"/>
          <a:lstStyle/>
          <a:p>
            <a:pPr marL="0" indent="0">
              <a:buNone/>
            </a:pPr>
            <a:r>
              <a:rPr lang="en-US" sz="950" dirty="0">
                <a:solidFill>
                  <a:srgbClr val="8D99AE"/>
                </a:solidFill>
                <a:latin typeface="Calibri" pitchFamily="34" charset="0"/>
                <a:ea typeface="Calibri" pitchFamily="34" charset="-122"/>
                <a:cs typeface="Calibri" pitchFamily="34" charset="-120"/>
              </a:rPr>
              <a:t>INPUT NEEDED: Sections 1-9: Directors (CEO, CFO, Legal, Market, CISO)  |  10-11: Company Domains experts  |  12-13: Infrastructure &amp; Security architects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0B429"/>
          </a:solidFill>
          <a:ln/>
        </p:spPr>
      </p:sp>
      <p:sp>
        <p:nvSpPr>
          <p:cNvPr id="3" name="Text 1"/>
          <p:cNvSpPr/>
          <p:nvPr/>
        </p:nvSpPr>
        <p:spPr>
          <a:xfrm>
            <a:off x="640080" y="182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0B429"/>
                </a:solidFill>
                <a:effectLst/>
                <a:uLnTx/>
                <a:uFillTx/>
                <a:latin typeface="Georgia" pitchFamily="34" charset="0"/>
                <a:ea typeface="Georgia" pitchFamily="34" charset="-122"/>
                <a:cs typeface="Georgia" pitchFamily="34" charset="-120"/>
              </a:rPr>
              <a:t>The DNA Tool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7863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AI-Powered Conversational Configuration — Your Company DNA Codified in Hours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1097280"/>
            <a:ext cx="3794760" cy="3200400"/>
          </a:xfrm>
          <a:prstGeom prst="rect">
            <a:avLst/>
          </a:prstGeom>
          <a:solidFill>
            <a:srgbClr val="1B2838"/>
          </a:solidFill>
          <a:ln/>
          <a:effectLst>
            <a:outerShdw blurRad="101600" dist="38100" dir="8100000" algn="bl" rotWithShape="0">
              <a:srgbClr val="000000">
                <a:alpha val="18000"/>
              </a:srgbClr>
            </a:outerShdw>
          </a:effectLst>
        </p:spPr>
      </p:sp>
      <p:sp>
        <p:nvSpPr>
          <p:cNvPr id="6" name="Shape 4"/>
          <p:cNvSpPr/>
          <p:nvPr/>
        </p:nvSpPr>
        <p:spPr>
          <a:xfrm>
            <a:off x="640080" y="1097280"/>
            <a:ext cx="3794760" cy="411480"/>
          </a:xfrm>
          <a:prstGeom prst="rect">
            <a:avLst/>
          </a:prstGeom>
          <a:solidFill>
            <a:srgbClr val="EF4444"/>
          </a:solidFill>
          <a:ln/>
        </p:spPr>
      </p:sp>
      <p:sp>
        <p:nvSpPr>
          <p:cNvPr id="7" name="Text 5"/>
          <p:cNvSpPr/>
          <p:nvPr/>
        </p:nvSpPr>
        <p:spPr>
          <a:xfrm>
            <a:off x="640080" y="1097280"/>
            <a:ext cx="37947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Manual Custom DNA Definition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691640"/>
            <a:ext cx="3429000" cy="23774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13 sections filled out </a:t>
            </a:r>
            <a:r>
              <a:rPr lang="en-US" sz="1100" dirty="0">
                <a:solidFill>
                  <a:srgbClr val="CBD5E1"/>
                </a:solidFill>
                <a:latin typeface="Calibri" pitchFamily="34" charset="0"/>
                <a:ea typeface="Calibri" pitchFamily="34" charset="-122"/>
                <a:cs typeface="Calibri" pitchFamily="34" charset="-120"/>
              </a:rPr>
              <a:t>by key knowledge owners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Requires </a:t>
            </a:r>
            <a:r>
              <a:rPr lang="en-US" sz="1100" dirty="0">
                <a:solidFill>
                  <a:srgbClr val="CBD5E1"/>
                </a:solidFill>
                <a:latin typeface="Calibri" pitchFamily="34" charset="0"/>
                <a:ea typeface="Calibri" pitchFamily="34" charset="-122"/>
                <a:cs typeface="Calibri" pitchFamily="34" charset="-120"/>
              </a:rPr>
              <a:t>understanding of</a:t>
            </a: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ADAM structures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lang="en-US" sz="1100" dirty="0">
                <a:solidFill>
                  <a:srgbClr val="CBD5E1"/>
                </a:solidFill>
                <a:latin typeface="Calibri" pitchFamily="34" charset="0"/>
                <a:ea typeface="Calibri" pitchFamily="34" charset="-122"/>
                <a:cs typeface="Calibri" pitchFamily="34" charset="-120"/>
              </a:rPr>
              <a:t>Requires w</a:t>
            </a:r>
            <a:r>
              <a:rPr kumimoji="0" lang="en-US" sz="1100" b="0" i="0" u="none" strike="noStrike" kern="1200" cap="none" spc="0" normalizeH="0" baseline="0" noProof="0" dirty="0" err="1">
                <a:ln>
                  <a:noFill/>
                </a:ln>
                <a:solidFill>
                  <a:srgbClr val="CBD5E1"/>
                </a:solidFill>
                <a:effectLst/>
                <a:uLnTx/>
                <a:uFillTx/>
                <a:latin typeface="Calibri" pitchFamily="34" charset="0"/>
                <a:ea typeface="Calibri" pitchFamily="34" charset="-122"/>
                <a:cs typeface="Calibri" pitchFamily="34" charset="-120"/>
              </a:rPr>
              <a:t>orkshops</a:t>
            </a: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with all 5 directors and others in the current organization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Static document — validation at upload</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lang="en-US" sz="1100" dirty="0">
                <a:solidFill>
                  <a:srgbClr val="CBD5E1"/>
                </a:solidFill>
                <a:latin typeface="Calibri" pitchFamily="34" charset="0"/>
                <a:ea typeface="Calibri" pitchFamily="34" charset="-122"/>
                <a:cs typeface="Calibri" pitchFamily="34" charset="-120"/>
              </a:rPr>
              <a:t>Allows customization of all aspects of ADAM.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709160" y="1097280"/>
            <a:ext cx="3794760" cy="3200400"/>
          </a:xfrm>
          <a:prstGeom prst="rect">
            <a:avLst/>
          </a:prstGeom>
          <a:solidFill>
            <a:srgbClr val="1B2838"/>
          </a:solidFill>
          <a:ln/>
          <a:effectLst>
            <a:outerShdw blurRad="101600" dist="38100" dir="8100000" algn="bl" rotWithShape="0">
              <a:srgbClr val="000000">
                <a:alpha val="18000"/>
              </a:srgbClr>
            </a:outerShdw>
          </a:effectLst>
        </p:spPr>
      </p:sp>
      <p:sp>
        <p:nvSpPr>
          <p:cNvPr id="10" name="Shape 8"/>
          <p:cNvSpPr/>
          <p:nvPr/>
        </p:nvSpPr>
        <p:spPr>
          <a:xfrm>
            <a:off x="4709160" y="1097280"/>
            <a:ext cx="3794760" cy="411480"/>
          </a:xfrm>
          <a:prstGeom prst="rect">
            <a:avLst/>
          </a:prstGeom>
          <a:solidFill>
            <a:srgbClr val="10B981"/>
          </a:solidFill>
          <a:ln/>
        </p:spPr>
      </p:sp>
      <p:sp>
        <p:nvSpPr>
          <p:cNvPr id="11" name="Text 9"/>
          <p:cNvSpPr/>
          <p:nvPr/>
        </p:nvSpPr>
        <p:spPr>
          <a:xfrm>
            <a:off x="4709160" y="1097280"/>
            <a:ext cx="37947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DNA Tool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892040" y="1691640"/>
            <a:ext cx="3429000" cy="23774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Upload strategy, financial, HR, etc. docs and AI codifies into DNA data graph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Conversational — asks targeted questions remaining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Validates against ADAM schema in real-time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Choose your AI provider(s) (OpenAI, Anthropic, Azure) plus universal AI model plugin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Outputs deployment-ready DNA JSON, or feeds directly to DNA deployment 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4434840"/>
            <a:ext cx="7863840" cy="457200"/>
          </a:xfrm>
          <a:prstGeom prst="rect">
            <a:avLst/>
          </a:prstGeom>
          <a:solidFill>
            <a:srgbClr val="1B2838"/>
          </a:solidFill>
          <a:ln/>
        </p:spPr>
      </p:sp>
      <p:sp>
        <p:nvSpPr>
          <p:cNvPr id="15" name="Text 12"/>
          <p:cNvSpPr/>
          <p:nvPr/>
        </p:nvSpPr>
        <p:spPr>
          <a:xfrm>
            <a:off x="822960" y="4434840"/>
            <a:ext cx="74980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FastAPI + React + Tailwind  |  Helm/K8s Deployable  |  Document Ingestion (DOCX, PDF, PPTX, CSV, XLSX)  |  Bridges to DNA Deployment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Text 1"/>
          <p:cNvSpPr/>
          <p:nvPr/>
        </p:nvSpPr>
        <p:spPr>
          <a:xfrm>
            <a:off x="640080" y="182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D1B2A"/>
                </a:solidFill>
                <a:effectLst/>
                <a:uLnTx/>
                <a:uFillTx/>
                <a:latin typeface="Georgia" pitchFamily="34" charset="0"/>
                <a:ea typeface="Georgia" pitchFamily="34" charset="-122"/>
                <a:cs typeface="Georgia" pitchFamily="34" charset="-120"/>
              </a:rPr>
              <a:t>The DNA Deployment Tool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7863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Machine-Executable Companion — From DNA to Running Infrastructure Automatically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109728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6" name="Shape 4"/>
          <p:cNvSpPr/>
          <p:nvPr/>
        </p:nvSpPr>
        <p:spPr>
          <a:xfrm>
            <a:off x="640080" y="1097280"/>
            <a:ext cx="64008" cy="1417320"/>
          </a:xfrm>
          <a:prstGeom prst="rect">
            <a:avLst/>
          </a:prstGeom>
          <a:solidFill>
            <a:srgbClr val="00B4D8"/>
          </a:solidFill>
          <a:ln/>
        </p:spPr>
      </p:sp>
      <p:sp>
        <p:nvSpPr>
          <p:cNvPr id="7" name="Text 5"/>
          <p:cNvSpPr/>
          <p:nvPr/>
        </p:nvSpPr>
        <p:spPr>
          <a:xfrm>
            <a:off x="822960" y="118872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Terraform IaC</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50876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Multi-cloud infrastructure: Azure primary, AWS standby, on-prem failover. Complete networking, identity, storage.</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9" name="Shape 7"/>
          <p:cNvSpPr/>
          <p:nvPr/>
        </p:nvSpPr>
        <p:spPr>
          <a:xfrm>
            <a:off x="3474720" y="109728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10" name="Shape 8"/>
          <p:cNvSpPr/>
          <p:nvPr/>
        </p:nvSpPr>
        <p:spPr>
          <a:xfrm>
            <a:off x="3474720" y="1097280"/>
            <a:ext cx="64008" cy="1417320"/>
          </a:xfrm>
          <a:prstGeom prst="rect">
            <a:avLst/>
          </a:prstGeom>
          <a:solidFill>
            <a:srgbClr val="0077B6"/>
          </a:solidFill>
          <a:ln/>
        </p:spPr>
      </p:sp>
      <p:sp>
        <p:nvSpPr>
          <p:cNvPr id="11" name="Text 9"/>
          <p:cNvSpPr/>
          <p:nvPr/>
        </p:nvSpPr>
        <p:spPr>
          <a:xfrm>
            <a:off x="3657600" y="118872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Agent Runtime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657600" y="150876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LangGraph agent code, BOSS scoring engine, orchestration fabric. All 81 agents pre-configured.</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13" name="Shape 11"/>
          <p:cNvSpPr/>
          <p:nvPr/>
        </p:nvSpPr>
        <p:spPr>
          <a:xfrm>
            <a:off x="6309360" y="109728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14" name="Shape 12"/>
          <p:cNvSpPr/>
          <p:nvPr/>
        </p:nvSpPr>
        <p:spPr>
          <a:xfrm>
            <a:off x="6309360" y="1097280"/>
            <a:ext cx="64008" cy="1417320"/>
          </a:xfrm>
          <a:prstGeom prst="rect">
            <a:avLst/>
          </a:prstGeom>
          <a:solidFill>
            <a:srgbClr val="F0B429"/>
          </a:solidFill>
          <a:ln/>
        </p:spPr>
      </p:sp>
      <p:sp>
        <p:nvSpPr>
          <p:cNvPr id="15" name="Text 13"/>
          <p:cNvSpPr/>
          <p:nvPr/>
        </p:nvSpPr>
        <p:spPr>
          <a:xfrm>
            <a:off x="6492240" y="118872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CORE Graphs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92240" y="150876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Cosmos DB Gremlin graph populated from your DNA. Culture, Objectives, Rules, Expectations — queryable.</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17" name="Shape 15"/>
          <p:cNvSpPr/>
          <p:nvPr/>
        </p:nvSpPr>
        <p:spPr>
          <a:xfrm>
            <a:off x="640080" y="274320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18" name="Shape 16"/>
          <p:cNvSpPr/>
          <p:nvPr/>
        </p:nvSpPr>
        <p:spPr>
          <a:xfrm>
            <a:off x="640080" y="2743200"/>
            <a:ext cx="64008" cy="1417320"/>
          </a:xfrm>
          <a:prstGeom prst="rect">
            <a:avLst/>
          </a:prstGeom>
          <a:solidFill>
            <a:srgbClr val="10B981"/>
          </a:solidFill>
          <a:ln/>
        </p:spPr>
      </p:sp>
      <p:sp>
        <p:nvSpPr>
          <p:cNvPr id="19" name="Text 17"/>
          <p:cNvSpPr/>
          <p:nvPr/>
        </p:nvSpPr>
        <p:spPr>
          <a:xfrm>
            <a:off x="822960" y="28346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Policy Engine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22960" y="315468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OPA/Rego policies generated from DNA rules. Enforcement at runtime, not documentation.</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1" name="Shape 19"/>
          <p:cNvSpPr/>
          <p:nvPr/>
        </p:nvSpPr>
        <p:spPr>
          <a:xfrm>
            <a:off x="3474720" y="274320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22" name="Shape 20"/>
          <p:cNvSpPr/>
          <p:nvPr/>
        </p:nvSpPr>
        <p:spPr>
          <a:xfrm>
            <a:off x="3474720" y="2743200"/>
            <a:ext cx="64008" cy="1417320"/>
          </a:xfrm>
          <a:prstGeom prst="rect">
            <a:avLst/>
          </a:prstGeom>
          <a:solidFill>
            <a:srgbClr val="0077B6"/>
          </a:solidFill>
          <a:ln/>
        </p:spPr>
      </p:sp>
      <p:sp>
        <p:nvSpPr>
          <p:cNvPr id="23" name="Text 21"/>
          <p:cNvSpPr/>
          <p:nvPr/>
        </p:nvSpPr>
        <p:spPr>
          <a:xfrm>
            <a:off x="3657600" y="28346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Flight Recorder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657600" y="315468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Confidential Ledger + immutable storage. Tamper-proof evidence from day one.</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5" name="Shape 23"/>
          <p:cNvSpPr/>
          <p:nvPr/>
        </p:nvSpPr>
        <p:spPr>
          <a:xfrm>
            <a:off x="6309360" y="274320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26" name="Shape 24"/>
          <p:cNvSpPr/>
          <p:nvPr/>
        </p:nvSpPr>
        <p:spPr>
          <a:xfrm>
            <a:off x="6309360" y="2743200"/>
            <a:ext cx="64008" cy="1417320"/>
          </a:xfrm>
          <a:prstGeom prst="rect">
            <a:avLst/>
          </a:prstGeom>
          <a:solidFill>
            <a:srgbClr val="00B4D8"/>
          </a:solidFill>
          <a:ln/>
        </p:spPr>
      </p:sp>
      <p:sp>
        <p:nvSpPr>
          <p:cNvPr id="27" name="Text 25"/>
          <p:cNvSpPr/>
          <p:nvPr/>
        </p:nvSpPr>
        <p:spPr>
          <a:xfrm>
            <a:off x="6492240" y="28346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GitOps Pipeline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492240" y="315468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Flux CD + Azure DevOps. Continuous deployment with drift detection built in.</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30" name="Shape 27"/>
          <p:cNvSpPr/>
          <p:nvPr/>
        </p:nvSpPr>
        <p:spPr>
          <a:xfrm>
            <a:off x="640080" y="4572000"/>
            <a:ext cx="7863840" cy="411480"/>
          </a:xfrm>
          <a:prstGeom prst="rect">
            <a:avLst/>
          </a:prstGeom>
          <a:solidFill>
            <a:srgbClr val="0D1B2A"/>
          </a:solidFill>
          <a:ln/>
        </p:spPr>
      </p:sp>
      <p:sp>
        <p:nvSpPr>
          <p:cNvPr id="31" name="Text 28"/>
          <p:cNvSpPr/>
          <p:nvPr/>
        </p:nvSpPr>
        <p:spPr>
          <a:xfrm>
            <a:off x="822960" y="4572000"/>
            <a:ext cx="74980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Infrastructure-agnostic: Azure, AWS, GCP, bare metal. 9 reference architectures included. The DNA Deployment Spec provides complete Terraform and agent code.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Text 1"/>
          <p:cNvSpPr/>
          <p:nvPr/>
        </p:nvSpPr>
        <p:spPr>
          <a:xfrm>
            <a:off x="640080" y="182880"/>
            <a:ext cx="78638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From Book to Autonomous Company</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7863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Two Paths: Manual DNA + Deployment Tool  OR  DNA Tool for Conversational Setup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1124712"/>
            <a:ext cx="502920" cy="502920"/>
          </a:xfrm>
          <a:prstGeom prst="ellipse">
            <a:avLst/>
          </a:prstGeom>
          <a:solidFill>
            <a:srgbClr val="00B4D8"/>
          </a:solidFill>
          <a:ln/>
        </p:spPr>
      </p:sp>
      <p:sp>
        <p:nvSpPr>
          <p:cNvPr id="6" name="Text 4"/>
          <p:cNvSpPr/>
          <p:nvPr/>
        </p:nvSpPr>
        <p:spPr>
          <a:xfrm>
            <a:off x="633595" y="110525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371600" y="105156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Define Your Company’s DNA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371599" y="1371600"/>
            <a:ext cx="4257473"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Fill out the 13-section DNA Questionnaire manually, OR use the AI DNA Tool to extract your DNA from existing data, strategy documents, and  conversational for missing details.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2084832"/>
            <a:ext cx="502920" cy="502920"/>
          </a:xfrm>
          <a:prstGeom prst="ellipse">
            <a:avLst/>
          </a:prstGeom>
          <a:solidFill>
            <a:srgbClr val="F0B429"/>
          </a:solidFill>
          <a:ln/>
        </p:spPr>
      </p:sp>
      <p:sp>
        <p:nvSpPr>
          <p:cNvPr id="10" name="Text 8"/>
          <p:cNvSpPr/>
          <p:nvPr/>
        </p:nvSpPr>
        <p:spPr>
          <a:xfrm>
            <a:off x="640080" y="206537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371600" y="201168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Auto-Generate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371599" y="2331720"/>
            <a:ext cx="4314657"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The DNA Tool outputs deployment-ready JSON. Manual path: feed the completed DNA document directly into the DNA Deployment Tool.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3044952"/>
            <a:ext cx="502920" cy="502920"/>
          </a:xfrm>
          <a:prstGeom prst="ellipse">
            <a:avLst/>
          </a:prstGeom>
          <a:solidFill>
            <a:srgbClr val="10B981"/>
          </a:solidFill>
          <a:ln/>
        </p:spPr>
      </p:sp>
      <p:sp>
        <p:nvSpPr>
          <p:cNvPr id="14" name="Text 12"/>
          <p:cNvSpPr/>
          <p:nvPr/>
        </p:nvSpPr>
        <p:spPr>
          <a:xfrm>
            <a:off x="640080" y="301252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297180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Auto-Provision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599" y="3291840"/>
            <a:ext cx="4314657"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The DNA Deployment Tool compiles your DNA into Terraform, agent code, CORE graphs, policy rules, and the Flight Recorder — all customized to your company’s DNA.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40080" y="4005072"/>
            <a:ext cx="502920" cy="502920"/>
          </a:xfrm>
          <a:prstGeom prst="ellipse">
            <a:avLst/>
          </a:prstGeom>
          <a:solidFill>
            <a:srgbClr val="00B4D8"/>
          </a:solidFill>
          <a:ln/>
        </p:spPr>
      </p:sp>
      <p:sp>
        <p:nvSpPr>
          <p:cNvPr id="18" name="Text 16"/>
          <p:cNvSpPr/>
          <p:nvPr/>
        </p:nvSpPr>
        <p:spPr>
          <a:xfrm>
            <a:off x="633595" y="395967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371600" y="393192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Go Live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371599" y="4251960"/>
            <a:ext cx="4471482"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Autonomous enterprise operational. Humans govern intent. Machines execute. Evidence flows. Full BOSS scoring from day one.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167336" y="3040380"/>
            <a:ext cx="2885226" cy="914400"/>
          </a:xfrm>
          <a:prstGeom prst="rect">
            <a:avLst/>
          </a:prstGeom>
          <a:solidFill>
            <a:srgbClr val="1B2838"/>
          </a:solidFill>
          <a:ln/>
        </p:spPr>
      </p:sp>
      <p:sp>
        <p:nvSpPr>
          <p:cNvPr id="23" name="Text 20"/>
          <p:cNvSpPr/>
          <p:nvPr/>
        </p:nvSpPr>
        <p:spPr>
          <a:xfrm>
            <a:off x="6167335" y="3040380"/>
            <a:ext cx="2885225"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Hours, not months. The DNA Tool + Deployment Tool pipeline means a customized ADAM instance can be deployed in a single sprint.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
            <a:extLst>
              <a:ext uri="{FF2B5EF4-FFF2-40B4-BE49-F238E27FC236}">
                <a16:creationId xmlns:a16="http://schemas.microsoft.com/office/drawing/2014/main" id="{1312BE2B-4BB7-274E-7BCF-5F534C06AD44}"/>
              </a:ext>
            </a:extLst>
          </p:cNvPr>
          <p:cNvSpPr/>
          <p:nvPr/>
        </p:nvSpPr>
        <p:spPr>
          <a:xfrm>
            <a:off x="6167336" y="1028700"/>
            <a:ext cx="2885226" cy="1851660"/>
          </a:xfrm>
          <a:prstGeom prst="rect">
            <a:avLst/>
          </a:prstGeom>
          <a:solidFill>
            <a:schemeClr val="accent5">
              <a:lumMod val="60000"/>
              <a:lumOff val="40000"/>
            </a:schemeClr>
          </a:solidFill>
          <a:ln/>
          <a:effectLst>
            <a:outerShdw blurRad="76200" dist="25400" dir="8100000" algn="bl" rotWithShape="0">
              <a:srgbClr val="000000">
                <a:alpha val="12000"/>
              </a:srgbClr>
            </a:outerShdw>
          </a:effectLst>
        </p:spPr>
      </p:sp>
      <p:sp>
        <p:nvSpPr>
          <p:cNvPr id="27" name="Shape 3">
            <a:extLst>
              <a:ext uri="{FF2B5EF4-FFF2-40B4-BE49-F238E27FC236}">
                <a16:creationId xmlns:a16="http://schemas.microsoft.com/office/drawing/2014/main" id="{C6684655-1D5A-CDB1-3568-03CFC1DA3FA8}"/>
              </a:ext>
            </a:extLst>
          </p:cNvPr>
          <p:cNvSpPr/>
          <p:nvPr/>
        </p:nvSpPr>
        <p:spPr>
          <a:xfrm>
            <a:off x="6167336" y="1028700"/>
            <a:ext cx="2885226" cy="365760"/>
          </a:xfrm>
          <a:prstGeom prst="rect">
            <a:avLst/>
          </a:prstGeom>
          <a:solidFill>
            <a:srgbClr val="10B981"/>
          </a:solidFill>
          <a:ln/>
        </p:spPr>
      </p:sp>
      <p:sp>
        <p:nvSpPr>
          <p:cNvPr id="28" name="Text 4">
            <a:extLst>
              <a:ext uri="{FF2B5EF4-FFF2-40B4-BE49-F238E27FC236}">
                <a16:creationId xmlns:a16="http://schemas.microsoft.com/office/drawing/2014/main" id="{190DFFF7-46FA-860D-74A8-7BA685AFDD8B}"/>
              </a:ext>
            </a:extLst>
          </p:cNvPr>
          <p:cNvSpPr/>
          <p:nvPr/>
        </p:nvSpPr>
        <p:spPr>
          <a:xfrm>
            <a:off x="6167336" y="1028700"/>
            <a:ext cx="2885226" cy="365760"/>
          </a:xfrm>
          <a:prstGeom prst="rect">
            <a:avLst/>
          </a:prstGeom>
          <a:solidFill>
            <a:srgbClr val="00B0F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ADAM IS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5">
            <a:extLst>
              <a:ext uri="{FF2B5EF4-FFF2-40B4-BE49-F238E27FC236}">
                <a16:creationId xmlns:a16="http://schemas.microsoft.com/office/drawing/2014/main" id="{C65270D3-95DD-0249-17E8-8B39AC2CBD0B}"/>
              </a:ext>
            </a:extLst>
          </p:cNvPr>
          <p:cNvSpPr/>
          <p:nvPr/>
        </p:nvSpPr>
        <p:spPr>
          <a:xfrm>
            <a:off x="6262549" y="1531620"/>
            <a:ext cx="2743199" cy="13487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A constitutional operating model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Delegated authority: explicit, scoped, revocable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EU AI Act + DORA + NIS2 compatible by design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Human accountability at every level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Sovereign, vendor-neutral architecture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Image 1" descr="preencoded.png">
            <a:extLst>
              <a:ext uri="{FF2B5EF4-FFF2-40B4-BE49-F238E27FC236}">
                <a16:creationId xmlns:a16="http://schemas.microsoft.com/office/drawing/2014/main" id="{E0F332F0-D36A-E153-C2C3-6918F392AEBD}"/>
              </a:ext>
            </a:extLst>
          </p:cNvPr>
          <p:cNvPicPr>
            <a:picLocks noChangeAspect="1"/>
          </p:cNvPicPr>
          <p:nvPr/>
        </p:nvPicPr>
        <p:blipFill>
          <a:blip r:embed="rId3"/>
          <a:stretch>
            <a:fillRect/>
          </a:stretch>
        </p:blipFill>
        <p:spPr>
          <a:xfrm>
            <a:off x="91438" y="1097280"/>
            <a:ext cx="548640" cy="548640"/>
          </a:xfrm>
          <a:prstGeom prst="rect">
            <a:avLst/>
          </a:prstGeom>
        </p:spPr>
      </p:pic>
      <p:pic>
        <p:nvPicPr>
          <p:cNvPr id="24" name="Image 2" descr="preencoded.png">
            <a:extLst>
              <a:ext uri="{FF2B5EF4-FFF2-40B4-BE49-F238E27FC236}">
                <a16:creationId xmlns:a16="http://schemas.microsoft.com/office/drawing/2014/main" id="{986B45B1-75D9-F85E-E56E-8D83B97F30F4}"/>
              </a:ext>
            </a:extLst>
          </p:cNvPr>
          <p:cNvPicPr>
            <a:picLocks noChangeAspect="1"/>
          </p:cNvPicPr>
          <p:nvPr/>
        </p:nvPicPr>
        <p:blipFill>
          <a:blip r:embed="rId4"/>
          <a:stretch>
            <a:fillRect/>
          </a:stretch>
        </p:blipFill>
        <p:spPr>
          <a:xfrm>
            <a:off x="91440" y="2047997"/>
            <a:ext cx="548640" cy="548640"/>
          </a:xfrm>
          <a:prstGeom prst="rect">
            <a:avLst/>
          </a:prstGeom>
        </p:spPr>
      </p:pic>
      <p:pic>
        <p:nvPicPr>
          <p:cNvPr id="25" name="Image 3" descr="preencoded.png">
            <a:extLst>
              <a:ext uri="{FF2B5EF4-FFF2-40B4-BE49-F238E27FC236}">
                <a16:creationId xmlns:a16="http://schemas.microsoft.com/office/drawing/2014/main" id="{BDFB0390-F8BF-93BA-C110-B7C70CE6C0E4}"/>
              </a:ext>
            </a:extLst>
          </p:cNvPr>
          <p:cNvPicPr>
            <a:picLocks noChangeAspect="1"/>
          </p:cNvPicPr>
          <p:nvPr/>
        </p:nvPicPr>
        <p:blipFill>
          <a:blip r:embed="rId5"/>
          <a:stretch>
            <a:fillRect/>
          </a:stretch>
        </p:blipFill>
        <p:spPr>
          <a:xfrm>
            <a:off x="91440" y="3034382"/>
            <a:ext cx="548640" cy="548640"/>
          </a:xfrm>
          <a:prstGeom prst="rect">
            <a:avLst/>
          </a:prstGeom>
        </p:spPr>
      </p:pic>
      <p:pic>
        <p:nvPicPr>
          <p:cNvPr id="30" name="Image 4" descr="preencoded.png">
            <a:extLst>
              <a:ext uri="{FF2B5EF4-FFF2-40B4-BE49-F238E27FC236}">
                <a16:creationId xmlns:a16="http://schemas.microsoft.com/office/drawing/2014/main" id="{CC7017E4-1A03-4D38-729A-7D83C44DC383}"/>
              </a:ext>
            </a:extLst>
          </p:cNvPr>
          <p:cNvPicPr>
            <a:picLocks noChangeAspect="1"/>
          </p:cNvPicPr>
          <p:nvPr/>
        </p:nvPicPr>
        <p:blipFill>
          <a:blip r:embed="rId6"/>
          <a:stretch>
            <a:fillRect/>
          </a:stretch>
        </p:blipFill>
        <p:spPr>
          <a:xfrm>
            <a:off x="88198" y="4017849"/>
            <a:ext cx="548640" cy="548640"/>
          </a:xfrm>
          <a:prstGeom prst="rect">
            <a:avLst/>
          </a:prstGeom>
        </p:spPr>
      </p:pic>
      <p:pic>
        <p:nvPicPr>
          <p:cNvPr id="31" name="Image 0" descr="preencoded.png">
            <a:extLst>
              <a:ext uri="{FF2B5EF4-FFF2-40B4-BE49-F238E27FC236}">
                <a16:creationId xmlns:a16="http://schemas.microsoft.com/office/drawing/2014/main" id="{4D996EBC-75A9-752B-CF27-19F636D87D81}"/>
              </a:ext>
            </a:extLst>
          </p:cNvPr>
          <p:cNvPicPr>
            <a:picLocks noChangeAspect="1"/>
          </p:cNvPicPr>
          <p:nvPr/>
        </p:nvPicPr>
        <p:blipFill>
          <a:blip r:embed="rId6">
            <a:alphaModFix amt="35000"/>
          </a:blip>
          <a:stretch>
            <a:fillRect/>
          </a:stretch>
        </p:blipFill>
        <p:spPr>
          <a:xfrm>
            <a:off x="7314568" y="130302"/>
            <a:ext cx="699516" cy="6995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35" name="Text 7">
            <a:extLst>
              <a:ext uri="{FF2B5EF4-FFF2-40B4-BE49-F238E27FC236}">
                <a16:creationId xmlns:a16="http://schemas.microsoft.com/office/drawing/2014/main" id="{A3C303A0-420C-F69D-3FDD-A953F820BDE5}"/>
              </a:ext>
            </a:extLst>
          </p:cNvPr>
          <p:cNvSpPr/>
          <p:nvPr/>
        </p:nvSpPr>
        <p:spPr>
          <a:xfrm>
            <a:off x="7076995" y="685800"/>
            <a:ext cx="1897956" cy="3703320"/>
          </a:xfrm>
          <a:prstGeom prst="rect">
            <a:avLst/>
          </a:prstGeom>
          <a:solidFill>
            <a:schemeClr val="tx1">
              <a:lumMod val="50000"/>
              <a:lumOff val="50000"/>
            </a:scheme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Roles</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Shape 0"/>
          <p:cNvSpPr/>
          <p:nvPr/>
        </p:nvSpPr>
        <p:spPr>
          <a:xfrm>
            <a:off x="0" y="0"/>
            <a:ext cx="9144000" cy="54864"/>
          </a:xfrm>
          <a:prstGeom prst="rect">
            <a:avLst/>
          </a:prstGeom>
          <a:solidFill>
            <a:srgbClr val="00B4D8"/>
          </a:solidFill>
          <a:ln/>
        </p:spPr>
      </p:sp>
      <p:sp>
        <p:nvSpPr>
          <p:cNvPr id="3" name="Text 1"/>
          <p:cNvSpPr/>
          <p:nvPr/>
        </p:nvSpPr>
        <p:spPr>
          <a:xfrm>
            <a:off x="640080" y="182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D1B2A"/>
                </a:solidFill>
                <a:effectLst/>
                <a:uLnTx/>
                <a:uFillTx/>
                <a:latin typeface="Georgia" pitchFamily="34" charset="0"/>
                <a:ea typeface="Georgia" pitchFamily="34" charset="-122"/>
                <a:cs typeface="Georgia" pitchFamily="34" charset="-120"/>
              </a:rPr>
              <a:t>The ADAM Maturity Model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5952821"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0000"/>
                </a:solidFill>
                <a:effectLst/>
                <a:uLnTx/>
                <a:uFillTx/>
                <a:latin typeface="Calibri" pitchFamily="34" charset="0"/>
                <a:ea typeface="Calibri" pitchFamily="34" charset="-122"/>
                <a:cs typeface="Calibri" pitchFamily="34" charset="-120"/>
              </a:rPr>
              <a:t>Measuring The Human Role in Autonomy rather than System Capability alone.</a:t>
            </a:r>
            <a:endParaRPr kumimoji="0" lang="en-US" sz="1300" b="1" i="0" u="sng"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5" name="Shape 3"/>
          <p:cNvSpPr/>
          <p:nvPr/>
        </p:nvSpPr>
        <p:spPr>
          <a:xfrm>
            <a:off x="640080" y="1051560"/>
            <a:ext cx="502920" cy="457200"/>
          </a:xfrm>
          <a:prstGeom prst="rect">
            <a:avLst/>
          </a:prstGeom>
          <a:solidFill>
            <a:srgbClr val="64748B"/>
          </a:solidFill>
          <a:ln/>
        </p:spPr>
      </p:sp>
      <p:sp>
        <p:nvSpPr>
          <p:cNvPr id="6" name="Text 4"/>
          <p:cNvSpPr/>
          <p:nvPr/>
        </p:nvSpPr>
        <p:spPr>
          <a:xfrm>
            <a:off x="640080" y="1051560"/>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L0</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280160" y="1051560"/>
            <a:ext cx="1371600" cy="457200"/>
          </a:xfrm>
          <a:prstGeom prst="rect">
            <a:avLst/>
          </a:prstGeom>
          <a:solidFill>
            <a:srgbClr val="64748B"/>
          </a:solidFill>
          <a:ln/>
        </p:spPr>
      </p:sp>
      <p:sp>
        <p:nvSpPr>
          <p:cNvPr id="8" name="Text 6"/>
          <p:cNvSpPr/>
          <p:nvPr/>
        </p:nvSpPr>
        <p:spPr>
          <a:xfrm>
            <a:off x="1371600" y="1051560"/>
            <a:ext cx="11887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Manual + Tribal</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9" name="Text 7"/>
          <p:cNvSpPr/>
          <p:nvPr/>
        </p:nvSpPr>
        <p:spPr>
          <a:xfrm>
            <a:off x="7173822" y="1051560"/>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Operator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No ADAM</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40080" y="1618488"/>
            <a:ext cx="502920" cy="457200"/>
          </a:xfrm>
          <a:prstGeom prst="rect">
            <a:avLst/>
          </a:prstGeom>
          <a:solidFill>
            <a:srgbClr val="0077B6"/>
          </a:solidFill>
          <a:ln/>
        </p:spPr>
      </p:sp>
      <p:sp>
        <p:nvSpPr>
          <p:cNvPr id="11" name="Text 9"/>
          <p:cNvSpPr/>
          <p:nvPr/>
        </p:nvSpPr>
        <p:spPr>
          <a:xfrm>
            <a:off x="640080" y="1618488"/>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L1</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280160" y="1618488"/>
            <a:ext cx="2240280" cy="457200"/>
          </a:xfrm>
          <a:prstGeom prst="rect">
            <a:avLst/>
          </a:prstGeom>
          <a:solidFill>
            <a:srgbClr val="0077B6"/>
          </a:solidFill>
          <a:ln/>
        </p:spPr>
      </p:sp>
      <p:sp>
        <p:nvSpPr>
          <p:cNvPr id="13" name="Text 11"/>
          <p:cNvSpPr/>
          <p:nvPr/>
        </p:nvSpPr>
        <p:spPr>
          <a:xfrm>
            <a:off x="1371600" y="1618488"/>
            <a:ext cx="2057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Documented Doctrine</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14" name="Text 12"/>
          <p:cNvSpPr/>
          <p:nvPr/>
        </p:nvSpPr>
        <p:spPr>
          <a:xfrm>
            <a:off x="7173822" y="1618488"/>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Operator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ADAM Advises</a:t>
            </a:r>
          </a:p>
        </p:txBody>
      </p:sp>
      <p:sp>
        <p:nvSpPr>
          <p:cNvPr id="15" name="Shape 13"/>
          <p:cNvSpPr/>
          <p:nvPr/>
        </p:nvSpPr>
        <p:spPr>
          <a:xfrm>
            <a:off x="640080" y="2185416"/>
            <a:ext cx="502920" cy="457200"/>
          </a:xfrm>
          <a:prstGeom prst="rect">
            <a:avLst/>
          </a:prstGeom>
          <a:solidFill>
            <a:srgbClr val="00B4D8"/>
          </a:solidFill>
          <a:ln/>
        </p:spPr>
      </p:sp>
      <p:sp>
        <p:nvSpPr>
          <p:cNvPr id="16" name="Text 14"/>
          <p:cNvSpPr/>
          <p:nvPr/>
        </p:nvSpPr>
        <p:spPr>
          <a:xfrm>
            <a:off x="640080" y="2185416"/>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L2</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1280160" y="2185416"/>
            <a:ext cx="3108960" cy="457200"/>
          </a:xfrm>
          <a:prstGeom prst="rect">
            <a:avLst/>
          </a:prstGeom>
          <a:solidFill>
            <a:srgbClr val="00B4D8"/>
          </a:solidFill>
          <a:ln/>
        </p:spPr>
      </p:sp>
      <p:sp>
        <p:nvSpPr>
          <p:cNvPr id="18" name="Text 16"/>
          <p:cNvSpPr/>
          <p:nvPr/>
        </p:nvSpPr>
        <p:spPr>
          <a:xfrm>
            <a:off x="1371600" y="2185416"/>
            <a:ext cx="2926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Assisted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19" name="Text 17"/>
          <p:cNvSpPr/>
          <p:nvPr/>
        </p:nvSpPr>
        <p:spPr>
          <a:xfrm>
            <a:off x="7173822" y="2185416"/>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Approver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D1B2A"/>
                </a:solidFill>
                <a:latin typeface="Calibri" pitchFamily="34" charset="0"/>
                <a:ea typeface="Calibri" pitchFamily="34" charset="-122"/>
                <a:cs typeface="Calibri" pitchFamily="34" charset="-120"/>
              </a:rPr>
              <a:t>BOSS, FR</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40080" y="2752344"/>
            <a:ext cx="502920" cy="457200"/>
          </a:xfrm>
          <a:prstGeom prst="rect">
            <a:avLst/>
          </a:prstGeom>
          <a:solidFill>
            <a:srgbClr val="F0B429"/>
          </a:solidFill>
          <a:ln/>
        </p:spPr>
      </p:sp>
      <p:sp>
        <p:nvSpPr>
          <p:cNvPr id="21" name="Text 19"/>
          <p:cNvSpPr/>
          <p:nvPr/>
        </p:nvSpPr>
        <p:spPr>
          <a:xfrm>
            <a:off x="640080" y="2752344"/>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L3</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280160" y="2752344"/>
            <a:ext cx="3977640" cy="457200"/>
          </a:xfrm>
          <a:prstGeom prst="rect">
            <a:avLst/>
          </a:prstGeom>
          <a:solidFill>
            <a:srgbClr val="F0B429"/>
          </a:solidFill>
          <a:ln/>
        </p:spPr>
      </p:sp>
      <p:sp>
        <p:nvSpPr>
          <p:cNvPr id="23" name="Text 21"/>
          <p:cNvSpPr/>
          <p:nvPr/>
        </p:nvSpPr>
        <p:spPr>
          <a:xfrm>
            <a:off x="1371600" y="2752344"/>
            <a:ext cx="3794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Domain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24" name="Text 22"/>
          <p:cNvSpPr/>
          <p:nvPr/>
        </p:nvSpPr>
        <p:spPr>
          <a:xfrm>
            <a:off x="7173822" y="2752344"/>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Consultant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D1B2A"/>
                </a:solidFill>
                <a:latin typeface="Calibri" pitchFamily="34" charset="0"/>
                <a:ea typeface="Calibri" pitchFamily="34" charset="-122"/>
                <a:cs typeface="Calibri" pitchFamily="34" charset="-120"/>
              </a:rPr>
              <a:t>BOSS, FR, EE, DT, GA</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40080" y="3319272"/>
            <a:ext cx="502920" cy="457200"/>
          </a:xfrm>
          <a:prstGeom prst="rect">
            <a:avLst/>
          </a:prstGeom>
          <a:solidFill>
            <a:srgbClr val="10B981"/>
          </a:solidFill>
          <a:ln/>
        </p:spPr>
      </p:sp>
      <p:sp>
        <p:nvSpPr>
          <p:cNvPr id="26" name="Text 24"/>
          <p:cNvSpPr/>
          <p:nvPr/>
        </p:nvSpPr>
        <p:spPr>
          <a:xfrm>
            <a:off x="640080" y="3319272"/>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L4</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1280160" y="3319272"/>
            <a:ext cx="4846320" cy="457200"/>
          </a:xfrm>
          <a:prstGeom prst="rect">
            <a:avLst/>
          </a:prstGeom>
          <a:solidFill>
            <a:srgbClr val="10B981"/>
          </a:solidFill>
          <a:ln/>
        </p:spPr>
      </p:sp>
      <p:sp>
        <p:nvSpPr>
          <p:cNvPr id="28" name="Text 26"/>
          <p:cNvSpPr/>
          <p:nvPr/>
        </p:nvSpPr>
        <p:spPr>
          <a:xfrm>
            <a:off x="1371600" y="3319272"/>
            <a:ext cx="46634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Enterprise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29" name="Text 27"/>
          <p:cNvSpPr/>
          <p:nvPr/>
        </p:nvSpPr>
        <p:spPr>
          <a:xfrm>
            <a:off x="7173822" y="3319272"/>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Observer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D1B2A"/>
                </a:solidFill>
                <a:latin typeface="Calibri" pitchFamily="34" charset="0"/>
                <a:ea typeface="Calibri" pitchFamily="34" charset="-122"/>
                <a:cs typeface="Calibri" pitchFamily="34" charset="-120"/>
              </a:rPr>
              <a:t>&amp; ADAM</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40080" y="3886200"/>
            <a:ext cx="502920" cy="457200"/>
          </a:xfrm>
          <a:prstGeom prst="rect">
            <a:avLst/>
          </a:prstGeom>
          <a:solidFill>
            <a:srgbClr val="00B4D8"/>
          </a:solidFill>
          <a:ln/>
        </p:spPr>
      </p:sp>
      <p:sp>
        <p:nvSpPr>
          <p:cNvPr id="31" name="Text 29"/>
          <p:cNvSpPr/>
          <p:nvPr/>
        </p:nvSpPr>
        <p:spPr>
          <a:xfrm>
            <a:off x="640080" y="3886200"/>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L5</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1280160" y="3886200"/>
            <a:ext cx="5715000" cy="457200"/>
          </a:xfrm>
          <a:prstGeom prst="rect">
            <a:avLst/>
          </a:prstGeom>
          <a:solidFill>
            <a:srgbClr val="00B4D8"/>
          </a:solidFill>
          <a:ln/>
        </p:spPr>
      </p:sp>
      <p:sp>
        <p:nvSpPr>
          <p:cNvPr id="33" name="Text 31"/>
          <p:cNvSpPr/>
          <p:nvPr/>
        </p:nvSpPr>
        <p:spPr>
          <a:xfrm>
            <a:off x="1371600" y="3886200"/>
            <a:ext cx="5532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Adaptive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34" name="Text 32"/>
          <p:cNvSpPr/>
          <p:nvPr/>
        </p:nvSpPr>
        <p:spPr>
          <a:xfrm>
            <a:off x="7173822" y="3886200"/>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Architect</a:t>
            </a:r>
            <a:b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b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&amp; ADAM</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3"/>
          <p:cNvSpPr/>
          <p:nvPr/>
        </p:nvSpPr>
        <p:spPr>
          <a:xfrm>
            <a:off x="640080" y="4617720"/>
            <a:ext cx="7863840" cy="365760"/>
          </a:xfrm>
          <a:prstGeom prst="rect">
            <a:avLst/>
          </a:prstGeom>
          <a:solidFill>
            <a:srgbClr val="0D1B2A"/>
          </a:solidFill>
          <a:ln/>
        </p:spPr>
      </p:sp>
      <p:sp>
        <p:nvSpPr>
          <p:cNvPr id="37" name="Text 34"/>
          <p:cNvSpPr/>
          <p:nvPr/>
        </p:nvSpPr>
        <p:spPr>
          <a:xfrm>
            <a:off x="822960" y="4617720"/>
            <a:ext cx="74980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10 Month </a:t>
            </a:r>
            <a:r>
              <a:rPr lang="en-US" sz="1000" dirty="0">
                <a:solidFill>
                  <a:srgbClr val="CBD5E1"/>
                </a:solidFill>
                <a:latin typeface="Calibri" pitchFamily="34" charset="0"/>
                <a:ea typeface="Calibri" pitchFamily="34" charset="-122"/>
                <a:cs typeface="Calibri" pitchFamily="34" charset="-120"/>
              </a:rPr>
              <a:t>P</a:t>
            </a: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lan: Foundations (1 mo) →  Pilot Domain (3 mo) →  Domain Expansion (</a:t>
            </a:r>
            <a:r>
              <a:rPr lang="en-US" sz="1000" dirty="0">
                <a:solidFill>
                  <a:srgbClr val="CBD5E1"/>
                </a:solidFill>
                <a:latin typeface="Calibri" pitchFamily="34" charset="0"/>
                <a:ea typeface="Calibri" pitchFamily="34" charset="-122"/>
                <a:cs typeface="Calibri" pitchFamily="34" charset="-120"/>
              </a:rPr>
              <a:t>3</a:t>
            </a: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mo) →  Enterprise Integration (3 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D79FB7BF-67FB-91CF-ED95-EE4D37C42088}"/>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AE6A9C78-DF77-93C6-2F74-0B3A0FA0E913}"/>
              </a:ext>
            </a:extLst>
          </p:cNvPr>
          <p:cNvSpPr/>
          <p:nvPr/>
        </p:nvSpPr>
        <p:spPr>
          <a:xfrm>
            <a:off x="706374" y="3648456"/>
            <a:ext cx="7700759" cy="637794"/>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AI-NATIVE Functions &amp; Work Group Oversight/OS (23 Agents)</a:t>
            </a:r>
            <a:endParaRPr lang="LID4096" sz="1350" dirty="0">
              <a:solidFill>
                <a:prstClr val="black"/>
              </a:solidFill>
              <a:latin typeface="Calibri"/>
            </a:endParaRPr>
          </a:p>
        </p:txBody>
      </p:sp>
      <p:sp>
        <p:nvSpPr>
          <p:cNvPr id="37" name="Rectangle: Rounded Corners 36">
            <a:extLst>
              <a:ext uri="{FF2B5EF4-FFF2-40B4-BE49-F238E27FC236}">
                <a16:creationId xmlns:a16="http://schemas.microsoft.com/office/drawing/2014/main" id="{1A864A26-D9B8-ED7A-3973-3826AE6474A8}"/>
              </a:ext>
            </a:extLst>
          </p:cNvPr>
          <p:cNvSpPr/>
          <p:nvPr/>
        </p:nvSpPr>
        <p:spPr>
          <a:xfrm>
            <a:off x="227089" y="4419981"/>
            <a:ext cx="8722601"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Corporate Functions &amp; Operations Agent Work Groups (39 Agents)</a:t>
            </a:r>
            <a:endParaRPr lang="LID4096" sz="1350" dirty="0">
              <a:solidFill>
                <a:prstClr val="black"/>
              </a:solidFill>
              <a:latin typeface="Calibri"/>
            </a:endParaRPr>
          </a:p>
        </p:txBody>
      </p:sp>
      <p:sp>
        <p:nvSpPr>
          <p:cNvPr id="38" name="Rectangle 37">
            <a:extLst>
              <a:ext uri="{FF2B5EF4-FFF2-40B4-BE49-F238E27FC236}">
                <a16:creationId xmlns:a16="http://schemas.microsoft.com/office/drawing/2014/main" id="{614F7B44-6209-5E18-5414-04C9683357B8}"/>
              </a:ext>
            </a:extLst>
          </p:cNvPr>
          <p:cNvSpPr/>
          <p:nvPr/>
        </p:nvSpPr>
        <p:spPr>
          <a:xfrm>
            <a:off x="283506"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Financial Stewardship</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9" name="Rectangle 38">
            <a:extLst>
              <a:ext uri="{FF2B5EF4-FFF2-40B4-BE49-F238E27FC236}">
                <a16:creationId xmlns:a16="http://schemas.microsoft.com/office/drawing/2014/main" id="{79D2FE25-ABDD-8C4D-BB64-D4CF1F6C5EFE}"/>
              </a:ext>
            </a:extLst>
          </p:cNvPr>
          <p:cNvSpPr/>
          <p:nvPr/>
        </p:nvSpPr>
        <p:spPr>
          <a:xfrm>
            <a:off x="1242574"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Legal, Regulatory Authority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0" name="Rectangle 39">
            <a:extLst>
              <a:ext uri="{FF2B5EF4-FFF2-40B4-BE49-F238E27FC236}">
                <a16:creationId xmlns:a16="http://schemas.microsoft.com/office/drawing/2014/main" id="{521856B2-2EF0-F2D5-BD33-D552A4132773}"/>
              </a:ext>
            </a:extLst>
          </p:cNvPr>
          <p:cNvSpPr/>
          <p:nvPr/>
        </p:nvSpPr>
        <p:spPr>
          <a:xfrm>
            <a:off x="2201643"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Risk &amp; Liability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1" name="Rectangle 40">
            <a:extLst>
              <a:ext uri="{FF2B5EF4-FFF2-40B4-BE49-F238E27FC236}">
                <a16:creationId xmlns:a16="http://schemas.microsoft.com/office/drawing/2014/main" id="{D4265180-91B9-A227-50FF-4AA21977DAAC}"/>
              </a:ext>
            </a:extLst>
          </p:cNvPr>
          <p:cNvSpPr/>
          <p:nvPr/>
        </p:nvSpPr>
        <p:spPr>
          <a:xfrm>
            <a:off x="3160711"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Market &amp; External</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2" name="Rectangle 41">
            <a:extLst>
              <a:ext uri="{FF2B5EF4-FFF2-40B4-BE49-F238E27FC236}">
                <a16:creationId xmlns:a16="http://schemas.microsoft.com/office/drawing/2014/main" id="{F7F186C5-6D68-9A4F-52B3-1389B40A017A}"/>
              </a:ext>
            </a:extLst>
          </p:cNvPr>
          <p:cNvSpPr/>
          <p:nvPr/>
        </p:nvSpPr>
        <p:spPr>
          <a:xfrm>
            <a:off x="4119781"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Objective Strategy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3" name="Rectangle 42">
            <a:extLst>
              <a:ext uri="{FF2B5EF4-FFF2-40B4-BE49-F238E27FC236}">
                <a16:creationId xmlns:a16="http://schemas.microsoft.com/office/drawing/2014/main" id="{6AA83267-004F-925E-D248-63666DD7E919}"/>
              </a:ext>
            </a:extLst>
          </p:cNvPr>
          <p:cNvSpPr/>
          <p:nvPr/>
        </p:nvSpPr>
        <p:spPr>
          <a:xfrm>
            <a:off x="5078850"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Continuity &amp; Resilience</a:t>
            </a:r>
          </a:p>
        </p:txBody>
      </p:sp>
      <p:sp>
        <p:nvSpPr>
          <p:cNvPr id="44" name="Rectangle 43">
            <a:extLst>
              <a:ext uri="{FF2B5EF4-FFF2-40B4-BE49-F238E27FC236}">
                <a16:creationId xmlns:a16="http://schemas.microsoft.com/office/drawing/2014/main" id="{AE2CBCA5-22E5-8996-81D4-2B83774F3CBA}"/>
              </a:ext>
            </a:extLst>
          </p:cNvPr>
          <p:cNvSpPr/>
          <p:nvPr/>
        </p:nvSpPr>
        <p:spPr>
          <a:xfrm>
            <a:off x="6037918"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Security &amp; Trust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5" name="Rectangle 44">
            <a:extLst>
              <a:ext uri="{FF2B5EF4-FFF2-40B4-BE49-F238E27FC236}">
                <a16:creationId xmlns:a16="http://schemas.microsoft.com/office/drawing/2014/main" id="{7664C8A3-F874-F1FF-173D-48AF1FC97185}"/>
              </a:ext>
            </a:extLst>
          </p:cNvPr>
          <p:cNvSpPr/>
          <p:nvPr/>
        </p:nvSpPr>
        <p:spPr>
          <a:xfrm>
            <a:off x="6996987"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Products &amp; Support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6" name="Rectangle 45">
            <a:extLst>
              <a:ext uri="{FF2B5EF4-FFF2-40B4-BE49-F238E27FC236}">
                <a16:creationId xmlns:a16="http://schemas.microsoft.com/office/drawing/2014/main" id="{F781A333-80AE-3332-D6AE-323EB8E59D42}"/>
              </a:ext>
            </a:extLst>
          </p:cNvPr>
          <p:cNvSpPr/>
          <p:nvPr/>
        </p:nvSpPr>
        <p:spPr>
          <a:xfrm>
            <a:off x="734581"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Autonomy Governance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7" name="Rectangle 46">
            <a:extLst>
              <a:ext uri="{FF2B5EF4-FFF2-40B4-BE49-F238E27FC236}">
                <a16:creationId xmlns:a16="http://schemas.microsoft.com/office/drawing/2014/main" id="{A6983891-0F6F-4619-8838-88BAC77363E2}"/>
              </a:ext>
            </a:extLst>
          </p:cNvPr>
          <p:cNvSpPr/>
          <p:nvPr/>
        </p:nvSpPr>
        <p:spPr>
          <a:xfrm>
            <a:off x="1693650"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Audit &amp; Evidence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8" name="Rectangle 47">
            <a:extLst>
              <a:ext uri="{FF2B5EF4-FFF2-40B4-BE49-F238E27FC236}">
                <a16:creationId xmlns:a16="http://schemas.microsoft.com/office/drawing/2014/main" id="{7AFD6927-9721-99B8-895C-3F16B68CAC16}"/>
              </a:ext>
            </a:extLst>
          </p:cNvPr>
          <p:cNvSpPr/>
          <p:nvPr/>
        </p:nvSpPr>
        <p:spPr>
          <a:xfrm>
            <a:off x="2652720"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Ethics &amp; Risk OS</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9" name="Rectangle 48">
            <a:extLst>
              <a:ext uri="{FF2B5EF4-FFF2-40B4-BE49-F238E27FC236}">
                <a16:creationId xmlns:a16="http://schemas.microsoft.com/office/drawing/2014/main" id="{B188F367-119A-4C00-8F3F-CC861307834A}"/>
              </a:ext>
            </a:extLst>
          </p:cNvPr>
          <p:cNvSpPr/>
          <p:nvPr/>
        </p:nvSpPr>
        <p:spPr>
          <a:xfrm>
            <a:off x="3611788"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Model, Data Lifecycle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0" name="Rectangle 49">
            <a:extLst>
              <a:ext uri="{FF2B5EF4-FFF2-40B4-BE49-F238E27FC236}">
                <a16:creationId xmlns:a16="http://schemas.microsoft.com/office/drawing/2014/main" id="{6B041235-E55E-491F-3331-670463EB9082}"/>
              </a:ext>
            </a:extLst>
          </p:cNvPr>
          <p:cNvSpPr/>
          <p:nvPr/>
        </p:nvSpPr>
        <p:spPr>
          <a:xfrm>
            <a:off x="4570857"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Innovate &amp; Create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1" name="Rectangle 50">
            <a:extLst>
              <a:ext uri="{FF2B5EF4-FFF2-40B4-BE49-F238E27FC236}">
                <a16:creationId xmlns:a16="http://schemas.microsoft.com/office/drawing/2014/main" id="{E4BAB28B-E459-B7D3-CE3B-4E7A91722B10}"/>
              </a:ext>
            </a:extLst>
          </p:cNvPr>
          <p:cNvSpPr/>
          <p:nvPr/>
        </p:nvSpPr>
        <p:spPr>
          <a:xfrm>
            <a:off x="5529925"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CORE Graphs</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2" name="Rectangle 51">
            <a:extLst>
              <a:ext uri="{FF2B5EF4-FFF2-40B4-BE49-F238E27FC236}">
                <a16:creationId xmlns:a16="http://schemas.microsoft.com/office/drawing/2014/main" id="{3BDD7230-45D3-7A80-A5B3-F8A5BA9CE924}"/>
              </a:ext>
            </a:extLst>
          </p:cNvPr>
          <p:cNvSpPr/>
          <p:nvPr/>
        </p:nvSpPr>
        <p:spPr>
          <a:xfrm>
            <a:off x="6488994"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Stakeholder &amp; Market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Rectangle 52">
            <a:extLst>
              <a:ext uri="{FF2B5EF4-FFF2-40B4-BE49-F238E27FC236}">
                <a16:creationId xmlns:a16="http://schemas.microsoft.com/office/drawing/2014/main" id="{8D86FF2F-6FB6-A554-9B38-93662015F76F}"/>
              </a:ext>
            </a:extLst>
          </p:cNvPr>
          <p:cNvSpPr/>
          <p:nvPr/>
        </p:nvSpPr>
        <p:spPr>
          <a:xfrm>
            <a:off x="7448062"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Corporate Governance OS</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4" name="Rectangle: Rounded Corners 53">
            <a:extLst>
              <a:ext uri="{FF2B5EF4-FFF2-40B4-BE49-F238E27FC236}">
                <a16:creationId xmlns:a16="http://schemas.microsoft.com/office/drawing/2014/main" id="{167EEC4E-C733-6F0A-D64F-214C6714EF5C}"/>
              </a:ext>
            </a:extLst>
          </p:cNvPr>
          <p:cNvSpPr/>
          <p:nvPr/>
        </p:nvSpPr>
        <p:spPr>
          <a:xfrm>
            <a:off x="1879092" y="2876931"/>
            <a:ext cx="5113007"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Governor - Domain Governance </a:t>
            </a:r>
            <a:endParaRPr lang="LID4096" sz="1350" dirty="0">
              <a:solidFill>
                <a:prstClr val="black"/>
              </a:solidFill>
              <a:latin typeface="Calibri"/>
            </a:endParaRPr>
          </a:p>
        </p:txBody>
      </p:sp>
      <p:sp>
        <p:nvSpPr>
          <p:cNvPr id="55" name="Rectangle: Rounded Corners 54">
            <a:extLst>
              <a:ext uri="{FF2B5EF4-FFF2-40B4-BE49-F238E27FC236}">
                <a16:creationId xmlns:a16="http://schemas.microsoft.com/office/drawing/2014/main" id="{87256959-29CE-7DC4-E7EE-A7CE94AB9476}"/>
              </a:ext>
            </a:extLst>
          </p:cNvPr>
          <p:cNvSpPr/>
          <p:nvPr/>
        </p:nvSpPr>
        <p:spPr>
          <a:xfrm>
            <a:off x="2359152" y="2105406"/>
            <a:ext cx="4129842"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Governor - Orchestration </a:t>
            </a:r>
            <a:endParaRPr lang="LID4096" sz="1350" dirty="0">
              <a:solidFill>
                <a:prstClr val="black"/>
              </a:solidFill>
              <a:latin typeface="Calibri"/>
            </a:endParaRPr>
          </a:p>
        </p:txBody>
      </p:sp>
      <p:sp>
        <p:nvSpPr>
          <p:cNvPr id="56" name="Rectangle: Rounded Corners 55">
            <a:extLst>
              <a:ext uri="{FF2B5EF4-FFF2-40B4-BE49-F238E27FC236}">
                <a16:creationId xmlns:a16="http://schemas.microsoft.com/office/drawing/2014/main" id="{2F2995D6-2533-A83B-D1D1-2B9EC3FCB9BE}"/>
              </a:ext>
            </a:extLst>
          </p:cNvPr>
          <p:cNvSpPr/>
          <p:nvPr/>
        </p:nvSpPr>
        <p:spPr>
          <a:xfrm>
            <a:off x="2534647" y="1344168"/>
            <a:ext cx="3779861"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Intent to Action Agents – Human Interface</a:t>
            </a:r>
            <a:endParaRPr lang="LID4096" sz="1350" dirty="0">
              <a:solidFill>
                <a:prstClr val="black"/>
              </a:solidFill>
              <a:latin typeface="Calibri"/>
            </a:endParaRPr>
          </a:p>
        </p:txBody>
      </p:sp>
      <p:sp>
        <p:nvSpPr>
          <p:cNvPr id="57" name="Rectangle 56">
            <a:extLst>
              <a:ext uri="{FF2B5EF4-FFF2-40B4-BE49-F238E27FC236}">
                <a16:creationId xmlns:a16="http://schemas.microsoft.com/office/drawing/2014/main" id="{1032DB8F-6BE5-4FB6-3AAE-B21B0F9A9014}"/>
              </a:ext>
            </a:extLst>
          </p:cNvPr>
          <p:cNvSpPr/>
          <p:nvPr/>
        </p:nvSpPr>
        <p:spPr>
          <a:xfrm>
            <a:off x="2083321"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Financial Governance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8" name="Rectangle 57">
            <a:extLst>
              <a:ext uri="{FF2B5EF4-FFF2-40B4-BE49-F238E27FC236}">
                <a16:creationId xmlns:a16="http://schemas.microsoft.com/office/drawing/2014/main" id="{954F7D1B-C51B-2A2B-B75B-9EF2F473E7A5}"/>
              </a:ext>
            </a:extLst>
          </p:cNvPr>
          <p:cNvSpPr/>
          <p:nvPr/>
        </p:nvSpPr>
        <p:spPr>
          <a:xfrm>
            <a:off x="3042389"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Legal &amp; Compliance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9" name="Rectangle 58">
            <a:extLst>
              <a:ext uri="{FF2B5EF4-FFF2-40B4-BE49-F238E27FC236}">
                <a16:creationId xmlns:a16="http://schemas.microsoft.com/office/drawing/2014/main" id="{745C0989-B338-2A01-52C2-224A6A70FC9D}"/>
              </a:ext>
            </a:extLst>
          </p:cNvPr>
          <p:cNvSpPr/>
          <p:nvPr/>
        </p:nvSpPr>
        <p:spPr>
          <a:xfrm>
            <a:off x="4001459"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Enterprise Risk</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0" name="Rectangle 59">
            <a:extLst>
              <a:ext uri="{FF2B5EF4-FFF2-40B4-BE49-F238E27FC236}">
                <a16:creationId xmlns:a16="http://schemas.microsoft.com/office/drawing/2014/main" id="{DBBC9D2C-3942-9422-88C8-D60E7C03BFD4}"/>
              </a:ext>
            </a:extLst>
          </p:cNvPr>
          <p:cNvSpPr/>
          <p:nvPr/>
        </p:nvSpPr>
        <p:spPr>
          <a:xfrm>
            <a:off x="4960528"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Market &amp; Ecosystem</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1" name="Rectangle 60">
            <a:extLst>
              <a:ext uri="{FF2B5EF4-FFF2-40B4-BE49-F238E27FC236}">
                <a16:creationId xmlns:a16="http://schemas.microsoft.com/office/drawing/2014/main" id="{60896CCA-0D6E-8E0B-B7FC-8BB16C2B436F}"/>
              </a:ext>
            </a:extLst>
          </p:cNvPr>
          <p:cNvSpPr/>
          <p:nvPr/>
        </p:nvSpPr>
        <p:spPr>
          <a:xfrm>
            <a:off x="5919596"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Enterprise Strategy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Rectangle 61">
            <a:extLst>
              <a:ext uri="{FF2B5EF4-FFF2-40B4-BE49-F238E27FC236}">
                <a16:creationId xmlns:a16="http://schemas.microsoft.com/office/drawing/2014/main" id="{4E2D0874-8B77-5C99-E0A0-C58D240C5BEA}"/>
              </a:ext>
            </a:extLst>
          </p:cNvPr>
          <p:cNvSpPr/>
          <p:nvPr/>
        </p:nvSpPr>
        <p:spPr>
          <a:xfrm>
            <a:off x="7955806"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Corporate Govern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3" name="Rectangle 62">
            <a:extLst>
              <a:ext uri="{FF2B5EF4-FFF2-40B4-BE49-F238E27FC236}">
                <a16:creationId xmlns:a16="http://schemas.microsoft.com/office/drawing/2014/main" id="{41BF1C1C-0408-C157-7401-C1C576930A70}"/>
              </a:ext>
            </a:extLst>
          </p:cNvPr>
          <p:cNvSpPr/>
          <p:nvPr/>
        </p:nvSpPr>
        <p:spPr>
          <a:xfrm>
            <a:off x="2534647"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Global Orchestration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4" name="Rectangle 63">
            <a:extLst>
              <a:ext uri="{FF2B5EF4-FFF2-40B4-BE49-F238E27FC236}">
                <a16:creationId xmlns:a16="http://schemas.microsoft.com/office/drawing/2014/main" id="{627314EA-8743-C770-DA5D-7215FA6DD90B}"/>
              </a:ext>
            </a:extLst>
          </p:cNvPr>
          <p:cNvSpPr/>
          <p:nvPr/>
        </p:nvSpPr>
        <p:spPr>
          <a:xfrm>
            <a:off x="3493716"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Policy Enforcement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5" name="Rectangle 64">
            <a:extLst>
              <a:ext uri="{FF2B5EF4-FFF2-40B4-BE49-F238E27FC236}">
                <a16:creationId xmlns:a16="http://schemas.microsoft.com/office/drawing/2014/main" id="{191AFF1E-6669-8DBE-E332-75C0183B971A}"/>
              </a:ext>
            </a:extLst>
          </p:cNvPr>
          <p:cNvSpPr/>
          <p:nvPr/>
        </p:nvSpPr>
        <p:spPr>
          <a:xfrm>
            <a:off x="4452786"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Exception &amp; Escalation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6" name="Rectangle 65">
            <a:extLst>
              <a:ext uri="{FF2B5EF4-FFF2-40B4-BE49-F238E27FC236}">
                <a16:creationId xmlns:a16="http://schemas.microsoft.com/office/drawing/2014/main" id="{6D71D3CA-759B-B354-A3C6-CA0BEBA793DD}"/>
              </a:ext>
            </a:extLst>
          </p:cNvPr>
          <p:cNvSpPr/>
          <p:nvPr/>
        </p:nvSpPr>
        <p:spPr>
          <a:xfrm>
            <a:off x="5411854"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Evidence-First Execution Orch</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7" name="Rectangle 66">
            <a:extLst>
              <a:ext uri="{FF2B5EF4-FFF2-40B4-BE49-F238E27FC236}">
                <a16:creationId xmlns:a16="http://schemas.microsoft.com/office/drawing/2014/main" id="{07C9DCD7-3137-4FF6-CEC2-7B566044E77D}"/>
              </a:ext>
            </a:extLst>
          </p:cNvPr>
          <p:cNvSpPr/>
          <p:nvPr/>
        </p:nvSpPr>
        <p:spPr>
          <a:xfrm>
            <a:off x="3042389" y="140189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Intent Interpretation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Rectangle 67">
            <a:extLst>
              <a:ext uri="{FF2B5EF4-FFF2-40B4-BE49-F238E27FC236}">
                <a16:creationId xmlns:a16="http://schemas.microsoft.com/office/drawing/2014/main" id="{31C1A3CE-D84B-222D-D017-413BA09C1B5D}"/>
              </a:ext>
            </a:extLst>
          </p:cNvPr>
          <p:cNvSpPr/>
          <p:nvPr/>
        </p:nvSpPr>
        <p:spPr>
          <a:xfrm>
            <a:off x="4001458" y="140189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Trust Gateway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9" name="Rectangle 68">
            <a:extLst>
              <a:ext uri="{FF2B5EF4-FFF2-40B4-BE49-F238E27FC236}">
                <a16:creationId xmlns:a16="http://schemas.microsoft.com/office/drawing/2014/main" id="{84084462-F481-7B96-A8DF-3F2255126094}"/>
              </a:ext>
            </a:extLst>
          </p:cNvPr>
          <p:cNvSpPr/>
          <p:nvPr/>
        </p:nvSpPr>
        <p:spPr>
          <a:xfrm>
            <a:off x="4960528" y="140189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Explain-Back</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pic>
        <p:nvPicPr>
          <p:cNvPr id="70" name="Picture 69">
            <a:extLst>
              <a:ext uri="{FF2B5EF4-FFF2-40B4-BE49-F238E27FC236}">
                <a16:creationId xmlns:a16="http://schemas.microsoft.com/office/drawing/2014/main" id="{1D874419-7BC6-18EF-00FF-997DEFD000A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0877" y="469202"/>
            <a:ext cx="1277148" cy="848106"/>
          </a:xfrm>
          <a:prstGeom prst="rect">
            <a:avLst/>
          </a:prstGeom>
        </p:spPr>
      </p:pic>
      <p:sp>
        <p:nvSpPr>
          <p:cNvPr id="71" name="Oval 70">
            <a:extLst>
              <a:ext uri="{FF2B5EF4-FFF2-40B4-BE49-F238E27FC236}">
                <a16:creationId xmlns:a16="http://schemas.microsoft.com/office/drawing/2014/main" id="{55D09D93-CCEC-E80D-5B46-340ED104653A}"/>
              </a:ext>
            </a:extLst>
          </p:cNvPr>
          <p:cNvSpPr/>
          <p:nvPr/>
        </p:nvSpPr>
        <p:spPr>
          <a:xfrm>
            <a:off x="3945043" y="58865"/>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350" dirty="0">
                <a:solidFill>
                  <a:prstClr val="white"/>
                </a:solidFill>
                <a:latin typeface="Calibri"/>
              </a:rPr>
              <a:t>CEO</a:t>
            </a:r>
          </a:p>
          <a:p>
            <a:pPr algn="ctr" defTabSz="342900"/>
            <a:r>
              <a:rPr lang="en-US" sz="1350" dirty="0">
                <a:solidFill>
                  <a:prstClr val="white"/>
                </a:solidFill>
                <a:latin typeface="Calibri"/>
              </a:rPr>
              <a:t>Director</a:t>
            </a:r>
            <a:endParaRPr lang="LID4096" sz="1350" dirty="0">
              <a:solidFill>
                <a:prstClr val="white"/>
              </a:solidFill>
              <a:latin typeface="Calibri"/>
            </a:endParaRPr>
          </a:p>
        </p:txBody>
      </p:sp>
      <p:sp>
        <p:nvSpPr>
          <p:cNvPr id="72" name="Oval 71">
            <a:extLst>
              <a:ext uri="{FF2B5EF4-FFF2-40B4-BE49-F238E27FC236}">
                <a16:creationId xmlns:a16="http://schemas.microsoft.com/office/drawing/2014/main" id="{ECAB405D-1991-C7CC-4282-7F839983EB00}"/>
              </a:ext>
            </a:extLst>
          </p:cNvPr>
          <p:cNvSpPr/>
          <p:nvPr/>
        </p:nvSpPr>
        <p:spPr>
          <a:xfrm>
            <a:off x="2845477" y="556070"/>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350" dirty="0">
                <a:solidFill>
                  <a:prstClr val="white"/>
                </a:solidFill>
                <a:latin typeface="Calibri"/>
              </a:rPr>
              <a:t>Legal</a:t>
            </a:r>
          </a:p>
          <a:p>
            <a:pPr algn="ctr" defTabSz="342900"/>
            <a:r>
              <a:rPr lang="en-US" sz="1350" dirty="0">
                <a:solidFill>
                  <a:prstClr val="white"/>
                </a:solidFill>
                <a:latin typeface="Calibri"/>
              </a:rPr>
              <a:t>Director</a:t>
            </a:r>
            <a:endParaRPr lang="LID4096" sz="1350" dirty="0">
              <a:solidFill>
                <a:prstClr val="white"/>
              </a:solidFill>
              <a:latin typeface="Calibri"/>
            </a:endParaRPr>
          </a:p>
        </p:txBody>
      </p:sp>
      <p:sp>
        <p:nvSpPr>
          <p:cNvPr id="73" name="Oval 72">
            <a:extLst>
              <a:ext uri="{FF2B5EF4-FFF2-40B4-BE49-F238E27FC236}">
                <a16:creationId xmlns:a16="http://schemas.microsoft.com/office/drawing/2014/main" id="{ED9689DC-40AE-0CFC-695D-C244EB40EEBE}"/>
              </a:ext>
            </a:extLst>
          </p:cNvPr>
          <p:cNvSpPr/>
          <p:nvPr/>
        </p:nvSpPr>
        <p:spPr>
          <a:xfrm>
            <a:off x="5078850" y="556355"/>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350" dirty="0">
                <a:solidFill>
                  <a:prstClr val="white"/>
                </a:solidFill>
                <a:latin typeface="Calibri"/>
              </a:rPr>
              <a:t>Market</a:t>
            </a:r>
          </a:p>
          <a:p>
            <a:pPr algn="ctr" defTabSz="342900"/>
            <a:r>
              <a:rPr lang="en-US" sz="1350" dirty="0">
                <a:solidFill>
                  <a:prstClr val="white"/>
                </a:solidFill>
                <a:latin typeface="Calibri"/>
              </a:rPr>
              <a:t>Director</a:t>
            </a:r>
            <a:endParaRPr lang="LID4096" sz="1350" dirty="0">
              <a:solidFill>
                <a:prstClr val="white"/>
              </a:solidFill>
              <a:latin typeface="Calibri"/>
            </a:endParaRPr>
          </a:p>
        </p:txBody>
      </p:sp>
      <p:sp>
        <p:nvSpPr>
          <p:cNvPr id="74" name="Oval 73">
            <a:extLst>
              <a:ext uri="{FF2B5EF4-FFF2-40B4-BE49-F238E27FC236}">
                <a16:creationId xmlns:a16="http://schemas.microsoft.com/office/drawing/2014/main" id="{6A7E62FC-A8D3-5154-140C-D23EEF162F4E}"/>
              </a:ext>
            </a:extLst>
          </p:cNvPr>
          <p:cNvSpPr/>
          <p:nvPr/>
        </p:nvSpPr>
        <p:spPr>
          <a:xfrm>
            <a:off x="1809044" y="556070"/>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350" dirty="0">
                <a:solidFill>
                  <a:prstClr val="white"/>
                </a:solidFill>
                <a:latin typeface="Calibri"/>
              </a:rPr>
              <a:t>CFO</a:t>
            </a:r>
          </a:p>
          <a:p>
            <a:pPr algn="ctr" defTabSz="342900"/>
            <a:r>
              <a:rPr lang="en-US" sz="1350" dirty="0">
                <a:solidFill>
                  <a:prstClr val="white"/>
                </a:solidFill>
                <a:latin typeface="Calibri"/>
              </a:rPr>
              <a:t>Director</a:t>
            </a:r>
            <a:endParaRPr lang="LID4096" sz="1350" dirty="0">
              <a:solidFill>
                <a:prstClr val="white"/>
              </a:solidFill>
              <a:latin typeface="Calibri"/>
            </a:endParaRPr>
          </a:p>
        </p:txBody>
      </p:sp>
      <p:sp>
        <p:nvSpPr>
          <p:cNvPr id="75" name="Oval 74">
            <a:extLst>
              <a:ext uri="{FF2B5EF4-FFF2-40B4-BE49-F238E27FC236}">
                <a16:creationId xmlns:a16="http://schemas.microsoft.com/office/drawing/2014/main" id="{5D394EC3-731A-65C4-1C30-6286BB0ED2DA}"/>
              </a:ext>
            </a:extLst>
          </p:cNvPr>
          <p:cNvSpPr/>
          <p:nvPr/>
        </p:nvSpPr>
        <p:spPr>
          <a:xfrm>
            <a:off x="6107667" y="556070"/>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350" dirty="0">
                <a:solidFill>
                  <a:prstClr val="white"/>
                </a:solidFill>
                <a:latin typeface="Calibri"/>
              </a:rPr>
              <a:t>CISO</a:t>
            </a:r>
          </a:p>
          <a:p>
            <a:pPr algn="ctr" defTabSz="342900"/>
            <a:r>
              <a:rPr lang="en-US" sz="1350" dirty="0">
                <a:solidFill>
                  <a:prstClr val="white"/>
                </a:solidFill>
                <a:latin typeface="Calibri"/>
              </a:rPr>
              <a:t>Director</a:t>
            </a:r>
            <a:endParaRPr lang="LID4096" sz="1350" dirty="0">
              <a:solidFill>
                <a:prstClr val="white"/>
              </a:solidFill>
              <a:latin typeface="Calibri"/>
            </a:endParaRPr>
          </a:p>
        </p:txBody>
      </p:sp>
      <p:sp>
        <p:nvSpPr>
          <p:cNvPr id="2" name="Oval 1">
            <a:extLst>
              <a:ext uri="{FF2B5EF4-FFF2-40B4-BE49-F238E27FC236}">
                <a16:creationId xmlns:a16="http://schemas.microsoft.com/office/drawing/2014/main" id="{B8E4014C-03D3-4F5A-8A46-80CF28CB25B4}"/>
              </a:ext>
            </a:extLst>
          </p:cNvPr>
          <p:cNvSpPr/>
          <p:nvPr/>
        </p:nvSpPr>
        <p:spPr>
          <a:xfrm>
            <a:off x="6988352" y="1100138"/>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900" dirty="0">
                <a:solidFill>
                  <a:prstClr val="white"/>
                </a:solidFill>
                <a:latin typeface="Calibri"/>
              </a:rPr>
              <a:t>Optional</a:t>
            </a:r>
          </a:p>
          <a:p>
            <a:pPr algn="ctr" defTabSz="342900"/>
            <a:r>
              <a:rPr lang="en-US" sz="1350" dirty="0">
                <a:solidFill>
                  <a:prstClr val="white"/>
                </a:solidFill>
                <a:latin typeface="Calibri"/>
              </a:rPr>
              <a:t>CTO</a:t>
            </a:r>
          </a:p>
        </p:txBody>
      </p:sp>
      <p:sp>
        <p:nvSpPr>
          <p:cNvPr id="3" name="Oval 2">
            <a:extLst>
              <a:ext uri="{FF2B5EF4-FFF2-40B4-BE49-F238E27FC236}">
                <a16:creationId xmlns:a16="http://schemas.microsoft.com/office/drawing/2014/main" id="{455FDB59-25AE-9A52-B86A-7FB6C9AB43C4}"/>
              </a:ext>
            </a:extLst>
          </p:cNvPr>
          <p:cNvSpPr/>
          <p:nvPr/>
        </p:nvSpPr>
        <p:spPr>
          <a:xfrm>
            <a:off x="901733" y="991553"/>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900" dirty="0">
                <a:solidFill>
                  <a:prstClr val="white"/>
                </a:solidFill>
                <a:latin typeface="Calibri"/>
              </a:rPr>
              <a:t>Optional</a:t>
            </a:r>
          </a:p>
          <a:p>
            <a:pPr algn="ctr" defTabSz="342900"/>
            <a:r>
              <a:rPr lang="en-US" sz="1350" dirty="0">
                <a:solidFill>
                  <a:prstClr val="white"/>
                </a:solidFill>
                <a:latin typeface="Calibri"/>
              </a:rPr>
              <a:t>CPO</a:t>
            </a:r>
          </a:p>
        </p:txBody>
      </p:sp>
    </p:spTree>
    <p:extLst>
      <p:ext uri="{BB962C8B-B14F-4D97-AF65-F5344CB8AC3E}">
        <p14:creationId xmlns:p14="http://schemas.microsoft.com/office/powerpoint/2010/main" val="2276842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0B429"/>
          </a:solidFill>
          <a:ln/>
        </p:spPr>
      </p:sp>
      <p:sp>
        <p:nvSpPr>
          <p:cNvPr id="3" name="Text 1"/>
          <p:cNvSpPr/>
          <p:nvPr/>
        </p:nvSpPr>
        <p:spPr>
          <a:xfrm>
            <a:off x="640080" y="731520"/>
            <a:ext cx="786384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The Future Isn’t AI.</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417320"/>
            <a:ext cx="786384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0B429"/>
                </a:solidFill>
                <a:effectLst/>
                <a:uLnTx/>
                <a:uFillTx/>
                <a:latin typeface="Georgia" pitchFamily="34" charset="0"/>
                <a:ea typeface="Georgia" pitchFamily="34" charset="-122"/>
                <a:cs typeface="Georgia" pitchFamily="34" charset="-120"/>
              </a:rPr>
              <a:t>It’s ADAM.</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200400" y="2377440"/>
            <a:ext cx="2743200" cy="0"/>
          </a:xfrm>
          <a:prstGeom prst="line">
            <a:avLst/>
          </a:prstGeom>
          <a:noFill/>
          <a:ln w="25400">
            <a:solidFill>
              <a:srgbClr val="00B4D8"/>
            </a:solidFill>
            <a:prstDash val="solid"/>
          </a:ln>
        </p:spPr>
      </p:sp>
      <p:sp>
        <p:nvSpPr>
          <p:cNvPr id="6" name="Shape 4"/>
          <p:cNvSpPr/>
          <p:nvPr/>
        </p:nvSpPr>
        <p:spPr>
          <a:xfrm>
            <a:off x="640080" y="2606040"/>
            <a:ext cx="2606040" cy="411480"/>
          </a:xfrm>
          <a:prstGeom prst="rect">
            <a:avLst/>
          </a:prstGeom>
          <a:solidFill>
            <a:srgbClr val="1B2838"/>
          </a:solidFill>
          <a:ln/>
        </p:spPr>
      </p:sp>
      <p:sp>
        <p:nvSpPr>
          <p:cNvPr id="7" name="Shape 5"/>
          <p:cNvSpPr/>
          <p:nvPr/>
        </p:nvSpPr>
        <p:spPr>
          <a:xfrm>
            <a:off x="640080" y="2606040"/>
            <a:ext cx="2606040" cy="45720"/>
          </a:xfrm>
          <a:prstGeom prst="rect">
            <a:avLst/>
          </a:prstGeom>
          <a:solidFill>
            <a:srgbClr val="00B4D8"/>
          </a:solidFill>
          <a:ln/>
        </p:spPr>
      </p:sp>
      <p:sp>
        <p:nvSpPr>
          <p:cNvPr id="8" name="Text 6"/>
          <p:cNvSpPr/>
          <p:nvPr/>
        </p:nvSpPr>
        <p:spPr>
          <a:xfrm>
            <a:off x="640080" y="2606040"/>
            <a:ext cx="2606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Humans Define Intent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474720" y="2606040"/>
            <a:ext cx="2606040" cy="411480"/>
          </a:xfrm>
          <a:prstGeom prst="rect">
            <a:avLst/>
          </a:prstGeom>
          <a:solidFill>
            <a:srgbClr val="1B2838"/>
          </a:solidFill>
          <a:ln/>
        </p:spPr>
      </p:sp>
      <p:sp>
        <p:nvSpPr>
          <p:cNvPr id="10" name="Shape 8"/>
          <p:cNvSpPr/>
          <p:nvPr/>
        </p:nvSpPr>
        <p:spPr>
          <a:xfrm>
            <a:off x="3474720" y="2606040"/>
            <a:ext cx="2606040" cy="45720"/>
          </a:xfrm>
          <a:prstGeom prst="rect">
            <a:avLst/>
          </a:prstGeom>
          <a:solidFill>
            <a:srgbClr val="F0B429"/>
          </a:solidFill>
          <a:ln/>
        </p:spPr>
      </p:sp>
      <p:sp>
        <p:nvSpPr>
          <p:cNvPr id="11" name="Text 9"/>
          <p:cNvSpPr/>
          <p:nvPr/>
        </p:nvSpPr>
        <p:spPr>
          <a:xfrm>
            <a:off x="3474720" y="2606040"/>
            <a:ext cx="2606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Machines Execute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309360" y="2606040"/>
            <a:ext cx="2606040" cy="411480"/>
          </a:xfrm>
          <a:prstGeom prst="rect">
            <a:avLst/>
          </a:prstGeom>
          <a:solidFill>
            <a:srgbClr val="1B2838"/>
          </a:solidFill>
          <a:ln/>
        </p:spPr>
      </p:sp>
      <p:sp>
        <p:nvSpPr>
          <p:cNvPr id="13" name="Shape 11"/>
          <p:cNvSpPr/>
          <p:nvPr/>
        </p:nvSpPr>
        <p:spPr>
          <a:xfrm>
            <a:off x="6309360" y="2606040"/>
            <a:ext cx="2606040" cy="45720"/>
          </a:xfrm>
          <a:prstGeom prst="rect">
            <a:avLst/>
          </a:prstGeom>
          <a:solidFill>
            <a:srgbClr val="10B981"/>
          </a:solidFill>
          <a:ln/>
        </p:spPr>
      </p:sp>
      <p:sp>
        <p:nvSpPr>
          <p:cNvPr id="14" name="Text 12"/>
          <p:cNvSpPr/>
          <p:nvPr/>
        </p:nvSpPr>
        <p:spPr>
          <a:xfrm>
            <a:off x="6309360" y="2606040"/>
            <a:ext cx="2606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Evidence Proves Everything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3246120"/>
            <a:ext cx="78638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The ADAM Ecosystem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320040" y="3611880"/>
            <a:ext cx="1572768" cy="731520"/>
          </a:xfrm>
          <a:prstGeom prst="rect">
            <a:avLst/>
          </a:prstGeom>
          <a:solidFill>
            <a:srgbClr val="1B2838"/>
          </a:solidFill>
          <a:ln/>
        </p:spPr>
      </p:sp>
      <p:sp>
        <p:nvSpPr>
          <p:cNvPr id="17" name="Text 15"/>
          <p:cNvSpPr/>
          <p:nvPr/>
        </p:nvSpPr>
        <p:spPr>
          <a:xfrm>
            <a:off x="320040"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The Book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0040"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Complete blueprint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2075688" y="3611880"/>
            <a:ext cx="1572768" cy="731520"/>
          </a:xfrm>
          <a:prstGeom prst="rect">
            <a:avLst/>
          </a:prstGeom>
          <a:solidFill>
            <a:srgbClr val="1B2838"/>
          </a:solidFill>
          <a:ln/>
        </p:spPr>
      </p:sp>
      <p:sp>
        <p:nvSpPr>
          <p:cNvPr id="20" name="Text 18"/>
          <p:cNvSpPr/>
          <p:nvPr/>
        </p:nvSpPr>
        <p:spPr>
          <a:xfrm>
            <a:off x="2075688"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DNA Questionnaire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075688"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Configuration interface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3831336" y="3611880"/>
            <a:ext cx="1572768" cy="731520"/>
          </a:xfrm>
          <a:prstGeom prst="rect">
            <a:avLst/>
          </a:prstGeom>
          <a:solidFill>
            <a:srgbClr val="1B2838"/>
          </a:solidFill>
          <a:ln/>
        </p:spPr>
      </p:sp>
      <p:sp>
        <p:nvSpPr>
          <p:cNvPr id="23" name="Text 21"/>
          <p:cNvSpPr/>
          <p:nvPr/>
        </p:nvSpPr>
        <p:spPr>
          <a:xfrm>
            <a:off x="3831336"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DNA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831336"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AI-powered setup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586984" y="3611880"/>
            <a:ext cx="1572768" cy="731520"/>
          </a:xfrm>
          <a:prstGeom prst="rect">
            <a:avLst/>
          </a:prstGeom>
          <a:solidFill>
            <a:srgbClr val="1B2838"/>
          </a:solidFill>
          <a:ln/>
        </p:spPr>
      </p:sp>
      <p:sp>
        <p:nvSpPr>
          <p:cNvPr id="26" name="Text 24"/>
          <p:cNvSpPr/>
          <p:nvPr/>
        </p:nvSpPr>
        <p:spPr>
          <a:xfrm>
            <a:off x="5586984"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Deployment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586984"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Machine-executable IaC</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7342632" y="3611880"/>
            <a:ext cx="1572768" cy="731520"/>
          </a:xfrm>
          <a:prstGeom prst="rect">
            <a:avLst/>
          </a:prstGeom>
          <a:solidFill>
            <a:srgbClr val="1B2838"/>
          </a:solidFill>
          <a:ln/>
        </p:spPr>
      </p:sp>
      <p:sp>
        <p:nvSpPr>
          <p:cNvPr id="29" name="Text 27"/>
          <p:cNvSpPr/>
          <p:nvPr/>
        </p:nvSpPr>
        <p:spPr>
          <a:xfrm>
            <a:off x="7342632"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9 Architectures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7342632"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Multi-cloud diagrams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p:nvPr/>
        </p:nvSpPr>
        <p:spPr>
          <a:xfrm>
            <a:off x="640080" y="4572000"/>
            <a:ext cx="78638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ADAM — Autonomy Doctrine &amp; Architecture Model  |  Open Source  |  Global  |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0B429"/>
          </a:solidFill>
          <a:ln/>
        </p:spPr>
      </p:sp>
      <p:sp>
        <p:nvSpPr>
          <p:cNvPr id="3" name="Text 1"/>
          <p:cNvSpPr/>
          <p:nvPr/>
        </p:nvSpPr>
        <p:spPr>
          <a:xfrm>
            <a:off x="640080" y="137160"/>
            <a:ext cx="78638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0B429"/>
                </a:solidFill>
                <a:effectLst/>
                <a:uLnTx/>
                <a:uFillTx/>
                <a:latin typeface="Georgia" pitchFamily="34" charset="0"/>
                <a:ea typeface="Georgia" pitchFamily="34" charset="-122"/>
                <a:cs typeface="Georgia" pitchFamily="34" charset="-120"/>
              </a:rPr>
              <a:t>Why ADAM as a Global AI Doctrine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594360"/>
            <a:ext cx="7863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What makes ADAM uniquely positioned as a constitutional model for AI governance worldwide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960120"/>
            <a:ext cx="3794760" cy="1051560"/>
          </a:xfrm>
          <a:prstGeom prst="rect">
            <a:avLst/>
          </a:prstGeom>
          <a:solidFill>
            <a:srgbClr val="1B2838"/>
          </a:solidFill>
          <a:ln/>
        </p:spPr>
      </p:sp>
      <p:sp>
        <p:nvSpPr>
          <p:cNvPr id="6" name="Shape 4"/>
          <p:cNvSpPr/>
          <p:nvPr/>
        </p:nvSpPr>
        <p:spPr>
          <a:xfrm>
            <a:off x="640080" y="960120"/>
            <a:ext cx="54864" cy="1051560"/>
          </a:xfrm>
          <a:prstGeom prst="rect">
            <a:avLst/>
          </a:prstGeom>
          <a:solidFill>
            <a:srgbClr val="00B4D8"/>
          </a:solidFill>
          <a:ln/>
        </p:spPr>
      </p:sp>
      <p:sp>
        <p:nvSpPr>
          <p:cNvPr id="7" name="Text 5"/>
          <p:cNvSpPr/>
          <p:nvPr/>
        </p:nvSpPr>
        <p:spPr>
          <a:xfrm>
            <a:off x="822960" y="103327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Constitutional, Not Procedural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32588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ADAM encodes WHY decisions are made, not just WHAT to do. Doctrine is a living, versioned artifact that evolves with the enterprise.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754880" y="960120"/>
            <a:ext cx="3794760" cy="1051560"/>
          </a:xfrm>
          <a:prstGeom prst="rect">
            <a:avLst/>
          </a:prstGeom>
          <a:solidFill>
            <a:srgbClr val="1B2838"/>
          </a:solidFill>
          <a:ln/>
        </p:spPr>
      </p:sp>
      <p:sp>
        <p:nvSpPr>
          <p:cNvPr id="10" name="Shape 8"/>
          <p:cNvSpPr/>
          <p:nvPr/>
        </p:nvSpPr>
        <p:spPr>
          <a:xfrm>
            <a:off x="4754880" y="960120"/>
            <a:ext cx="54864" cy="1051560"/>
          </a:xfrm>
          <a:prstGeom prst="rect">
            <a:avLst/>
          </a:prstGeom>
          <a:solidFill>
            <a:srgbClr val="F0B429"/>
          </a:solidFill>
          <a:ln/>
        </p:spPr>
      </p:sp>
      <p:sp>
        <p:nvSpPr>
          <p:cNvPr id="11" name="Text 9"/>
          <p:cNvSpPr/>
          <p:nvPr/>
        </p:nvSpPr>
        <p:spPr>
          <a:xfrm>
            <a:off x="4937760" y="103327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Sovereignty by Design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32588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Vendor-neutral, jurisdiction-aware, data-sovereign. 9 reference architectures from hyperscale cloud to fully sovereign on-prem.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2194560"/>
            <a:ext cx="3794760" cy="1051560"/>
          </a:xfrm>
          <a:prstGeom prst="rect">
            <a:avLst/>
          </a:prstGeom>
          <a:solidFill>
            <a:srgbClr val="1B2838"/>
          </a:solidFill>
          <a:ln/>
        </p:spPr>
      </p:sp>
      <p:sp>
        <p:nvSpPr>
          <p:cNvPr id="14" name="Shape 12"/>
          <p:cNvSpPr/>
          <p:nvPr/>
        </p:nvSpPr>
        <p:spPr>
          <a:xfrm>
            <a:off x="640080" y="2194560"/>
            <a:ext cx="54864" cy="1051560"/>
          </a:xfrm>
          <a:prstGeom prst="rect">
            <a:avLst/>
          </a:prstGeom>
          <a:solidFill>
            <a:srgbClr val="10B981"/>
          </a:solidFill>
          <a:ln/>
        </p:spPr>
      </p:sp>
      <p:sp>
        <p:nvSpPr>
          <p:cNvPr id="15" name="Text 13"/>
          <p:cNvSpPr/>
          <p:nvPr/>
        </p:nvSpPr>
        <p:spPr>
          <a:xfrm>
            <a:off x="822960" y="226771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Accountability Preserved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22960" y="256032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Legal responsibility remains attached to identifiable humans through delegation, constraints, and evidence. Not a liability shield.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754880" y="2194560"/>
            <a:ext cx="3794760" cy="1051560"/>
          </a:xfrm>
          <a:prstGeom prst="rect">
            <a:avLst/>
          </a:prstGeom>
          <a:solidFill>
            <a:srgbClr val="1B2838"/>
          </a:solidFill>
          <a:ln/>
        </p:spPr>
      </p:sp>
      <p:sp>
        <p:nvSpPr>
          <p:cNvPr id="18" name="Shape 16"/>
          <p:cNvSpPr/>
          <p:nvPr/>
        </p:nvSpPr>
        <p:spPr>
          <a:xfrm>
            <a:off x="4754880" y="2194560"/>
            <a:ext cx="54864" cy="1051560"/>
          </a:xfrm>
          <a:prstGeom prst="rect">
            <a:avLst/>
          </a:prstGeom>
          <a:solidFill>
            <a:srgbClr val="00B4D8"/>
          </a:solidFill>
          <a:ln/>
        </p:spPr>
      </p:sp>
      <p:sp>
        <p:nvSpPr>
          <p:cNvPr id="19" name="Text 17"/>
          <p:cNvSpPr/>
          <p:nvPr/>
        </p:nvSpPr>
        <p:spPr>
          <a:xfrm>
            <a:off x="4937760" y="226771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Framework-Grounded Scoring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256032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Every BOSS dimension maps to published, peer-reviewed frameworks. Not proprietary algorithms. Not opinions. Not vibes.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640080" y="3429000"/>
            <a:ext cx="3794760" cy="1051560"/>
          </a:xfrm>
          <a:prstGeom prst="rect">
            <a:avLst/>
          </a:prstGeom>
          <a:solidFill>
            <a:srgbClr val="1B2838"/>
          </a:solidFill>
          <a:ln/>
        </p:spPr>
      </p:sp>
      <p:sp>
        <p:nvSpPr>
          <p:cNvPr id="22" name="Shape 20"/>
          <p:cNvSpPr/>
          <p:nvPr/>
        </p:nvSpPr>
        <p:spPr>
          <a:xfrm>
            <a:off x="640080" y="3429000"/>
            <a:ext cx="54864" cy="1051560"/>
          </a:xfrm>
          <a:prstGeom prst="rect">
            <a:avLst/>
          </a:prstGeom>
          <a:solidFill>
            <a:srgbClr val="0077B6"/>
          </a:solidFill>
          <a:ln/>
        </p:spPr>
      </p:sp>
      <p:sp>
        <p:nvSpPr>
          <p:cNvPr id="23" name="Text 21"/>
          <p:cNvSpPr/>
          <p:nvPr/>
        </p:nvSpPr>
        <p:spPr>
          <a:xfrm>
            <a:off x="822960" y="350215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77B6"/>
                </a:solidFill>
                <a:effectLst/>
                <a:uLnTx/>
                <a:uFillTx/>
                <a:latin typeface="Calibri" pitchFamily="34" charset="0"/>
                <a:ea typeface="Calibri" pitchFamily="34" charset="-122"/>
                <a:cs typeface="Calibri" pitchFamily="34" charset="-120"/>
              </a:rPr>
              <a:t>Industry-Agnostic Architecture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822960" y="379476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From media to healthcare to financial services. The CORE Engine adapts to any industry. The agent mesh scales to any size.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754880" y="3429000"/>
            <a:ext cx="3794760" cy="1051560"/>
          </a:xfrm>
          <a:prstGeom prst="rect">
            <a:avLst/>
          </a:prstGeom>
          <a:solidFill>
            <a:srgbClr val="1B2838"/>
          </a:solidFill>
          <a:ln/>
        </p:spPr>
      </p:sp>
      <p:sp>
        <p:nvSpPr>
          <p:cNvPr id="26" name="Shape 24"/>
          <p:cNvSpPr/>
          <p:nvPr/>
        </p:nvSpPr>
        <p:spPr>
          <a:xfrm>
            <a:off x="4754880" y="3429000"/>
            <a:ext cx="54864" cy="1051560"/>
          </a:xfrm>
          <a:prstGeom prst="rect">
            <a:avLst/>
          </a:prstGeom>
          <a:solidFill>
            <a:srgbClr val="F0B429"/>
          </a:solidFill>
          <a:ln/>
        </p:spPr>
      </p:sp>
      <p:sp>
        <p:nvSpPr>
          <p:cNvPr id="27" name="Text 25"/>
          <p:cNvSpPr/>
          <p:nvPr/>
        </p:nvSpPr>
        <p:spPr>
          <a:xfrm>
            <a:off x="4937760" y="350215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Deployable Today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937760" y="379476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Complete book + DNA Questionnaire + DNA Tool + DNA Deployment Tool + 9 architecture diagrams. Blueprint to running enterprise.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640080" y="4709160"/>
            <a:ext cx="78638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Independently validated by: CMR Berkeley AOM (March 2026) | Microsoft Frontier Firm Research | TM Forum AOMM v1.5 | Singapore AI Governance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411480" y="171450"/>
            <a:ext cx="8229600" cy="411480"/>
          </a:xfrm>
          <a:prstGeom prst="rect">
            <a:avLst/>
          </a:prstGeom>
          <a:noFill/>
        </p:spPr>
        <p:txBody>
          <a:bodyPr wrap="square"/>
          <a:lstStyle/>
          <a:p>
            <a:pPr defTabSz="342900">
              <a:defRPr sz="2800" b="1">
                <a:solidFill>
                  <a:srgbClr val="FFFFFF"/>
                </a:solidFill>
                <a:latin typeface="Calibri"/>
              </a:defRPr>
            </a:pPr>
            <a:r>
              <a:rPr sz="2100" b="1">
                <a:solidFill>
                  <a:srgbClr val="FFFFFF"/>
                </a:solidFill>
                <a:latin typeface="Calibri"/>
              </a:rPr>
              <a:t>ADAM Architecture: Layers, Planes &amp; Guardrails</a:t>
            </a:r>
          </a:p>
        </p:txBody>
      </p:sp>
      <p:sp>
        <p:nvSpPr>
          <p:cNvPr id="3" name="TextBox 2"/>
          <p:cNvSpPr txBox="1"/>
          <p:nvPr/>
        </p:nvSpPr>
        <p:spPr>
          <a:xfrm>
            <a:off x="411480" y="514350"/>
            <a:ext cx="6858000" cy="240030"/>
          </a:xfrm>
          <a:prstGeom prst="rect">
            <a:avLst/>
          </a:prstGeom>
          <a:noFill/>
        </p:spPr>
        <p:txBody>
          <a:bodyPr wrap="square"/>
          <a:lstStyle/>
          <a:p>
            <a:pPr defTabSz="342900">
              <a:defRPr sz="1300" b="0">
                <a:solidFill>
                  <a:srgbClr val="A0B0C0"/>
                </a:solidFill>
                <a:latin typeface="Calibri"/>
              </a:defRPr>
            </a:pPr>
            <a:r>
              <a:rPr sz="975" dirty="0">
                <a:solidFill>
                  <a:srgbClr val="A0B0C0"/>
                </a:solidFill>
                <a:latin typeface="Calibri"/>
              </a:rPr>
              <a:t>How </a:t>
            </a:r>
            <a:r>
              <a:rPr sz="975" dirty="0">
                <a:solidFill>
                  <a:srgbClr val="FFC000"/>
                </a:solidFill>
                <a:latin typeface="Calibri"/>
              </a:rPr>
              <a:t>intent</a:t>
            </a:r>
            <a:r>
              <a:rPr sz="975" dirty="0">
                <a:solidFill>
                  <a:srgbClr val="A0B0C0"/>
                </a:solidFill>
                <a:latin typeface="Calibri"/>
              </a:rPr>
              <a:t> flows through governance into deterministic, auditable execution</a:t>
            </a:r>
          </a:p>
        </p:txBody>
      </p:sp>
      <p:sp>
        <p:nvSpPr>
          <p:cNvPr id="4" name="Rounded Rectangle 3"/>
          <p:cNvSpPr/>
          <p:nvPr/>
        </p:nvSpPr>
        <p:spPr>
          <a:xfrm>
            <a:off x="342900" y="925830"/>
            <a:ext cx="1577340" cy="1293162"/>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5" name="TextBox 4"/>
          <p:cNvSpPr txBox="1"/>
          <p:nvPr/>
        </p:nvSpPr>
        <p:spPr>
          <a:xfrm>
            <a:off x="445771" y="925830"/>
            <a:ext cx="1371599" cy="205740"/>
          </a:xfrm>
          <a:prstGeom prst="rect">
            <a:avLst/>
          </a:prstGeom>
          <a:noFill/>
        </p:spPr>
        <p:txBody>
          <a:bodyPr wrap="square"/>
          <a:lstStyle/>
          <a:p>
            <a:pPr defTabSz="342900">
              <a:defRPr sz="1100" b="1">
                <a:solidFill>
                  <a:srgbClr val="00B4D8"/>
                </a:solidFill>
                <a:latin typeface="Calibri"/>
              </a:defRPr>
            </a:pPr>
            <a:r>
              <a:rPr sz="900" b="1" u="sng" dirty="0">
                <a:solidFill>
                  <a:srgbClr val="00B4D8"/>
                </a:solidFill>
                <a:latin typeface="Calibri"/>
              </a:rPr>
              <a:t>HUMAN INTERFACE</a:t>
            </a:r>
          </a:p>
        </p:txBody>
      </p:sp>
      <p:sp>
        <p:nvSpPr>
          <p:cNvPr id="6" name="TextBox 5"/>
          <p:cNvSpPr txBox="1"/>
          <p:nvPr/>
        </p:nvSpPr>
        <p:spPr>
          <a:xfrm>
            <a:off x="445771" y="1124712"/>
            <a:ext cx="1371599" cy="1049274"/>
          </a:xfrm>
          <a:prstGeom prst="rect">
            <a:avLst/>
          </a:prstGeom>
          <a:noFill/>
        </p:spPr>
        <p:txBody>
          <a:bodyPr wrap="square"/>
          <a:lstStyle/>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Intent Interpretation Agent</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Trust Gateway Agent</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Explain-Back Agent</a:t>
            </a:r>
          </a:p>
        </p:txBody>
      </p:sp>
      <p:sp>
        <p:nvSpPr>
          <p:cNvPr id="7" name="Right Arrow 6"/>
          <p:cNvSpPr/>
          <p:nvPr/>
        </p:nvSpPr>
        <p:spPr>
          <a:xfrm>
            <a:off x="1988820" y="1234440"/>
            <a:ext cx="308610" cy="20574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8" name="Rounded Rectangle 7"/>
          <p:cNvSpPr/>
          <p:nvPr/>
        </p:nvSpPr>
        <p:spPr>
          <a:xfrm>
            <a:off x="2331720" y="925830"/>
            <a:ext cx="1714500" cy="1293162"/>
          </a:xfrm>
          <a:prstGeom prst="roundRect">
            <a:avLst/>
          </a:prstGeom>
          <a:solidFill>
            <a:srgbClr val="162038"/>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9" name="TextBox 8"/>
          <p:cNvSpPr txBox="1"/>
          <p:nvPr/>
        </p:nvSpPr>
        <p:spPr>
          <a:xfrm>
            <a:off x="2400300" y="925830"/>
            <a:ext cx="1577340" cy="205740"/>
          </a:xfrm>
          <a:prstGeom prst="rect">
            <a:avLst/>
          </a:prstGeom>
          <a:noFill/>
        </p:spPr>
        <p:txBody>
          <a:bodyPr wrap="square"/>
          <a:lstStyle/>
          <a:p>
            <a:pPr defTabSz="342900">
              <a:defRPr sz="1000" b="1">
                <a:solidFill>
                  <a:srgbClr val="FF8C42"/>
                </a:solidFill>
                <a:latin typeface="Calibri"/>
              </a:defRPr>
            </a:pPr>
            <a:r>
              <a:rPr sz="900" b="1" u="sng" dirty="0">
                <a:solidFill>
                  <a:srgbClr val="FF8C42"/>
                </a:solidFill>
                <a:latin typeface="Calibri"/>
              </a:rPr>
              <a:t>DOMAIN GOVERNOR AGENTS</a:t>
            </a:r>
          </a:p>
        </p:txBody>
      </p:sp>
      <p:sp>
        <p:nvSpPr>
          <p:cNvPr id="10" name="TextBox 9"/>
          <p:cNvSpPr txBox="1"/>
          <p:nvPr/>
        </p:nvSpPr>
        <p:spPr>
          <a:xfrm>
            <a:off x="2400300" y="1104138"/>
            <a:ext cx="1577340" cy="1114854"/>
          </a:xfrm>
          <a:prstGeom prst="rect">
            <a:avLst/>
          </a:prstGeom>
          <a:noFill/>
        </p:spPr>
        <p:txBody>
          <a:bodyPr wrap="square"/>
          <a:lstStyle/>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Financial Governance</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Legal &amp; Compliance</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Enterprise Risk</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Market &amp; Strategy</a:t>
            </a:r>
          </a:p>
        </p:txBody>
      </p:sp>
      <p:sp>
        <p:nvSpPr>
          <p:cNvPr id="11" name="Right Arrow 10"/>
          <p:cNvSpPr/>
          <p:nvPr/>
        </p:nvSpPr>
        <p:spPr>
          <a:xfrm>
            <a:off x="4114800" y="1234440"/>
            <a:ext cx="308610" cy="205740"/>
          </a:xfrm>
          <a:prstGeom prst="rightArrow">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2" name="Rounded Rectangle 11"/>
          <p:cNvSpPr/>
          <p:nvPr/>
        </p:nvSpPr>
        <p:spPr>
          <a:xfrm>
            <a:off x="4457700" y="925830"/>
            <a:ext cx="1920240" cy="1293162"/>
          </a:xfrm>
          <a:prstGeom prst="roundRect">
            <a:avLst/>
          </a:prstGeom>
          <a:solidFill>
            <a:srgbClr val="162038"/>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3" name="TextBox 12"/>
          <p:cNvSpPr txBox="1"/>
          <p:nvPr/>
        </p:nvSpPr>
        <p:spPr>
          <a:xfrm>
            <a:off x="4526281" y="925830"/>
            <a:ext cx="1783079" cy="205740"/>
          </a:xfrm>
          <a:prstGeom prst="rect">
            <a:avLst/>
          </a:prstGeom>
          <a:noFill/>
        </p:spPr>
        <p:txBody>
          <a:bodyPr wrap="square"/>
          <a:lstStyle/>
          <a:p>
            <a:pPr defTabSz="342900">
              <a:defRPr sz="1100" b="1">
                <a:solidFill>
                  <a:srgbClr val="00E5A0"/>
                </a:solidFill>
                <a:latin typeface="Calibri"/>
              </a:defRPr>
            </a:pPr>
            <a:r>
              <a:rPr sz="900" b="1" u="sng" dirty="0">
                <a:solidFill>
                  <a:srgbClr val="00E5A0"/>
                </a:solidFill>
                <a:latin typeface="Calibri"/>
              </a:rPr>
              <a:t>ORCHESTRATION PLANE</a:t>
            </a:r>
          </a:p>
        </p:txBody>
      </p:sp>
      <p:sp>
        <p:nvSpPr>
          <p:cNvPr id="14" name="TextBox 13"/>
          <p:cNvSpPr txBox="1"/>
          <p:nvPr/>
        </p:nvSpPr>
        <p:spPr>
          <a:xfrm>
            <a:off x="4526281" y="1090422"/>
            <a:ext cx="1783079" cy="1049274"/>
          </a:xfrm>
          <a:prstGeom prst="rect">
            <a:avLst/>
          </a:prstGeom>
          <a:noFill/>
        </p:spPr>
        <p:txBody>
          <a:bodyPr wrap="square"/>
          <a:lstStyle/>
          <a:p>
            <a:pPr defTabSz="342900">
              <a:spcAft>
                <a:spcPts val="150"/>
              </a:spcAft>
              <a:defRPr sz="900" b="1">
                <a:solidFill>
                  <a:srgbClr val="00E5A0"/>
                </a:solidFill>
                <a:latin typeface="Calibri"/>
              </a:defRPr>
            </a:pPr>
            <a:r>
              <a:rPr sz="900" b="1" dirty="0">
                <a:solidFill>
                  <a:srgbClr val="00E5A0"/>
                </a:solidFill>
                <a:latin typeface="Calibri"/>
              </a:rPr>
              <a:t>4 Enforcement Hooks:</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Policy </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Exception</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Evidence</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Recovery</a:t>
            </a:r>
          </a:p>
          <a:p>
            <a:pPr defTabSz="342900">
              <a:spcAft>
                <a:spcPts val="150"/>
              </a:spcAft>
              <a:defRPr sz="900" b="0">
                <a:solidFill>
                  <a:srgbClr val="A0B0C0"/>
                </a:solidFill>
                <a:latin typeface="Calibri"/>
              </a:defRPr>
            </a:pPr>
            <a:r>
              <a:rPr sz="900" dirty="0">
                <a:solidFill>
                  <a:srgbClr val="A0B0C0"/>
                </a:solidFill>
                <a:latin typeface="Calibri"/>
              </a:rPr>
              <a:t>Deterministic execution + rollback</a:t>
            </a:r>
          </a:p>
        </p:txBody>
      </p:sp>
      <p:sp>
        <p:nvSpPr>
          <p:cNvPr id="15" name="Right Arrow 14"/>
          <p:cNvSpPr/>
          <p:nvPr/>
        </p:nvSpPr>
        <p:spPr>
          <a:xfrm>
            <a:off x="6446520" y="1234440"/>
            <a:ext cx="308610" cy="205740"/>
          </a:xfrm>
          <a:prstGeom prst="rightArrow">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6" name="Rounded Rectangle 15"/>
          <p:cNvSpPr/>
          <p:nvPr/>
        </p:nvSpPr>
        <p:spPr>
          <a:xfrm>
            <a:off x="6789420" y="925830"/>
            <a:ext cx="1988820" cy="1293162"/>
          </a:xfrm>
          <a:prstGeom prst="roundRect">
            <a:avLst/>
          </a:prstGeom>
          <a:solidFill>
            <a:srgbClr val="162038"/>
          </a:solidFill>
          <a:ln w="19050">
            <a:solidFill>
              <a:srgbClr val="A8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7" name="TextBox 16"/>
          <p:cNvSpPr txBox="1"/>
          <p:nvPr/>
        </p:nvSpPr>
        <p:spPr>
          <a:xfrm>
            <a:off x="6858001" y="925830"/>
            <a:ext cx="1851659" cy="205740"/>
          </a:xfrm>
          <a:prstGeom prst="rect">
            <a:avLst/>
          </a:prstGeom>
          <a:noFill/>
        </p:spPr>
        <p:txBody>
          <a:bodyPr wrap="square"/>
          <a:lstStyle/>
          <a:p>
            <a:pPr defTabSz="342900">
              <a:defRPr sz="1100" b="1">
                <a:solidFill>
                  <a:srgbClr val="A878FF"/>
                </a:solidFill>
                <a:latin typeface="Calibri"/>
              </a:defRPr>
            </a:pPr>
            <a:r>
              <a:rPr sz="900" b="1" u="sng">
                <a:solidFill>
                  <a:srgbClr val="A878FF"/>
                </a:solidFill>
                <a:latin typeface="Calibri"/>
              </a:rPr>
              <a:t>AGENTIC WORK GROUPS</a:t>
            </a:r>
          </a:p>
        </p:txBody>
      </p:sp>
      <p:sp>
        <p:nvSpPr>
          <p:cNvPr id="18" name="TextBox 17"/>
          <p:cNvSpPr txBox="1"/>
          <p:nvPr/>
        </p:nvSpPr>
        <p:spPr>
          <a:xfrm>
            <a:off x="6858001" y="1124712"/>
            <a:ext cx="884682" cy="1049274"/>
          </a:xfrm>
          <a:prstGeom prst="rect">
            <a:avLst/>
          </a:prstGeom>
          <a:noFill/>
        </p:spPr>
        <p:txBody>
          <a:bodyPr wrap="square"/>
          <a:lstStyle/>
          <a:p>
            <a:pPr defTabSz="342900">
              <a:spcAft>
                <a:spcPts val="150"/>
              </a:spcAft>
              <a:defRPr sz="900" b="0">
                <a:solidFill>
                  <a:srgbClr val="E8ECF0"/>
                </a:solidFill>
                <a:latin typeface="Calibri"/>
              </a:defRPr>
            </a:pPr>
            <a:r>
              <a:rPr sz="900" u="sng" dirty="0">
                <a:solidFill>
                  <a:srgbClr val="E8ECF0"/>
                </a:solidFill>
                <a:latin typeface="Calibri"/>
              </a:rPr>
              <a:t>Corporate</a:t>
            </a:r>
            <a:endParaRPr lang="en-US" sz="900" u="sng"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Finance</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Legal</a:t>
            </a:r>
            <a:r>
              <a:rPr lang="en-US" sz="900" dirty="0">
                <a:solidFill>
                  <a:srgbClr val="E8ECF0"/>
                </a:solidFill>
                <a:latin typeface="Calibri"/>
              </a:rPr>
              <a:t>, </a:t>
            </a:r>
            <a:r>
              <a:rPr sz="900" dirty="0">
                <a:solidFill>
                  <a:srgbClr val="E8ECF0"/>
                </a:solidFill>
                <a:latin typeface="Calibri"/>
              </a:rPr>
              <a:t>Risk</a:t>
            </a:r>
          </a:p>
          <a:p>
            <a:pPr defTabSz="342900">
              <a:spcAft>
                <a:spcPts val="150"/>
              </a:spcAft>
              <a:defRPr sz="900" b="0">
                <a:solidFill>
                  <a:srgbClr val="E8ECF0"/>
                </a:solidFill>
                <a:latin typeface="Calibri"/>
              </a:defRPr>
            </a:pPr>
            <a:r>
              <a:rPr sz="900" dirty="0">
                <a:solidFill>
                  <a:srgbClr val="E8ECF0"/>
                </a:solidFill>
                <a:latin typeface="Calibri"/>
              </a:rPr>
              <a:t>Market </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Ops, Security </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Governance</a:t>
            </a:r>
          </a:p>
        </p:txBody>
      </p:sp>
      <p:grpSp>
        <p:nvGrpSpPr>
          <p:cNvPr id="43" name="Group 42">
            <a:extLst>
              <a:ext uri="{FF2B5EF4-FFF2-40B4-BE49-F238E27FC236}">
                <a16:creationId xmlns:a16="http://schemas.microsoft.com/office/drawing/2014/main" id="{4E1A588F-10D5-9E60-AE89-14A1EB910626}"/>
              </a:ext>
            </a:extLst>
          </p:cNvPr>
          <p:cNvGrpSpPr/>
          <p:nvPr/>
        </p:nvGrpSpPr>
        <p:grpSpPr>
          <a:xfrm>
            <a:off x="1520190" y="2256282"/>
            <a:ext cx="6103620" cy="1378458"/>
            <a:chOff x="1636776" y="3566160"/>
            <a:chExt cx="8138160" cy="1837944"/>
          </a:xfrm>
        </p:grpSpPr>
        <p:sp>
          <p:nvSpPr>
            <p:cNvPr id="19" name="Rounded Rectangle 18"/>
            <p:cNvSpPr/>
            <p:nvPr/>
          </p:nvSpPr>
          <p:spPr>
            <a:xfrm>
              <a:off x="1636776" y="3566160"/>
              <a:ext cx="8138160" cy="393192"/>
            </a:xfrm>
            <a:prstGeom prst="roundRect">
              <a:avLst/>
            </a:prstGeom>
            <a:solidFill>
              <a:srgbClr val="162038"/>
            </a:solidFill>
            <a:ln w="1905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0" name="TextBox 19"/>
            <p:cNvSpPr txBox="1"/>
            <p:nvPr/>
          </p:nvSpPr>
          <p:spPr>
            <a:xfrm>
              <a:off x="1703832" y="3639310"/>
              <a:ext cx="2103120" cy="256032"/>
            </a:xfrm>
            <a:prstGeom prst="rect">
              <a:avLst/>
            </a:prstGeom>
            <a:noFill/>
          </p:spPr>
          <p:txBody>
            <a:bodyPr wrap="square"/>
            <a:lstStyle/>
            <a:p>
              <a:pPr defTabSz="342900">
                <a:defRPr sz="1000" b="1">
                  <a:solidFill>
                    <a:srgbClr val="028090"/>
                  </a:solidFill>
                  <a:latin typeface="Calibri"/>
                </a:defRPr>
              </a:pPr>
              <a:r>
                <a:rPr sz="900" b="1" dirty="0">
                  <a:solidFill>
                    <a:srgbClr val="028090"/>
                  </a:solidFill>
                  <a:latin typeface="Calibri"/>
                </a:rPr>
                <a:t>POLICY &amp; RISK PLANE</a:t>
              </a:r>
            </a:p>
          </p:txBody>
        </p:sp>
        <p:sp>
          <p:nvSpPr>
            <p:cNvPr id="21" name="TextBox 20"/>
            <p:cNvSpPr txBox="1"/>
            <p:nvPr/>
          </p:nvSpPr>
          <p:spPr>
            <a:xfrm>
              <a:off x="3669793" y="3639310"/>
              <a:ext cx="6105143" cy="502920"/>
            </a:xfrm>
            <a:prstGeom prst="rect">
              <a:avLst/>
            </a:prstGeom>
            <a:noFill/>
          </p:spPr>
          <p:txBody>
            <a:bodyPr wrap="square"/>
            <a:lstStyle/>
            <a:p>
              <a:pPr defTabSz="342900">
                <a:defRPr sz="900" b="0">
                  <a:solidFill>
                    <a:srgbClr val="A0B0C0"/>
                  </a:solidFill>
                  <a:latin typeface="Calibri"/>
                </a:defRPr>
              </a:pPr>
              <a:r>
                <a:rPr sz="788" dirty="0">
                  <a:solidFill>
                    <a:srgbClr val="A0B0C0"/>
                  </a:solidFill>
                  <a:latin typeface="Calibri"/>
                </a:rPr>
                <a:t>Runtime constraint enforcement — monetary thresholds, regulatory triggers, risk tiering, approval routing</a:t>
              </a:r>
            </a:p>
          </p:txBody>
        </p:sp>
        <p:sp>
          <p:nvSpPr>
            <p:cNvPr id="22" name="Rounded Rectangle 21"/>
            <p:cNvSpPr/>
            <p:nvPr/>
          </p:nvSpPr>
          <p:spPr>
            <a:xfrm>
              <a:off x="1636776" y="3977640"/>
              <a:ext cx="8138160" cy="393192"/>
            </a:xfrm>
            <a:prstGeom prst="roundRect">
              <a:avLst/>
            </a:prstGeom>
            <a:solidFill>
              <a:srgbClr val="162038"/>
            </a:solid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3" name="TextBox 22"/>
            <p:cNvSpPr txBox="1"/>
            <p:nvPr/>
          </p:nvSpPr>
          <p:spPr>
            <a:xfrm>
              <a:off x="1703832" y="4023358"/>
              <a:ext cx="2103120" cy="256032"/>
            </a:xfrm>
            <a:prstGeom prst="rect">
              <a:avLst/>
            </a:prstGeom>
            <a:noFill/>
          </p:spPr>
          <p:txBody>
            <a:bodyPr wrap="square"/>
            <a:lstStyle/>
            <a:p>
              <a:pPr defTabSz="342900">
                <a:defRPr sz="1000" b="1">
                  <a:solidFill>
                    <a:srgbClr val="1B5E20"/>
                  </a:solidFill>
                  <a:latin typeface="Calibri"/>
                </a:defRPr>
              </a:pPr>
              <a:r>
                <a:rPr sz="900" b="1" dirty="0">
                  <a:solidFill>
                    <a:srgbClr val="1B5E20"/>
                  </a:solidFill>
                  <a:latin typeface="Calibri"/>
                </a:rPr>
                <a:t>EVIDENCE &amp; AUDIT PLANE</a:t>
              </a:r>
            </a:p>
          </p:txBody>
        </p:sp>
        <p:sp>
          <p:nvSpPr>
            <p:cNvPr id="24" name="TextBox 23"/>
            <p:cNvSpPr txBox="1"/>
            <p:nvPr/>
          </p:nvSpPr>
          <p:spPr>
            <a:xfrm>
              <a:off x="3669792" y="4069080"/>
              <a:ext cx="6105143" cy="502920"/>
            </a:xfrm>
            <a:prstGeom prst="rect">
              <a:avLst/>
            </a:prstGeom>
            <a:noFill/>
          </p:spPr>
          <p:txBody>
            <a:bodyPr wrap="square"/>
            <a:lstStyle/>
            <a:p>
              <a:pPr defTabSz="342900">
                <a:defRPr sz="900" b="0">
                  <a:solidFill>
                    <a:srgbClr val="A0B0C0"/>
                  </a:solidFill>
                  <a:latin typeface="Calibri"/>
                </a:defRPr>
              </a:pPr>
              <a:r>
                <a:rPr sz="788" dirty="0">
                  <a:solidFill>
                    <a:srgbClr val="A0B0C0"/>
                  </a:solidFill>
                  <a:latin typeface="Calibri"/>
                </a:rPr>
                <a:t>Evidence-first execution — decision provenance, causal chains, tamper-resistant records, replay capability</a:t>
              </a:r>
            </a:p>
          </p:txBody>
        </p:sp>
        <p:sp>
          <p:nvSpPr>
            <p:cNvPr id="25" name="Rounded Rectangle 24"/>
            <p:cNvSpPr/>
            <p:nvPr/>
          </p:nvSpPr>
          <p:spPr>
            <a:xfrm>
              <a:off x="1636776" y="4389120"/>
              <a:ext cx="8138160" cy="393192"/>
            </a:xfrm>
            <a:prstGeom prst="roundRect">
              <a:avLst/>
            </a:prstGeom>
            <a:solidFill>
              <a:srgbClr val="162038"/>
            </a:solidFill>
            <a:ln w="19050">
              <a:solidFill>
                <a:srgbClr val="8B5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6" name="TextBox 25"/>
            <p:cNvSpPr txBox="1"/>
            <p:nvPr/>
          </p:nvSpPr>
          <p:spPr>
            <a:xfrm>
              <a:off x="1703832" y="4434838"/>
              <a:ext cx="2103120" cy="256032"/>
            </a:xfrm>
            <a:prstGeom prst="rect">
              <a:avLst/>
            </a:prstGeom>
            <a:noFill/>
          </p:spPr>
          <p:txBody>
            <a:bodyPr wrap="square"/>
            <a:lstStyle/>
            <a:p>
              <a:pPr defTabSz="342900">
                <a:defRPr sz="1000" b="1">
                  <a:solidFill>
                    <a:srgbClr val="8B5000"/>
                  </a:solidFill>
                  <a:latin typeface="Calibri"/>
                </a:defRPr>
              </a:pPr>
              <a:r>
                <a:rPr sz="900" b="1">
                  <a:solidFill>
                    <a:srgbClr val="8B5000"/>
                  </a:solidFill>
                  <a:latin typeface="Calibri"/>
                </a:rPr>
                <a:t>SECURITY &amp; TRUST PLANE</a:t>
              </a:r>
            </a:p>
          </p:txBody>
        </p:sp>
        <p:sp>
          <p:nvSpPr>
            <p:cNvPr id="27" name="TextBox 26"/>
            <p:cNvSpPr txBox="1"/>
            <p:nvPr/>
          </p:nvSpPr>
          <p:spPr>
            <a:xfrm>
              <a:off x="3669792" y="4462272"/>
              <a:ext cx="6105143" cy="502920"/>
            </a:xfrm>
            <a:prstGeom prst="rect">
              <a:avLst/>
            </a:prstGeom>
            <a:noFill/>
          </p:spPr>
          <p:txBody>
            <a:bodyPr wrap="square"/>
            <a:lstStyle/>
            <a:p>
              <a:pPr defTabSz="342900">
                <a:defRPr sz="900" b="0">
                  <a:solidFill>
                    <a:srgbClr val="A0B0C0"/>
                  </a:solidFill>
                  <a:latin typeface="Calibri"/>
                </a:defRPr>
              </a:pPr>
              <a:r>
                <a:rPr sz="750" dirty="0">
                  <a:solidFill>
                    <a:srgbClr val="A0B0C0"/>
                  </a:solidFill>
                  <a:latin typeface="Calibri"/>
                </a:rPr>
                <a:t>Identity enforcement, trust boundaries, prompt abuse resistance, behavioral constraints, autonomy throttling</a:t>
              </a:r>
            </a:p>
          </p:txBody>
        </p:sp>
        <p:sp>
          <p:nvSpPr>
            <p:cNvPr id="28" name="Rounded Rectangle 27"/>
            <p:cNvSpPr/>
            <p:nvPr/>
          </p:nvSpPr>
          <p:spPr>
            <a:xfrm>
              <a:off x="1636776" y="4809744"/>
              <a:ext cx="8138160" cy="393192"/>
            </a:xfrm>
            <a:prstGeom prst="roundRect">
              <a:avLst/>
            </a:prstGeom>
            <a:solidFill>
              <a:srgbClr val="162038"/>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9" name="TextBox 28"/>
            <p:cNvSpPr txBox="1"/>
            <p:nvPr/>
          </p:nvSpPr>
          <p:spPr>
            <a:xfrm>
              <a:off x="1703832" y="4855462"/>
              <a:ext cx="2103120" cy="256032"/>
            </a:xfrm>
            <a:prstGeom prst="rect">
              <a:avLst/>
            </a:prstGeom>
            <a:noFill/>
          </p:spPr>
          <p:txBody>
            <a:bodyPr wrap="square"/>
            <a:lstStyle/>
            <a:p>
              <a:pPr defTabSz="342900">
                <a:defRPr sz="1000" b="1">
                  <a:solidFill>
                    <a:srgbClr val="6A1B9A"/>
                  </a:solidFill>
                  <a:latin typeface="Calibri"/>
                </a:defRPr>
              </a:pPr>
              <a:r>
                <a:rPr sz="900" b="1">
                  <a:solidFill>
                    <a:srgbClr val="6A1B9A"/>
                  </a:solidFill>
                  <a:latin typeface="Calibri"/>
                </a:rPr>
                <a:t>STABILITY &amp; DRIFT PLANE</a:t>
              </a:r>
            </a:p>
          </p:txBody>
        </p:sp>
        <p:sp>
          <p:nvSpPr>
            <p:cNvPr id="30" name="TextBox 29"/>
            <p:cNvSpPr txBox="1"/>
            <p:nvPr/>
          </p:nvSpPr>
          <p:spPr>
            <a:xfrm>
              <a:off x="3669792" y="4901184"/>
              <a:ext cx="6105143" cy="502920"/>
            </a:xfrm>
            <a:prstGeom prst="rect">
              <a:avLst/>
            </a:prstGeom>
            <a:noFill/>
          </p:spPr>
          <p:txBody>
            <a:bodyPr wrap="square"/>
            <a:lstStyle/>
            <a:p>
              <a:pPr defTabSz="342900">
                <a:defRPr sz="900" b="0">
                  <a:solidFill>
                    <a:srgbClr val="A0B0C0"/>
                  </a:solidFill>
                  <a:latin typeface="Calibri"/>
                </a:defRPr>
              </a:pPr>
              <a:r>
                <a:rPr sz="788">
                  <a:solidFill>
                    <a:srgbClr val="A0B0C0"/>
                  </a:solidFill>
                  <a:latin typeface="Calibri"/>
                </a:rPr>
                <a:t>Behavioral drift detection, feedback loop monitoring, autonomy budget management, doctrine alignment</a:t>
              </a:r>
            </a:p>
          </p:txBody>
        </p:sp>
      </p:grpSp>
      <p:sp>
        <p:nvSpPr>
          <p:cNvPr id="31" name="Rounded Rectangle 30"/>
          <p:cNvSpPr/>
          <p:nvPr/>
        </p:nvSpPr>
        <p:spPr>
          <a:xfrm>
            <a:off x="342900" y="3607307"/>
            <a:ext cx="3703320" cy="1001268"/>
          </a:xfrm>
          <a:prstGeom prst="roundRect">
            <a:avLst/>
          </a:prstGeom>
          <a:solidFill>
            <a:srgbClr val="162038"/>
          </a:solidFill>
          <a:ln w="1905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32" name="TextBox 31"/>
          <p:cNvSpPr txBox="1"/>
          <p:nvPr/>
        </p:nvSpPr>
        <p:spPr>
          <a:xfrm>
            <a:off x="480060" y="3621023"/>
            <a:ext cx="2400300" cy="171450"/>
          </a:xfrm>
          <a:prstGeom prst="rect">
            <a:avLst/>
          </a:prstGeom>
          <a:noFill/>
        </p:spPr>
        <p:txBody>
          <a:bodyPr wrap="square"/>
          <a:lstStyle/>
          <a:p>
            <a:pPr defTabSz="342900">
              <a:defRPr sz="1000" b="1">
                <a:solidFill>
                  <a:srgbClr val="FFD600"/>
                </a:solidFill>
                <a:latin typeface="Calibri"/>
              </a:defRPr>
            </a:pPr>
            <a:r>
              <a:rPr sz="900" b="1" dirty="0">
                <a:solidFill>
                  <a:srgbClr val="FFD600"/>
                </a:solidFill>
                <a:latin typeface="Calibri"/>
              </a:rPr>
              <a:t>DIGITAL TWIN CONTROL PLANE</a:t>
            </a:r>
          </a:p>
        </p:txBody>
      </p:sp>
      <p:sp>
        <p:nvSpPr>
          <p:cNvPr id="33" name="TextBox 32"/>
          <p:cNvSpPr txBox="1"/>
          <p:nvPr/>
        </p:nvSpPr>
        <p:spPr>
          <a:xfrm>
            <a:off x="480060" y="3826763"/>
            <a:ext cx="3291840" cy="377190"/>
          </a:xfrm>
          <a:prstGeom prst="rect">
            <a:avLst/>
          </a:prstGeom>
          <a:noFill/>
        </p:spPr>
        <p:txBody>
          <a:bodyPr wrap="square"/>
          <a:lstStyle/>
          <a:p>
            <a:pPr defTabSz="342900">
              <a:defRPr sz="900" b="0">
                <a:solidFill>
                  <a:srgbClr val="A0B0C0"/>
                </a:solidFill>
                <a:latin typeface="Calibri"/>
              </a:defRPr>
            </a:pPr>
            <a:r>
              <a:rPr sz="900" dirty="0">
                <a:solidFill>
                  <a:srgbClr val="A0B0C0"/>
                </a:solidFill>
                <a:latin typeface="Calibri"/>
              </a:rPr>
              <a:t>Enterprise | Operational | Economic | Risk &amp; Compliance Twins</a:t>
            </a:r>
          </a:p>
        </p:txBody>
      </p:sp>
      <p:sp>
        <p:nvSpPr>
          <p:cNvPr id="34" name="Rounded Rectangle 33"/>
          <p:cNvSpPr/>
          <p:nvPr/>
        </p:nvSpPr>
        <p:spPr>
          <a:xfrm>
            <a:off x="4526280" y="3607307"/>
            <a:ext cx="2194560" cy="1001267"/>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35" name="TextBox 34"/>
          <p:cNvSpPr txBox="1"/>
          <p:nvPr/>
        </p:nvSpPr>
        <p:spPr>
          <a:xfrm>
            <a:off x="4663440" y="3621023"/>
            <a:ext cx="1920240" cy="171450"/>
          </a:xfrm>
          <a:prstGeom prst="rect">
            <a:avLst/>
          </a:prstGeom>
          <a:noFill/>
        </p:spPr>
        <p:txBody>
          <a:bodyPr wrap="square"/>
          <a:lstStyle/>
          <a:p>
            <a:pPr defTabSz="342900">
              <a:defRPr sz="1000" b="1">
                <a:solidFill>
                  <a:srgbClr val="00B4D8"/>
                </a:solidFill>
                <a:latin typeface="Calibri"/>
              </a:defRPr>
            </a:pPr>
            <a:r>
              <a:rPr sz="900" b="1">
                <a:solidFill>
                  <a:srgbClr val="00B4D8"/>
                </a:solidFill>
                <a:latin typeface="Calibri"/>
              </a:rPr>
              <a:t>CORE ENGINE &amp; GRAPH</a:t>
            </a:r>
          </a:p>
        </p:txBody>
      </p:sp>
      <p:sp>
        <p:nvSpPr>
          <p:cNvPr id="36" name="TextBox 35"/>
          <p:cNvSpPr txBox="1"/>
          <p:nvPr/>
        </p:nvSpPr>
        <p:spPr>
          <a:xfrm>
            <a:off x="4663440" y="3806190"/>
            <a:ext cx="1920240" cy="205740"/>
          </a:xfrm>
          <a:prstGeom prst="rect">
            <a:avLst/>
          </a:prstGeom>
          <a:noFill/>
        </p:spPr>
        <p:txBody>
          <a:bodyPr wrap="square"/>
          <a:lstStyle/>
          <a:p>
            <a:pPr defTabSz="342900">
              <a:defRPr sz="900" b="0">
                <a:solidFill>
                  <a:srgbClr val="A0B0C0"/>
                </a:solidFill>
                <a:latin typeface="Calibri"/>
              </a:defRPr>
            </a:pPr>
            <a:r>
              <a:rPr sz="900" dirty="0">
                <a:solidFill>
                  <a:srgbClr val="A0B0C0"/>
                </a:solidFill>
                <a:latin typeface="Calibri"/>
              </a:rPr>
              <a:t>Culture</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Objectives</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Rules </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Expectations</a:t>
            </a:r>
          </a:p>
        </p:txBody>
      </p:sp>
      <p:sp>
        <p:nvSpPr>
          <p:cNvPr id="37" name="Rounded Rectangle 36"/>
          <p:cNvSpPr/>
          <p:nvPr/>
        </p:nvSpPr>
        <p:spPr>
          <a:xfrm>
            <a:off x="6858000" y="3607307"/>
            <a:ext cx="1920240" cy="1001269"/>
          </a:xfrm>
          <a:prstGeom prst="roundRect">
            <a:avLst/>
          </a:prstGeom>
          <a:solidFill>
            <a:srgbClr val="162038"/>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38" name="TextBox 37"/>
          <p:cNvSpPr txBox="1"/>
          <p:nvPr/>
        </p:nvSpPr>
        <p:spPr>
          <a:xfrm>
            <a:off x="6995160" y="3621023"/>
            <a:ext cx="1714500" cy="171450"/>
          </a:xfrm>
          <a:prstGeom prst="rect">
            <a:avLst/>
          </a:prstGeom>
          <a:noFill/>
        </p:spPr>
        <p:txBody>
          <a:bodyPr wrap="square"/>
          <a:lstStyle/>
          <a:p>
            <a:pPr defTabSz="342900">
              <a:defRPr sz="1000" b="1">
                <a:solidFill>
                  <a:srgbClr val="00E5A0"/>
                </a:solidFill>
                <a:latin typeface="Calibri"/>
              </a:defRPr>
            </a:pPr>
            <a:r>
              <a:rPr sz="900" b="1">
                <a:solidFill>
                  <a:srgbClr val="00E5A0"/>
                </a:solidFill>
                <a:latin typeface="Calibri"/>
              </a:rPr>
              <a:t>META-GOVERNANCE</a:t>
            </a:r>
          </a:p>
        </p:txBody>
      </p:sp>
      <p:sp>
        <p:nvSpPr>
          <p:cNvPr id="39" name="TextBox 38"/>
          <p:cNvSpPr txBox="1"/>
          <p:nvPr/>
        </p:nvSpPr>
        <p:spPr>
          <a:xfrm>
            <a:off x="6995160" y="3806190"/>
            <a:ext cx="1714500" cy="205740"/>
          </a:xfrm>
          <a:prstGeom prst="rect">
            <a:avLst/>
          </a:prstGeom>
          <a:noFill/>
        </p:spPr>
        <p:txBody>
          <a:bodyPr wrap="square"/>
          <a:lstStyle/>
          <a:p>
            <a:pPr defTabSz="342900">
              <a:defRPr sz="900" b="0">
                <a:solidFill>
                  <a:srgbClr val="A0B0C0"/>
                </a:solidFill>
                <a:latin typeface="Calibri"/>
              </a:defRPr>
            </a:pPr>
            <a:r>
              <a:rPr sz="900" dirty="0">
                <a:solidFill>
                  <a:srgbClr val="A0B0C0"/>
                </a:solidFill>
                <a:latin typeface="Calibri"/>
              </a:rPr>
              <a:t>Stability </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CORE Integrity</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Self-Audit</a:t>
            </a:r>
          </a:p>
        </p:txBody>
      </p:sp>
      <p:sp>
        <p:nvSpPr>
          <p:cNvPr id="40" name="TextBox 39"/>
          <p:cNvSpPr txBox="1"/>
          <p:nvPr/>
        </p:nvSpPr>
        <p:spPr>
          <a:xfrm>
            <a:off x="445770" y="699516"/>
            <a:ext cx="2057400" cy="150876"/>
          </a:xfrm>
          <a:prstGeom prst="rect">
            <a:avLst/>
          </a:prstGeom>
          <a:noFill/>
        </p:spPr>
        <p:txBody>
          <a:bodyPr wrap="square"/>
          <a:lstStyle/>
          <a:p>
            <a:pPr defTabSz="342900">
              <a:defRPr sz="900" b="1">
                <a:solidFill>
                  <a:srgbClr val="00B4D8"/>
                </a:solidFill>
                <a:latin typeface="Calibri"/>
              </a:defRPr>
            </a:pPr>
            <a:r>
              <a:rPr sz="1200" b="1" dirty="0">
                <a:solidFill>
                  <a:srgbClr val="00B4D8"/>
                </a:solidFill>
                <a:latin typeface="Calibri"/>
              </a:rPr>
              <a:t>INTENT FLOW &gt;&gt;&gt;</a:t>
            </a:r>
          </a:p>
        </p:txBody>
      </p:sp>
      <p:sp>
        <p:nvSpPr>
          <p:cNvPr id="41" name="TextBox 40"/>
          <p:cNvSpPr txBox="1"/>
          <p:nvPr/>
        </p:nvSpPr>
        <p:spPr>
          <a:xfrm rot="16200000">
            <a:off x="714017" y="2690264"/>
            <a:ext cx="1264872" cy="322328"/>
          </a:xfrm>
          <a:prstGeom prst="rect">
            <a:avLst/>
          </a:prstGeom>
          <a:noFill/>
        </p:spPr>
        <p:txBody>
          <a:bodyPr wrap="square"/>
          <a:lstStyle>
            <a:defPPr>
              <a:defRPr lang="en-US"/>
            </a:defPPr>
            <a:lvl1pPr>
              <a:defRPr sz="1600" b="1">
                <a:solidFill>
                  <a:srgbClr val="00B4D8"/>
                </a:solidFill>
                <a:latin typeface="Calibri"/>
              </a:defRPr>
            </a:lvl1pPr>
          </a:lstStyle>
          <a:p>
            <a:pPr defTabSz="342900"/>
            <a:r>
              <a:rPr sz="1200" dirty="0"/>
              <a:t>GUARDRAILS</a:t>
            </a:r>
            <a:r>
              <a:rPr lang="en-US" sz="1500" b="0" dirty="0"/>
              <a:t>&gt;&gt;&gt;</a:t>
            </a:r>
            <a:endParaRPr sz="1200" b="0" dirty="0"/>
          </a:p>
        </p:txBody>
      </p:sp>
      <p:sp>
        <p:nvSpPr>
          <p:cNvPr id="44" name="TextBox 43">
            <a:extLst>
              <a:ext uri="{FF2B5EF4-FFF2-40B4-BE49-F238E27FC236}">
                <a16:creationId xmlns:a16="http://schemas.microsoft.com/office/drawing/2014/main" id="{10866EF9-CB2C-FF69-8C03-D311FFD35975}"/>
              </a:ext>
            </a:extLst>
          </p:cNvPr>
          <p:cNvSpPr txBox="1"/>
          <p:nvPr/>
        </p:nvSpPr>
        <p:spPr>
          <a:xfrm>
            <a:off x="7767829" y="1124711"/>
            <a:ext cx="884682" cy="1049274"/>
          </a:xfrm>
          <a:prstGeom prst="rect">
            <a:avLst/>
          </a:prstGeom>
          <a:noFill/>
        </p:spPr>
        <p:txBody>
          <a:bodyPr wrap="square"/>
          <a:lstStyle/>
          <a:p>
            <a:pPr defTabSz="342900">
              <a:spcAft>
                <a:spcPts val="150"/>
              </a:spcAft>
              <a:defRPr sz="900" b="0">
                <a:solidFill>
                  <a:srgbClr val="E8ECF0"/>
                </a:solidFill>
                <a:latin typeface="Calibri"/>
              </a:defRPr>
            </a:pPr>
            <a:r>
              <a:rPr sz="900" u="sng" dirty="0">
                <a:solidFill>
                  <a:srgbClr val="E8ECF0"/>
                </a:solidFill>
                <a:latin typeface="Calibri"/>
              </a:rPr>
              <a:t>AI-Centric</a:t>
            </a:r>
            <a:r>
              <a:rPr sz="900" dirty="0">
                <a:solidFill>
                  <a:srgbClr val="E8ECF0"/>
                </a:solidFill>
                <a:latin typeface="Calibri"/>
              </a:rPr>
              <a:t> Autonomy</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Audit</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Ethics</a:t>
            </a:r>
            <a:endParaRPr lang="en-US" sz="900" dirty="0">
              <a:solidFill>
                <a:srgbClr val="E8ECF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tx2"/>
        </a:solidFill>
        <a:effectLst/>
      </p:bgPr>
    </p:bg>
    <p:spTree>
      <p:nvGrpSpPr>
        <p:cNvPr id="1" name="">
          <a:extLst>
            <a:ext uri="{FF2B5EF4-FFF2-40B4-BE49-F238E27FC236}">
              <a16:creationId xmlns:a16="http://schemas.microsoft.com/office/drawing/2014/main" id="{529C7FA6-FE7B-59F5-A49B-FAE38492D6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10E90D-AA8E-F5D9-8708-EE2D896C0099}"/>
              </a:ext>
            </a:extLst>
          </p:cNvPr>
          <p:cNvSpPr/>
          <p:nvPr/>
        </p:nvSpPr>
        <p:spPr>
          <a:xfrm>
            <a:off x="126018" y="39381"/>
            <a:ext cx="8229600" cy="6858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rPr>
              <a:t>ADAM Agent &amp; Governance Model Layers</a:t>
            </a:r>
            <a:endParaRPr lang="en-US" sz="2800" dirty="0"/>
          </a:p>
        </p:txBody>
      </p:sp>
      <p:sp>
        <p:nvSpPr>
          <p:cNvPr id="18" name="Rectangle 17">
            <a:extLst>
              <a:ext uri="{FF2B5EF4-FFF2-40B4-BE49-F238E27FC236}">
                <a16:creationId xmlns:a16="http://schemas.microsoft.com/office/drawing/2014/main" id="{E1BDCF66-CBF6-D175-AF65-054E16A2CED0}"/>
              </a:ext>
            </a:extLst>
          </p:cNvPr>
          <p:cNvSpPr/>
          <p:nvPr/>
        </p:nvSpPr>
        <p:spPr>
          <a:xfrm>
            <a:off x="753037" y="1045028"/>
            <a:ext cx="7407408" cy="3431244"/>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chemeClr val="tx1"/>
                </a:solidFill>
              </a:rPr>
              <a:t>Human Interface: </a:t>
            </a:r>
            <a:r>
              <a:rPr lang="en-US" sz="1400" dirty="0">
                <a:solidFill>
                  <a:schemeClr val="tx1"/>
                </a:solidFill>
              </a:rPr>
              <a:t>Intent Interpretation Interface</a:t>
            </a:r>
            <a:endParaRPr lang="LID4096" sz="1400" dirty="0">
              <a:solidFill>
                <a:schemeClr val="tx1"/>
              </a:solidFill>
            </a:endParaRPr>
          </a:p>
        </p:txBody>
      </p:sp>
      <p:sp>
        <p:nvSpPr>
          <p:cNvPr id="19" name="TextBox 18">
            <a:extLst>
              <a:ext uri="{FF2B5EF4-FFF2-40B4-BE49-F238E27FC236}">
                <a16:creationId xmlns:a16="http://schemas.microsoft.com/office/drawing/2014/main" id="{E7478949-E976-C51C-F850-11BD9127BA99}"/>
              </a:ext>
            </a:extLst>
          </p:cNvPr>
          <p:cNvSpPr txBox="1"/>
          <p:nvPr/>
        </p:nvSpPr>
        <p:spPr>
          <a:xfrm>
            <a:off x="1037346" y="1313969"/>
            <a:ext cx="6831106" cy="3031674"/>
          </a:xfrm>
          <a:prstGeom prst="rect">
            <a:avLst/>
          </a:prstGeom>
          <a:solidFill>
            <a:schemeClr val="accent1">
              <a:lumMod val="40000"/>
              <a:lumOff val="60000"/>
            </a:schemeClr>
          </a:solidFill>
          <a:ln>
            <a:solidFill>
              <a:schemeClr val="bg1"/>
            </a:solidFill>
          </a:ln>
        </p:spPr>
        <p:txBody>
          <a:bodyPr wrap="none" rtlCol="0">
            <a:noAutofit/>
          </a:bodyPr>
          <a:lstStyle/>
          <a:p>
            <a:pPr algn="ctr"/>
            <a:r>
              <a:rPr lang="en-US" sz="1400" b="1" dirty="0"/>
              <a:t>AI-Facing Digital Twins: </a:t>
            </a:r>
            <a:r>
              <a:rPr lang="en-US" sz="1400" dirty="0"/>
              <a:t>Enterprise Twin</a:t>
            </a:r>
            <a:endParaRPr lang="LID4096" sz="1400" dirty="0"/>
          </a:p>
        </p:txBody>
      </p:sp>
      <p:sp>
        <p:nvSpPr>
          <p:cNvPr id="32" name="Rectangle 31">
            <a:extLst>
              <a:ext uri="{FF2B5EF4-FFF2-40B4-BE49-F238E27FC236}">
                <a16:creationId xmlns:a16="http://schemas.microsoft.com/office/drawing/2014/main" id="{029E6BD6-4C30-49FE-7A90-958924975315}"/>
              </a:ext>
            </a:extLst>
          </p:cNvPr>
          <p:cNvSpPr/>
          <p:nvPr/>
        </p:nvSpPr>
        <p:spPr>
          <a:xfrm>
            <a:off x="1352391" y="1582910"/>
            <a:ext cx="6270172" cy="2676123"/>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chemeClr val="tx1"/>
                </a:solidFill>
              </a:rPr>
              <a:t>Meta-Governance: </a:t>
            </a:r>
            <a:r>
              <a:rPr lang="en-US" sz="1400" dirty="0">
                <a:solidFill>
                  <a:schemeClr val="tx1"/>
                </a:solidFill>
              </a:rPr>
              <a:t>Autonomy Stability</a:t>
            </a:r>
            <a:endParaRPr lang="LID4096" sz="1400" dirty="0">
              <a:solidFill>
                <a:schemeClr val="tx1"/>
              </a:solidFill>
            </a:endParaRPr>
          </a:p>
        </p:txBody>
      </p:sp>
      <p:sp>
        <p:nvSpPr>
          <p:cNvPr id="33" name="Rectangle 32">
            <a:extLst>
              <a:ext uri="{FF2B5EF4-FFF2-40B4-BE49-F238E27FC236}">
                <a16:creationId xmlns:a16="http://schemas.microsoft.com/office/drawing/2014/main" id="{ADCE8354-5058-389F-EF96-F878589AB810}"/>
              </a:ext>
            </a:extLst>
          </p:cNvPr>
          <p:cNvSpPr/>
          <p:nvPr/>
        </p:nvSpPr>
        <p:spPr>
          <a:xfrm>
            <a:off x="1659752" y="1844166"/>
            <a:ext cx="5670817" cy="2351315"/>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chemeClr val="tx1"/>
                </a:solidFill>
              </a:rPr>
              <a:t>Orchestration: </a:t>
            </a:r>
            <a:r>
              <a:rPr lang="en-US" sz="1400" dirty="0">
                <a:solidFill>
                  <a:schemeClr val="tx1"/>
                </a:solidFill>
              </a:rPr>
              <a:t>Policy &amp; Governance</a:t>
            </a:r>
            <a:endParaRPr lang="LID4096" sz="1400" dirty="0">
              <a:solidFill>
                <a:schemeClr val="tx1"/>
              </a:solidFill>
            </a:endParaRPr>
          </a:p>
        </p:txBody>
      </p:sp>
      <p:sp>
        <p:nvSpPr>
          <p:cNvPr id="35" name="TextBox 34">
            <a:extLst>
              <a:ext uri="{FF2B5EF4-FFF2-40B4-BE49-F238E27FC236}">
                <a16:creationId xmlns:a16="http://schemas.microsoft.com/office/drawing/2014/main" id="{3C172FE1-FAD7-87FE-4649-49276C41BE7C}"/>
              </a:ext>
            </a:extLst>
          </p:cNvPr>
          <p:cNvSpPr txBox="1"/>
          <p:nvPr/>
        </p:nvSpPr>
        <p:spPr>
          <a:xfrm>
            <a:off x="1967114" y="2097740"/>
            <a:ext cx="5063778" cy="1905640"/>
          </a:xfrm>
          <a:prstGeom prst="rect">
            <a:avLst/>
          </a:prstGeom>
          <a:solidFill>
            <a:srgbClr val="4472C4"/>
          </a:solidFill>
          <a:ln>
            <a:solidFill>
              <a:schemeClr val="bg1"/>
            </a:solidFill>
          </a:ln>
        </p:spPr>
        <p:txBody>
          <a:bodyPr wrap="square" rtlCol="0">
            <a:noAutofit/>
          </a:bodyPr>
          <a:lstStyle/>
          <a:p>
            <a:pPr algn="ctr"/>
            <a:r>
              <a:rPr lang="en-US" sz="1400" b="1" dirty="0"/>
              <a:t>Domain Governance: </a:t>
            </a:r>
            <a:r>
              <a:rPr lang="en-US" sz="1400" dirty="0"/>
              <a:t>Financial Governance</a:t>
            </a:r>
            <a:endParaRPr lang="LID4096" sz="1400" dirty="0"/>
          </a:p>
        </p:txBody>
      </p:sp>
      <p:sp>
        <p:nvSpPr>
          <p:cNvPr id="36" name="TextBox 35">
            <a:extLst>
              <a:ext uri="{FF2B5EF4-FFF2-40B4-BE49-F238E27FC236}">
                <a16:creationId xmlns:a16="http://schemas.microsoft.com/office/drawing/2014/main" id="{DFB6A044-B6C1-4EEB-F6C7-91B452E0B0B2}"/>
              </a:ext>
            </a:extLst>
          </p:cNvPr>
          <p:cNvSpPr txBox="1"/>
          <p:nvPr/>
        </p:nvSpPr>
        <p:spPr>
          <a:xfrm>
            <a:off x="2213003" y="2408943"/>
            <a:ext cx="4548948" cy="1379284"/>
          </a:xfrm>
          <a:prstGeom prst="rect">
            <a:avLst/>
          </a:prstGeom>
          <a:solidFill>
            <a:schemeClr val="accent1">
              <a:lumMod val="75000"/>
            </a:schemeClr>
          </a:solidFill>
          <a:ln>
            <a:solidFill>
              <a:schemeClr val="bg1"/>
            </a:solidFill>
          </a:ln>
        </p:spPr>
        <p:txBody>
          <a:bodyPr wrap="square" rtlCol="0">
            <a:noAutofit/>
          </a:bodyPr>
          <a:lstStyle/>
          <a:p>
            <a:pPr algn="ctr"/>
            <a:r>
              <a:rPr lang="en-US" sz="1400" b="1" dirty="0"/>
              <a:t>Agent Work Groups</a:t>
            </a:r>
            <a:endParaRPr lang="LID4096" sz="1400" b="1" dirty="0"/>
          </a:p>
        </p:txBody>
      </p:sp>
      <p:sp>
        <p:nvSpPr>
          <p:cNvPr id="37" name="TextBox 36">
            <a:extLst>
              <a:ext uri="{FF2B5EF4-FFF2-40B4-BE49-F238E27FC236}">
                <a16:creationId xmlns:a16="http://schemas.microsoft.com/office/drawing/2014/main" id="{369FABAA-B7F9-7D4B-ADC0-B58396DF3358}"/>
              </a:ext>
            </a:extLst>
          </p:cNvPr>
          <p:cNvSpPr txBox="1"/>
          <p:nvPr/>
        </p:nvSpPr>
        <p:spPr>
          <a:xfrm>
            <a:off x="2497312" y="2689410"/>
            <a:ext cx="4018750" cy="852927"/>
          </a:xfrm>
          <a:prstGeom prst="rect">
            <a:avLst/>
          </a:prstGeom>
          <a:solidFill>
            <a:srgbClr val="203864"/>
          </a:solidFill>
          <a:ln>
            <a:solidFill>
              <a:schemeClr val="bg1"/>
            </a:solidFill>
          </a:ln>
        </p:spPr>
        <p:txBody>
          <a:bodyPr wrap="square" rtlCol="0">
            <a:noAutofit/>
          </a:bodyPr>
          <a:lstStyle/>
          <a:p>
            <a:endParaRPr lang="LID4096" sz="1400" dirty="0"/>
          </a:p>
        </p:txBody>
      </p:sp>
      <p:sp>
        <p:nvSpPr>
          <p:cNvPr id="38" name="Oval 37">
            <a:extLst>
              <a:ext uri="{FF2B5EF4-FFF2-40B4-BE49-F238E27FC236}">
                <a16:creationId xmlns:a16="http://schemas.microsoft.com/office/drawing/2014/main" id="{5EF29059-D54F-314A-6B17-ACB55FD194D2}"/>
              </a:ext>
            </a:extLst>
          </p:cNvPr>
          <p:cNvSpPr/>
          <p:nvPr/>
        </p:nvSpPr>
        <p:spPr>
          <a:xfrm>
            <a:off x="2681729" y="2825322"/>
            <a:ext cx="683879" cy="61712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9" name="Oval 38">
            <a:extLst>
              <a:ext uri="{FF2B5EF4-FFF2-40B4-BE49-F238E27FC236}">
                <a16:creationId xmlns:a16="http://schemas.microsoft.com/office/drawing/2014/main" id="{AE35F6FF-FACE-8F1A-0098-BF26B4AF1770}"/>
              </a:ext>
            </a:extLst>
          </p:cNvPr>
          <p:cNvSpPr/>
          <p:nvPr/>
        </p:nvSpPr>
        <p:spPr>
          <a:xfrm>
            <a:off x="3575637" y="2825322"/>
            <a:ext cx="683879" cy="6171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0" name="Oval 39">
            <a:extLst>
              <a:ext uri="{FF2B5EF4-FFF2-40B4-BE49-F238E27FC236}">
                <a16:creationId xmlns:a16="http://schemas.microsoft.com/office/drawing/2014/main" id="{4028C985-40A2-EC53-38F7-A77B915ACD4D}"/>
              </a:ext>
            </a:extLst>
          </p:cNvPr>
          <p:cNvSpPr/>
          <p:nvPr/>
        </p:nvSpPr>
        <p:spPr>
          <a:xfrm>
            <a:off x="4710314" y="2825322"/>
            <a:ext cx="683879" cy="6171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1" name="Oval 40">
            <a:extLst>
              <a:ext uri="{FF2B5EF4-FFF2-40B4-BE49-F238E27FC236}">
                <a16:creationId xmlns:a16="http://schemas.microsoft.com/office/drawing/2014/main" id="{7979D134-05D7-DE71-64F8-9422E16B6382}"/>
              </a:ext>
            </a:extLst>
          </p:cNvPr>
          <p:cNvSpPr/>
          <p:nvPr/>
        </p:nvSpPr>
        <p:spPr>
          <a:xfrm>
            <a:off x="5613188" y="2825322"/>
            <a:ext cx="683879" cy="61712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2" name="TextBox 41">
            <a:extLst>
              <a:ext uri="{FF2B5EF4-FFF2-40B4-BE49-F238E27FC236}">
                <a16:creationId xmlns:a16="http://schemas.microsoft.com/office/drawing/2014/main" id="{0353AA0D-0894-28E1-9300-C7F10E2797E7}"/>
              </a:ext>
            </a:extLst>
          </p:cNvPr>
          <p:cNvSpPr txBox="1"/>
          <p:nvPr/>
        </p:nvSpPr>
        <p:spPr>
          <a:xfrm>
            <a:off x="3450386" y="2911956"/>
            <a:ext cx="934379" cy="461665"/>
          </a:xfrm>
          <a:prstGeom prst="rect">
            <a:avLst/>
          </a:prstGeom>
          <a:noFill/>
        </p:spPr>
        <p:txBody>
          <a:bodyPr wrap="square" rtlCol="0">
            <a:spAutoFit/>
          </a:bodyPr>
          <a:lstStyle/>
          <a:p>
            <a:pPr algn="ctr"/>
            <a:r>
              <a:rPr lang="en-US" sz="1200" dirty="0"/>
              <a:t>Worker</a:t>
            </a:r>
          </a:p>
          <a:p>
            <a:pPr algn="ctr"/>
            <a:r>
              <a:rPr lang="en-US" sz="1200" dirty="0"/>
              <a:t>Agents</a:t>
            </a:r>
            <a:endParaRPr lang="LID4096" sz="1200" dirty="0"/>
          </a:p>
        </p:txBody>
      </p:sp>
      <p:sp>
        <p:nvSpPr>
          <p:cNvPr id="43" name="TextBox 42">
            <a:extLst>
              <a:ext uri="{FF2B5EF4-FFF2-40B4-BE49-F238E27FC236}">
                <a16:creationId xmlns:a16="http://schemas.microsoft.com/office/drawing/2014/main" id="{0FDE94F9-2118-8A7E-5EAC-AD063FD920C4}"/>
              </a:ext>
            </a:extLst>
          </p:cNvPr>
          <p:cNvSpPr txBox="1"/>
          <p:nvPr/>
        </p:nvSpPr>
        <p:spPr>
          <a:xfrm>
            <a:off x="4594794" y="2899785"/>
            <a:ext cx="934379" cy="461665"/>
          </a:xfrm>
          <a:prstGeom prst="rect">
            <a:avLst/>
          </a:prstGeom>
          <a:noFill/>
        </p:spPr>
        <p:txBody>
          <a:bodyPr wrap="square" rtlCol="0">
            <a:spAutoFit/>
          </a:bodyPr>
          <a:lstStyle/>
          <a:p>
            <a:pPr algn="ctr"/>
            <a:r>
              <a:rPr lang="en-US" sz="1200" dirty="0"/>
              <a:t>Worker</a:t>
            </a:r>
          </a:p>
          <a:p>
            <a:pPr algn="ctr"/>
            <a:r>
              <a:rPr lang="en-US" sz="1200" dirty="0"/>
              <a:t>Agents</a:t>
            </a:r>
            <a:endParaRPr lang="LID4096" sz="1200" dirty="0"/>
          </a:p>
        </p:txBody>
      </p:sp>
      <p:sp>
        <p:nvSpPr>
          <p:cNvPr id="44" name="TextBox 43">
            <a:extLst>
              <a:ext uri="{FF2B5EF4-FFF2-40B4-BE49-F238E27FC236}">
                <a16:creationId xmlns:a16="http://schemas.microsoft.com/office/drawing/2014/main" id="{91CE5735-B64C-C59F-0E82-BE4FFECC3C1B}"/>
              </a:ext>
            </a:extLst>
          </p:cNvPr>
          <p:cNvSpPr txBox="1"/>
          <p:nvPr/>
        </p:nvSpPr>
        <p:spPr>
          <a:xfrm>
            <a:off x="5494853" y="2918068"/>
            <a:ext cx="934379" cy="461665"/>
          </a:xfrm>
          <a:prstGeom prst="rect">
            <a:avLst/>
          </a:prstGeom>
          <a:noFill/>
        </p:spPr>
        <p:txBody>
          <a:bodyPr wrap="square" rtlCol="0">
            <a:spAutoFit/>
          </a:bodyPr>
          <a:lstStyle/>
          <a:p>
            <a:pPr algn="ctr"/>
            <a:r>
              <a:rPr lang="en-US" sz="1200" dirty="0"/>
              <a:t>Watcher</a:t>
            </a:r>
          </a:p>
          <a:p>
            <a:pPr algn="ctr"/>
            <a:r>
              <a:rPr lang="en-US" sz="1200" dirty="0"/>
              <a:t>Agent</a:t>
            </a:r>
            <a:endParaRPr lang="LID4096" sz="1200" dirty="0"/>
          </a:p>
        </p:txBody>
      </p:sp>
      <p:sp>
        <p:nvSpPr>
          <p:cNvPr id="45" name="TextBox 44">
            <a:extLst>
              <a:ext uri="{FF2B5EF4-FFF2-40B4-BE49-F238E27FC236}">
                <a16:creationId xmlns:a16="http://schemas.microsoft.com/office/drawing/2014/main" id="{9C0D7B6A-C4C2-CAA4-6E83-F27B6FE48A3D}"/>
              </a:ext>
            </a:extLst>
          </p:cNvPr>
          <p:cNvSpPr txBox="1"/>
          <p:nvPr/>
        </p:nvSpPr>
        <p:spPr>
          <a:xfrm>
            <a:off x="2563392" y="2909103"/>
            <a:ext cx="934379" cy="461665"/>
          </a:xfrm>
          <a:prstGeom prst="rect">
            <a:avLst/>
          </a:prstGeom>
          <a:noFill/>
        </p:spPr>
        <p:txBody>
          <a:bodyPr wrap="square" rtlCol="0">
            <a:spAutoFit/>
          </a:bodyPr>
          <a:lstStyle/>
          <a:p>
            <a:pPr algn="ctr"/>
            <a:r>
              <a:rPr lang="en-US" sz="1200" dirty="0"/>
              <a:t>Watcher</a:t>
            </a:r>
          </a:p>
          <a:p>
            <a:pPr algn="ctr"/>
            <a:r>
              <a:rPr lang="en-US" sz="1200" dirty="0"/>
              <a:t>Agent</a:t>
            </a:r>
            <a:endParaRPr lang="LID4096" sz="1200" dirty="0"/>
          </a:p>
        </p:txBody>
      </p:sp>
      <p:sp>
        <p:nvSpPr>
          <p:cNvPr id="46" name="Arrow: Right 45">
            <a:extLst>
              <a:ext uri="{FF2B5EF4-FFF2-40B4-BE49-F238E27FC236}">
                <a16:creationId xmlns:a16="http://schemas.microsoft.com/office/drawing/2014/main" id="{2929C69C-81E2-A461-3039-DCC98D8E374F}"/>
              </a:ext>
            </a:extLst>
          </p:cNvPr>
          <p:cNvSpPr/>
          <p:nvPr/>
        </p:nvSpPr>
        <p:spPr>
          <a:xfrm>
            <a:off x="3350240" y="2989088"/>
            <a:ext cx="284309" cy="26894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7" name="Arrow: Right 46">
            <a:extLst>
              <a:ext uri="{FF2B5EF4-FFF2-40B4-BE49-F238E27FC236}">
                <a16:creationId xmlns:a16="http://schemas.microsoft.com/office/drawing/2014/main" id="{C3753582-1D9C-3970-6386-595A012572B6}"/>
              </a:ext>
            </a:extLst>
          </p:cNvPr>
          <p:cNvSpPr/>
          <p:nvPr/>
        </p:nvSpPr>
        <p:spPr>
          <a:xfrm rot="10800000">
            <a:off x="5361536" y="3000921"/>
            <a:ext cx="284309" cy="26894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8" name="TextBox 47">
            <a:extLst>
              <a:ext uri="{FF2B5EF4-FFF2-40B4-BE49-F238E27FC236}">
                <a16:creationId xmlns:a16="http://schemas.microsoft.com/office/drawing/2014/main" id="{CD2DA3C9-7DDC-0951-98A7-2B8D003E8EE4}"/>
              </a:ext>
            </a:extLst>
          </p:cNvPr>
          <p:cNvSpPr txBox="1"/>
          <p:nvPr/>
        </p:nvSpPr>
        <p:spPr>
          <a:xfrm rot="16200000">
            <a:off x="-481900" y="2563855"/>
            <a:ext cx="2730715" cy="307777"/>
          </a:xfrm>
          <a:prstGeom prst="rect">
            <a:avLst/>
          </a:prstGeom>
          <a:noFill/>
        </p:spPr>
        <p:txBody>
          <a:bodyPr wrap="square" rtlCol="0">
            <a:spAutoFit/>
          </a:bodyPr>
          <a:lstStyle/>
          <a:p>
            <a:r>
              <a:rPr lang="en-US" sz="1400" dirty="0"/>
              <a:t>Trust Gateway Interface</a:t>
            </a:r>
            <a:endParaRPr lang="LID4096" sz="1400" dirty="0"/>
          </a:p>
        </p:txBody>
      </p:sp>
      <p:sp>
        <p:nvSpPr>
          <p:cNvPr id="49" name="TextBox 48">
            <a:extLst>
              <a:ext uri="{FF2B5EF4-FFF2-40B4-BE49-F238E27FC236}">
                <a16:creationId xmlns:a16="http://schemas.microsoft.com/office/drawing/2014/main" id="{8894ABA5-FF99-5A9F-07F6-B37F5AB14B52}"/>
              </a:ext>
            </a:extLst>
          </p:cNvPr>
          <p:cNvSpPr txBox="1"/>
          <p:nvPr/>
        </p:nvSpPr>
        <p:spPr>
          <a:xfrm rot="16200000">
            <a:off x="-160452" y="2324371"/>
            <a:ext cx="2730715" cy="307777"/>
          </a:xfrm>
          <a:prstGeom prst="rect">
            <a:avLst/>
          </a:prstGeom>
          <a:noFill/>
        </p:spPr>
        <p:txBody>
          <a:bodyPr wrap="square" rtlCol="0">
            <a:spAutoFit/>
          </a:bodyPr>
          <a:lstStyle/>
          <a:p>
            <a:r>
              <a:rPr lang="en-US" sz="1400" dirty="0"/>
              <a:t>Operational Twin</a:t>
            </a:r>
            <a:endParaRPr lang="LID4096" sz="1400" dirty="0"/>
          </a:p>
        </p:txBody>
      </p:sp>
      <p:sp>
        <p:nvSpPr>
          <p:cNvPr id="50" name="TextBox 49">
            <a:extLst>
              <a:ext uri="{FF2B5EF4-FFF2-40B4-BE49-F238E27FC236}">
                <a16:creationId xmlns:a16="http://schemas.microsoft.com/office/drawing/2014/main" id="{2CE624A1-E800-1662-E706-3256EED94820}"/>
              </a:ext>
            </a:extLst>
          </p:cNvPr>
          <p:cNvSpPr txBox="1"/>
          <p:nvPr/>
        </p:nvSpPr>
        <p:spPr>
          <a:xfrm rot="16200000">
            <a:off x="139224" y="2501103"/>
            <a:ext cx="2730715" cy="307777"/>
          </a:xfrm>
          <a:prstGeom prst="rect">
            <a:avLst/>
          </a:prstGeom>
          <a:noFill/>
        </p:spPr>
        <p:txBody>
          <a:bodyPr wrap="square" rtlCol="0">
            <a:spAutoFit/>
          </a:bodyPr>
          <a:lstStyle/>
          <a:p>
            <a:r>
              <a:rPr lang="en-US" sz="1400" dirty="0"/>
              <a:t>CORE Graph Integrity</a:t>
            </a:r>
            <a:endParaRPr lang="LID4096" sz="1400" dirty="0"/>
          </a:p>
        </p:txBody>
      </p:sp>
      <p:sp>
        <p:nvSpPr>
          <p:cNvPr id="51" name="TextBox 50">
            <a:extLst>
              <a:ext uri="{FF2B5EF4-FFF2-40B4-BE49-F238E27FC236}">
                <a16:creationId xmlns:a16="http://schemas.microsoft.com/office/drawing/2014/main" id="{CF0C888C-7CB3-0FE1-3E2E-14778A2FB6B6}"/>
              </a:ext>
            </a:extLst>
          </p:cNvPr>
          <p:cNvSpPr txBox="1"/>
          <p:nvPr/>
        </p:nvSpPr>
        <p:spPr>
          <a:xfrm rot="16200000">
            <a:off x="415848" y="2516471"/>
            <a:ext cx="2730715" cy="307777"/>
          </a:xfrm>
          <a:prstGeom prst="rect">
            <a:avLst/>
          </a:prstGeom>
          <a:noFill/>
        </p:spPr>
        <p:txBody>
          <a:bodyPr wrap="square" rtlCol="0">
            <a:spAutoFit/>
          </a:bodyPr>
          <a:lstStyle/>
          <a:p>
            <a:r>
              <a:rPr lang="en-US" sz="1400" dirty="0"/>
              <a:t>Exception &amp; Escalation</a:t>
            </a:r>
            <a:endParaRPr lang="LID4096" sz="1400" dirty="0"/>
          </a:p>
        </p:txBody>
      </p:sp>
      <p:sp>
        <p:nvSpPr>
          <p:cNvPr id="52" name="TextBox 51">
            <a:extLst>
              <a:ext uri="{FF2B5EF4-FFF2-40B4-BE49-F238E27FC236}">
                <a16:creationId xmlns:a16="http://schemas.microsoft.com/office/drawing/2014/main" id="{B420067C-EA13-771E-61E3-C7A2BDFE92BF}"/>
              </a:ext>
            </a:extLst>
          </p:cNvPr>
          <p:cNvSpPr txBox="1"/>
          <p:nvPr/>
        </p:nvSpPr>
        <p:spPr>
          <a:xfrm rot="16200000">
            <a:off x="715524" y="2385843"/>
            <a:ext cx="2730715" cy="307777"/>
          </a:xfrm>
          <a:prstGeom prst="rect">
            <a:avLst/>
          </a:prstGeom>
          <a:noFill/>
        </p:spPr>
        <p:txBody>
          <a:bodyPr wrap="square" rtlCol="0">
            <a:spAutoFit/>
          </a:bodyPr>
          <a:lstStyle/>
          <a:p>
            <a:r>
              <a:rPr lang="en-US" sz="1400" dirty="0"/>
              <a:t>Legal &amp; Compliance</a:t>
            </a:r>
            <a:endParaRPr lang="LID4096" sz="1400" dirty="0"/>
          </a:p>
        </p:txBody>
      </p:sp>
      <p:sp>
        <p:nvSpPr>
          <p:cNvPr id="53" name="TextBox 52">
            <a:extLst>
              <a:ext uri="{FF2B5EF4-FFF2-40B4-BE49-F238E27FC236}">
                <a16:creationId xmlns:a16="http://schemas.microsoft.com/office/drawing/2014/main" id="{E3E24F4C-6AC5-6486-2B7B-7BAB39EFC056}"/>
              </a:ext>
            </a:extLst>
          </p:cNvPr>
          <p:cNvSpPr txBox="1"/>
          <p:nvPr/>
        </p:nvSpPr>
        <p:spPr>
          <a:xfrm rot="16200000">
            <a:off x="946044" y="2316687"/>
            <a:ext cx="2730715" cy="307777"/>
          </a:xfrm>
          <a:prstGeom prst="rect">
            <a:avLst/>
          </a:prstGeom>
          <a:noFill/>
        </p:spPr>
        <p:txBody>
          <a:bodyPr wrap="square" rtlCol="0">
            <a:spAutoFit/>
          </a:bodyPr>
          <a:lstStyle/>
          <a:p>
            <a:r>
              <a:rPr lang="en-US" sz="1400" dirty="0"/>
              <a:t>Audit &amp; Evidence</a:t>
            </a:r>
            <a:endParaRPr lang="LID4096" sz="1400" dirty="0"/>
          </a:p>
        </p:txBody>
      </p:sp>
      <p:sp>
        <p:nvSpPr>
          <p:cNvPr id="54" name="TextBox 53">
            <a:extLst>
              <a:ext uri="{FF2B5EF4-FFF2-40B4-BE49-F238E27FC236}">
                <a16:creationId xmlns:a16="http://schemas.microsoft.com/office/drawing/2014/main" id="{ADBE5E9B-D800-7FF7-0BBB-4260D94F3638}"/>
              </a:ext>
            </a:extLst>
          </p:cNvPr>
          <p:cNvSpPr txBox="1"/>
          <p:nvPr/>
        </p:nvSpPr>
        <p:spPr>
          <a:xfrm rot="5400000">
            <a:off x="6655256" y="3361711"/>
            <a:ext cx="2730715" cy="307777"/>
          </a:xfrm>
          <a:prstGeom prst="rect">
            <a:avLst/>
          </a:prstGeom>
          <a:noFill/>
        </p:spPr>
        <p:txBody>
          <a:bodyPr wrap="square" rtlCol="0">
            <a:spAutoFit/>
          </a:bodyPr>
          <a:lstStyle/>
          <a:p>
            <a:r>
              <a:rPr lang="en-US" sz="1400" dirty="0"/>
              <a:t>Explain-Back Interface</a:t>
            </a:r>
            <a:endParaRPr lang="LID4096" sz="1400" dirty="0"/>
          </a:p>
        </p:txBody>
      </p:sp>
      <p:sp>
        <p:nvSpPr>
          <p:cNvPr id="55" name="TextBox 54">
            <a:extLst>
              <a:ext uri="{FF2B5EF4-FFF2-40B4-BE49-F238E27FC236}">
                <a16:creationId xmlns:a16="http://schemas.microsoft.com/office/drawing/2014/main" id="{FE94C97E-321F-B9E2-31D8-C7A8F5300112}"/>
              </a:ext>
            </a:extLst>
          </p:cNvPr>
          <p:cNvSpPr txBox="1"/>
          <p:nvPr/>
        </p:nvSpPr>
        <p:spPr>
          <a:xfrm rot="5400000">
            <a:off x="6392720" y="3529479"/>
            <a:ext cx="2730715" cy="307777"/>
          </a:xfrm>
          <a:prstGeom prst="rect">
            <a:avLst/>
          </a:prstGeom>
          <a:noFill/>
        </p:spPr>
        <p:txBody>
          <a:bodyPr wrap="square" rtlCol="0">
            <a:spAutoFit/>
          </a:bodyPr>
          <a:lstStyle/>
          <a:p>
            <a:r>
              <a:rPr lang="en-US" sz="1400" dirty="0"/>
              <a:t>Economic Twin</a:t>
            </a:r>
            <a:endParaRPr lang="LID4096" sz="1400" dirty="0"/>
          </a:p>
        </p:txBody>
      </p:sp>
      <p:sp>
        <p:nvSpPr>
          <p:cNvPr id="56" name="TextBox 55">
            <a:extLst>
              <a:ext uri="{FF2B5EF4-FFF2-40B4-BE49-F238E27FC236}">
                <a16:creationId xmlns:a16="http://schemas.microsoft.com/office/drawing/2014/main" id="{36F36BA0-4D16-E7EF-ED8F-115E9314EAA2}"/>
              </a:ext>
            </a:extLst>
          </p:cNvPr>
          <p:cNvSpPr txBox="1"/>
          <p:nvPr/>
        </p:nvSpPr>
        <p:spPr>
          <a:xfrm rot="5400000">
            <a:off x="6123780" y="3460323"/>
            <a:ext cx="2730715" cy="307777"/>
          </a:xfrm>
          <a:prstGeom prst="rect">
            <a:avLst/>
          </a:prstGeom>
          <a:noFill/>
        </p:spPr>
        <p:txBody>
          <a:bodyPr wrap="square" rtlCol="0">
            <a:spAutoFit/>
          </a:bodyPr>
          <a:lstStyle/>
          <a:p>
            <a:r>
              <a:rPr lang="en-US" sz="1400" dirty="0"/>
              <a:t>Self-Audit Readiness</a:t>
            </a:r>
            <a:endParaRPr lang="LID4096" sz="1400" dirty="0"/>
          </a:p>
        </p:txBody>
      </p:sp>
      <p:sp>
        <p:nvSpPr>
          <p:cNvPr id="57" name="TextBox 56">
            <a:extLst>
              <a:ext uri="{FF2B5EF4-FFF2-40B4-BE49-F238E27FC236}">
                <a16:creationId xmlns:a16="http://schemas.microsoft.com/office/drawing/2014/main" id="{F0B116C6-EC21-F985-8782-8F310062DB50}"/>
              </a:ext>
            </a:extLst>
          </p:cNvPr>
          <p:cNvSpPr txBox="1"/>
          <p:nvPr/>
        </p:nvSpPr>
        <p:spPr>
          <a:xfrm rot="5400000">
            <a:off x="5847156" y="3567899"/>
            <a:ext cx="2730715" cy="307777"/>
          </a:xfrm>
          <a:prstGeom prst="rect">
            <a:avLst/>
          </a:prstGeom>
          <a:noFill/>
        </p:spPr>
        <p:txBody>
          <a:bodyPr wrap="square" rtlCol="0">
            <a:spAutoFit/>
          </a:bodyPr>
          <a:lstStyle/>
          <a:p>
            <a:r>
              <a:rPr lang="en-US" sz="1400" dirty="0"/>
              <a:t>Evidence Capture</a:t>
            </a:r>
            <a:endParaRPr lang="LID4096" sz="1400" dirty="0"/>
          </a:p>
        </p:txBody>
      </p:sp>
      <p:sp>
        <p:nvSpPr>
          <p:cNvPr id="58" name="TextBox 57">
            <a:extLst>
              <a:ext uri="{FF2B5EF4-FFF2-40B4-BE49-F238E27FC236}">
                <a16:creationId xmlns:a16="http://schemas.microsoft.com/office/drawing/2014/main" id="{BC869021-CB17-EF10-FD80-B3C8A8006904}"/>
              </a:ext>
            </a:extLst>
          </p:cNvPr>
          <p:cNvSpPr txBox="1"/>
          <p:nvPr/>
        </p:nvSpPr>
        <p:spPr>
          <a:xfrm rot="5400000">
            <a:off x="5539796" y="3583267"/>
            <a:ext cx="2730715" cy="307777"/>
          </a:xfrm>
          <a:prstGeom prst="rect">
            <a:avLst/>
          </a:prstGeom>
          <a:noFill/>
        </p:spPr>
        <p:txBody>
          <a:bodyPr wrap="square" rtlCol="0">
            <a:spAutoFit/>
          </a:bodyPr>
          <a:lstStyle/>
          <a:p>
            <a:r>
              <a:rPr lang="en-US" sz="1400" dirty="0"/>
              <a:t>Enterprise Risk</a:t>
            </a:r>
            <a:endParaRPr lang="LID4096" sz="1400" dirty="0"/>
          </a:p>
        </p:txBody>
      </p:sp>
      <p:sp>
        <p:nvSpPr>
          <p:cNvPr id="59" name="TextBox 58">
            <a:extLst>
              <a:ext uri="{FF2B5EF4-FFF2-40B4-BE49-F238E27FC236}">
                <a16:creationId xmlns:a16="http://schemas.microsoft.com/office/drawing/2014/main" id="{1499B086-3041-8613-5E8D-48753D7460F0}"/>
              </a:ext>
            </a:extLst>
          </p:cNvPr>
          <p:cNvSpPr txBox="1"/>
          <p:nvPr/>
        </p:nvSpPr>
        <p:spPr>
          <a:xfrm rot="5400000">
            <a:off x="5293908" y="3583267"/>
            <a:ext cx="2730715" cy="307777"/>
          </a:xfrm>
          <a:prstGeom prst="rect">
            <a:avLst/>
          </a:prstGeom>
          <a:noFill/>
        </p:spPr>
        <p:txBody>
          <a:bodyPr wrap="square" rtlCol="0">
            <a:spAutoFit/>
          </a:bodyPr>
          <a:lstStyle/>
          <a:p>
            <a:r>
              <a:rPr lang="en-US" sz="1400" dirty="0"/>
              <a:t>Ethics, Risk, Trust</a:t>
            </a:r>
            <a:endParaRPr lang="LID4096" sz="1400" dirty="0"/>
          </a:p>
        </p:txBody>
      </p:sp>
      <p:sp>
        <p:nvSpPr>
          <p:cNvPr id="60" name="TextBox 59">
            <a:extLst>
              <a:ext uri="{FF2B5EF4-FFF2-40B4-BE49-F238E27FC236}">
                <a16:creationId xmlns:a16="http://schemas.microsoft.com/office/drawing/2014/main" id="{BE75D4D6-18A2-48F8-20C7-02AA9BC9CE46}"/>
              </a:ext>
            </a:extLst>
          </p:cNvPr>
          <p:cNvSpPr txBox="1"/>
          <p:nvPr/>
        </p:nvSpPr>
        <p:spPr>
          <a:xfrm>
            <a:off x="2472557" y="3520948"/>
            <a:ext cx="4692902" cy="307777"/>
          </a:xfrm>
          <a:prstGeom prst="rect">
            <a:avLst/>
          </a:prstGeom>
          <a:noFill/>
        </p:spPr>
        <p:txBody>
          <a:bodyPr wrap="square" rtlCol="0">
            <a:spAutoFit/>
          </a:bodyPr>
          <a:lstStyle/>
          <a:p>
            <a:r>
              <a:rPr lang="en-US" sz="1400" dirty="0"/>
              <a:t>Model, Data &amp; Knowledge, Innovation, Corp Strategy</a:t>
            </a:r>
            <a:endParaRPr lang="LID4096" sz="1400" dirty="0"/>
          </a:p>
        </p:txBody>
      </p:sp>
      <p:sp>
        <p:nvSpPr>
          <p:cNvPr id="61" name="TextBox 60">
            <a:extLst>
              <a:ext uri="{FF2B5EF4-FFF2-40B4-BE49-F238E27FC236}">
                <a16:creationId xmlns:a16="http://schemas.microsoft.com/office/drawing/2014/main" id="{2D60A60B-691B-0033-C0D9-95E532D58354}"/>
              </a:ext>
            </a:extLst>
          </p:cNvPr>
          <p:cNvSpPr txBox="1"/>
          <p:nvPr/>
        </p:nvSpPr>
        <p:spPr>
          <a:xfrm>
            <a:off x="3055261" y="3742504"/>
            <a:ext cx="4692902" cy="307777"/>
          </a:xfrm>
          <a:prstGeom prst="rect">
            <a:avLst/>
          </a:prstGeom>
          <a:noFill/>
        </p:spPr>
        <p:txBody>
          <a:bodyPr wrap="square" rtlCol="0">
            <a:spAutoFit/>
          </a:bodyPr>
          <a:lstStyle/>
          <a:p>
            <a:r>
              <a:rPr lang="en-US" sz="1400" dirty="0"/>
              <a:t>Market &amp; Ecosystem, Enterprise Strategy</a:t>
            </a:r>
            <a:endParaRPr lang="LID4096" sz="1400" dirty="0"/>
          </a:p>
        </p:txBody>
      </p:sp>
      <p:sp>
        <p:nvSpPr>
          <p:cNvPr id="62" name="TextBox 61">
            <a:extLst>
              <a:ext uri="{FF2B5EF4-FFF2-40B4-BE49-F238E27FC236}">
                <a16:creationId xmlns:a16="http://schemas.microsoft.com/office/drawing/2014/main" id="{F369F2FD-1B25-A256-26A4-20DA18C6BF31}"/>
              </a:ext>
            </a:extLst>
          </p:cNvPr>
          <p:cNvSpPr txBox="1"/>
          <p:nvPr/>
        </p:nvSpPr>
        <p:spPr>
          <a:xfrm>
            <a:off x="3892817" y="3942288"/>
            <a:ext cx="2358987" cy="307777"/>
          </a:xfrm>
          <a:prstGeom prst="rect">
            <a:avLst/>
          </a:prstGeom>
          <a:noFill/>
        </p:spPr>
        <p:txBody>
          <a:bodyPr wrap="square" rtlCol="0">
            <a:spAutoFit/>
          </a:bodyPr>
          <a:lstStyle/>
          <a:p>
            <a:r>
              <a:rPr lang="en-US" sz="1400" dirty="0"/>
              <a:t>Recovery &amp; Rollback</a:t>
            </a:r>
            <a:endParaRPr lang="LID4096" sz="1400" dirty="0"/>
          </a:p>
        </p:txBody>
      </p:sp>
    </p:spTree>
    <p:extLst>
      <p:ext uri="{BB962C8B-B14F-4D97-AF65-F5344CB8AC3E}">
        <p14:creationId xmlns:p14="http://schemas.microsoft.com/office/powerpoint/2010/main" val="1559425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Legally Grounded. Globally Mapped.</a:t>
            </a:r>
            <a:endParaRPr lang="en-US" sz="3200" dirty="0"/>
          </a:p>
        </p:txBody>
      </p:sp>
      <p:pic>
        <p:nvPicPr>
          <p:cNvPr id="3" name="Image 0" descr="preencoded.png"/>
          <p:cNvPicPr>
            <a:picLocks noChangeAspect="1"/>
          </p:cNvPicPr>
          <p:nvPr/>
        </p:nvPicPr>
        <p:blipFill>
          <a:blip r:embed="rId3">
            <a:alphaModFix amt="35000"/>
          </a:blip>
          <a:stretch>
            <a:fillRect/>
          </a:stretch>
        </p:blipFill>
        <p:spPr>
          <a:xfrm>
            <a:off x="7772400" y="137160"/>
            <a:ext cx="1005840" cy="1005840"/>
          </a:xfrm>
          <a:prstGeom prst="rect">
            <a:avLst/>
          </a:prstGeom>
        </p:spPr>
      </p:pic>
      <p:sp>
        <p:nvSpPr>
          <p:cNvPr id="4" name="Shape 1"/>
          <p:cNvSpPr/>
          <p:nvPr/>
        </p:nvSpPr>
        <p:spPr>
          <a:xfrm>
            <a:off x="457200" y="1051560"/>
            <a:ext cx="3931920" cy="2468880"/>
          </a:xfrm>
          <a:prstGeom prst="rect">
            <a:avLst/>
          </a:prstGeom>
          <a:solidFill>
            <a:srgbClr val="1E3A5F"/>
          </a:solidFill>
          <a:ln/>
          <a:effectLst>
            <a:outerShdw blurRad="101600" dist="38100" dir="8100000" algn="bl" rotWithShape="0">
              <a:srgbClr val="000000">
                <a:alpha val="25000"/>
              </a:srgbClr>
            </a:outerShdw>
          </a:effectLst>
        </p:spPr>
      </p:sp>
      <p:sp>
        <p:nvSpPr>
          <p:cNvPr id="5" name="Shape 2"/>
          <p:cNvSpPr/>
          <p:nvPr/>
        </p:nvSpPr>
        <p:spPr>
          <a:xfrm>
            <a:off x="457200" y="1051560"/>
            <a:ext cx="3931920" cy="411480"/>
          </a:xfrm>
          <a:prstGeom prst="rect">
            <a:avLst/>
          </a:prstGeom>
          <a:solidFill>
            <a:srgbClr val="2A9D8F"/>
          </a:solidFill>
          <a:ln/>
        </p:spPr>
      </p:sp>
      <p:sp>
        <p:nvSpPr>
          <p:cNvPr id="6" name="Text 3"/>
          <p:cNvSpPr/>
          <p:nvPr/>
        </p:nvSpPr>
        <p:spPr>
          <a:xfrm>
            <a:off x="457200" y="1051560"/>
            <a:ext cx="3931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ADAM IS</a:t>
            </a:r>
            <a:endParaRPr lang="en-US" sz="1500" dirty="0"/>
          </a:p>
        </p:txBody>
      </p:sp>
      <p:sp>
        <p:nvSpPr>
          <p:cNvPr id="7" name="Text 4"/>
          <p:cNvSpPr/>
          <p:nvPr/>
        </p:nvSpPr>
        <p:spPr>
          <a:xfrm>
            <a:off x="658368" y="157276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constitutional operating model</a:t>
            </a:r>
            <a:endParaRPr lang="en-US" sz="1100" dirty="0"/>
          </a:p>
        </p:txBody>
      </p:sp>
      <p:sp>
        <p:nvSpPr>
          <p:cNvPr id="8" name="Text 5"/>
          <p:cNvSpPr/>
          <p:nvPr/>
        </p:nvSpPr>
        <p:spPr>
          <a:xfrm>
            <a:off x="658368" y="193852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Delegated authority — explicit, scoped, revocable</a:t>
            </a:r>
            <a:endParaRPr lang="en-US" sz="1100" dirty="0"/>
          </a:p>
        </p:txBody>
      </p:sp>
      <p:sp>
        <p:nvSpPr>
          <p:cNvPr id="9" name="Text 6"/>
          <p:cNvSpPr/>
          <p:nvPr/>
        </p:nvSpPr>
        <p:spPr>
          <a:xfrm>
            <a:off x="658368" y="230428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EU AI Act compatible by design</a:t>
            </a:r>
            <a:endParaRPr lang="en-US" sz="1100" dirty="0"/>
          </a:p>
        </p:txBody>
      </p:sp>
      <p:sp>
        <p:nvSpPr>
          <p:cNvPr id="10" name="Text 7"/>
          <p:cNvSpPr/>
          <p:nvPr/>
        </p:nvSpPr>
        <p:spPr>
          <a:xfrm>
            <a:off x="658368" y="267004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Human accountability at every level</a:t>
            </a:r>
            <a:endParaRPr lang="en-US" sz="1100" dirty="0"/>
          </a:p>
        </p:txBody>
      </p:sp>
      <p:sp>
        <p:nvSpPr>
          <p:cNvPr id="11" name="Text 8"/>
          <p:cNvSpPr/>
          <p:nvPr/>
        </p:nvSpPr>
        <p:spPr>
          <a:xfrm>
            <a:off x="658368" y="303580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Sovereign, vendor-neutral architecture</a:t>
            </a:r>
            <a:endParaRPr lang="en-US" sz="1100" dirty="0"/>
          </a:p>
        </p:txBody>
      </p:sp>
      <p:sp>
        <p:nvSpPr>
          <p:cNvPr id="12" name="Shape 9"/>
          <p:cNvSpPr/>
          <p:nvPr/>
        </p:nvSpPr>
        <p:spPr>
          <a:xfrm>
            <a:off x="4754880" y="1051560"/>
            <a:ext cx="3931920" cy="2468880"/>
          </a:xfrm>
          <a:prstGeom prst="rect">
            <a:avLst/>
          </a:prstGeom>
          <a:solidFill>
            <a:srgbClr val="1E3A5F"/>
          </a:solidFill>
          <a:ln/>
          <a:effectLst>
            <a:outerShdw blurRad="101600" dist="38100" dir="8100000" algn="bl" rotWithShape="0">
              <a:srgbClr val="000000">
                <a:alpha val="25000"/>
              </a:srgbClr>
            </a:outerShdw>
          </a:effectLst>
        </p:spPr>
      </p:sp>
      <p:sp>
        <p:nvSpPr>
          <p:cNvPr id="13" name="Shape 10"/>
          <p:cNvSpPr/>
          <p:nvPr/>
        </p:nvSpPr>
        <p:spPr>
          <a:xfrm>
            <a:off x="4754880" y="1051560"/>
            <a:ext cx="3931920" cy="411480"/>
          </a:xfrm>
          <a:prstGeom prst="rect">
            <a:avLst/>
          </a:prstGeom>
          <a:solidFill>
            <a:srgbClr val="E63946"/>
          </a:solidFill>
          <a:ln/>
        </p:spPr>
      </p:sp>
      <p:sp>
        <p:nvSpPr>
          <p:cNvPr id="14" name="Text 11"/>
          <p:cNvSpPr/>
          <p:nvPr/>
        </p:nvSpPr>
        <p:spPr>
          <a:xfrm>
            <a:off x="4754880" y="1051560"/>
            <a:ext cx="3931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ADAM IS NOT</a:t>
            </a:r>
            <a:endParaRPr lang="en-US" sz="1500" dirty="0"/>
          </a:p>
        </p:txBody>
      </p:sp>
      <p:sp>
        <p:nvSpPr>
          <p:cNvPr id="15" name="Text 12"/>
          <p:cNvSpPr/>
          <p:nvPr/>
        </p:nvSpPr>
        <p:spPr>
          <a:xfrm>
            <a:off x="4956048" y="157276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legal person or entity</a:t>
            </a:r>
            <a:endParaRPr lang="en-US" sz="1100" dirty="0"/>
          </a:p>
        </p:txBody>
      </p:sp>
      <p:sp>
        <p:nvSpPr>
          <p:cNvPr id="16" name="Text 13"/>
          <p:cNvSpPr/>
          <p:nvPr/>
        </p:nvSpPr>
        <p:spPr>
          <a:xfrm>
            <a:off x="4956048" y="193852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DAO or blockchain governance</a:t>
            </a:r>
            <a:endParaRPr lang="en-US" sz="1100" dirty="0"/>
          </a:p>
        </p:txBody>
      </p:sp>
      <p:sp>
        <p:nvSpPr>
          <p:cNvPr id="17" name="Text 14"/>
          <p:cNvSpPr/>
          <p:nvPr/>
        </p:nvSpPr>
        <p:spPr>
          <a:xfrm>
            <a:off x="4956048" y="230428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chatbot framework or AI wrapper</a:t>
            </a:r>
            <a:endParaRPr lang="en-US" sz="1100" dirty="0"/>
          </a:p>
        </p:txBody>
      </p:sp>
      <p:sp>
        <p:nvSpPr>
          <p:cNvPr id="18" name="Text 15"/>
          <p:cNvSpPr/>
          <p:nvPr/>
        </p:nvSpPr>
        <p:spPr>
          <a:xfrm>
            <a:off x="4956048" y="267004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claim liability shifts to machines</a:t>
            </a:r>
            <a:endParaRPr lang="en-US" sz="1100" dirty="0"/>
          </a:p>
        </p:txBody>
      </p:sp>
      <p:sp>
        <p:nvSpPr>
          <p:cNvPr id="19" name="Text 16"/>
          <p:cNvSpPr/>
          <p:nvPr/>
        </p:nvSpPr>
        <p:spPr>
          <a:xfrm>
            <a:off x="4956048" y="303580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Self-amending without human approval</a:t>
            </a:r>
            <a:endParaRPr lang="en-US" sz="1100" dirty="0"/>
          </a:p>
        </p:txBody>
      </p:sp>
      <p:sp>
        <p:nvSpPr>
          <p:cNvPr id="20" name="Shape 17"/>
          <p:cNvSpPr/>
          <p:nvPr/>
        </p:nvSpPr>
        <p:spPr>
          <a:xfrm>
            <a:off x="457200" y="3703320"/>
            <a:ext cx="8229600" cy="1005840"/>
          </a:xfrm>
          <a:prstGeom prst="rect">
            <a:avLst/>
          </a:prstGeom>
          <a:solidFill>
            <a:srgbClr val="1B2838"/>
          </a:solidFill>
          <a:ln/>
        </p:spPr>
      </p:sp>
      <p:sp>
        <p:nvSpPr>
          <p:cNvPr id="21" name="Shape 18"/>
          <p:cNvSpPr/>
          <p:nvPr/>
        </p:nvSpPr>
        <p:spPr>
          <a:xfrm>
            <a:off x="457200" y="3703320"/>
            <a:ext cx="8229600" cy="54864"/>
          </a:xfrm>
          <a:prstGeom prst="rect">
            <a:avLst/>
          </a:prstGeom>
          <a:solidFill>
            <a:srgbClr val="00B4D8"/>
          </a:solidFill>
          <a:ln/>
        </p:spPr>
      </p:sp>
      <p:sp>
        <p:nvSpPr>
          <p:cNvPr id="22" name="Text 19"/>
          <p:cNvSpPr/>
          <p:nvPr/>
        </p:nvSpPr>
        <p:spPr>
          <a:xfrm>
            <a:off x="640080" y="3794760"/>
            <a:ext cx="7863840" cy="274320"/>
          </a:xfrm>
          <a:prstGeom prst="rect">
            <a:avLst/>
          </a:prstGeom>
          <a:noFill/>
          <a:ln/>
        </p:spPr>
        <p:txBody>
          <a:bodyPr wrap="square" lIns="0" tIns="0" rIns="0" bIns="0"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BOSS Dimensions Map Directly to Global Compliance Frameworks</a:t>
            </a:r>
            <a:endParaRPr lang="en-US" sz="1300" dirty="0"/>
          </a:p>
        </p:txBody>
      </p:sp>
      <p:sp>
        <p:nvSpPr>
          <p:cNvPr id="23" name="Text 20"/>
          <p:cNvSpPr/>
          <p:nvPr/>
        </p:nvSpPr>
        <p:spPr>
          <a:xfrm>
            <a:off x="640080" y="4114800"/>
            <a:ext cx="7863840" cy="274320"/>
          </a:xfrm>
          <a:prstGeom prst="rect">
            <a:avLst/>
          </a:prstGeom>
          <a:noFill/>
          <a:ln/>
        </p:spPr>
        <p:txBody>
          <a:bodyPr wrap="square" lIns="0" tIns="0" rIns="0" bIns="0" rtlCol="0" anchor="ctr"/>
          <a:lstStyle/>
          <a:p>
            <a:pPr marL="0" indent="0">
              <a:buNone/>
            </a:pPr>
            <a:r>
              <a:rPr lang="en-US" sz="1000" dirty="0">
                <a:solidFill>
                  <a:srgbClr val="FFB703"/>
                </a:solidFill>
                <a:latin typeface="Calibri" pitchFamily="34" charset="0"/>
                <a:ea typeface="Calibri" pitchFamily="34" charset="-122"/>
                <a:cs typeface="Calibri" pitchFamily="34" charset="-120"/>
              </a:rPr>
              <a:t>Sovereignty → EU SEAL  |  Financial → FAIR + COSO  |  Regulatory → EU AI Act + CMMC  |  Security → NIST + MITRE  |  Rights → WIPO  |  Reputation → RepTrak + SASB</a:t>
            </a:r>
            <a:endParaRPr lang="en-US" sz="1000" dirty="0"/>
          </a:p>
        </p:txBody>
      </p:sp>
      <p:sp>
        <p:nvSpPr>
          <p:cNvPr id="24" name="Text 21"/>
          <p:cNvSpPr/>
          <p:nvPr/>
        </p:nvSpPr>
        <p:spPr>
          <a:xfrm>
            <a:off x="640080" y="4407408"/>
            <a:ext cx="7863840" cy="228600"/>
          </a:xfrm>
          <a:prstGeom prst="rect">
            <a:avLst/>
          </a:prstGeom>
          <a:noFill/>
          <a:ln/>
        </p:spPr>
        <p:txBody>
          <a:bodyPr wrap="square" lIns="0" tIns="0" rIns="0" bIns="0" rtlCol="0" anchor="ctr"/>
          <a:lstStyle/>
          <a:p>
            <a:pPr marL="0" indent="0">
              <a:buNone/>
            </a:pPr>
            <a:r>
              <a:rPr lang="en-US" sz="1000" b="1" i="1" dirty="0">
                <a:solidFill>
                  <a:srgbClr val="CAD2C5"/>
                </a:solidFill>
                <a:latin typeface="Calibri" pitchFamily="34" charset="0"/>
                <a:ea typeface="Calibri" pitchFamily="34" charset="-122"/>
                <a:cs typeface="Calibri" pitchFamily="34" charset="-120"/>
              </a:rPr>
              <a:t>Every BOSS score is traceable to an industry framework every auditor recognizes and every regulator expects.</a:t>
            </a:r>
            <a:endParaRPr lang="en-US" sz="1000" b="1" dirty="0"/>
          </a:p>
        </p:txBody>
      </p:sp>
      <p:sp>
        <p:nvSpPr>
          <p:cNvPr id="25" name="Text 22"/>
          <p:cNvSpPr/>
          <p:nvPr/>
        </p:nvSpPr>
        <p:spPr>
          <a:xfrm>
            <a:off x="457200" y="4754880"/>
            <a:ext cx="8412480" cy="320040"/>
          </a:xfrm>
          <a:prstGeom prst="rect">
            <a:avLst/>
          </a:prstGeom>
          <a:noFill/>
          <a:ln/>
        </p:spPr>
        <p:txBody>
          <a:bodyPr wrap="square" lIns="0" tIns="0" rIns="0" bIns="0" rtlCol="0" anchor="ctr"/>
          <a:lstStyle/>
          <a:p>
            <a:pPr marL="0" indent="0">
              <a:buNone/>
            </a:pPr>
            <a:r>
              <a:rPr lang="en-US" sz="1050" i="1" dirty="0">
                <a:solidFill>
                  <a:srgbClr val="00B4D8"/>
                </a:solidFill>
                <a:latin typeface="Calibri" pitchFamily="34" charset="0"/>
                <a:ea typeface="Calibri" pitchFamily="34" charset="-122"/>
                <a:cs typeface="Calibri" pitchFamily="34" charset="-120"/>
              </a:rPr>
              <a:t>ADAM executes autonomously at scale. Legal responsibility remains attached to identifiable humans through delegation, constraints, and evidence.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7AA2CB3-3738-44BC-8CD0-CE927F72D27E}">
  <we:reference id="wa200010001" version="1.0.0.1" store="en-US" storeType="OMEX"/>
  <we:alternateReferences>
    <we:reference id="WA200010001" version="1.0.0.1" store="" storeType="OMEX"/>
  </we:alternateReferences>
  <we:properties>
    <we:property name="claude.fileId" value="&quot;ea0c4acc-ed22-47c3-8d29-94c69106eb0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455</TotalTime>
  <Words>8479</Words>
  <Application>Microsoft Office PowerPoint</Application>
  <PresentationFormat>On-screen Show (16:9)</PresentationFormat>
  <Paragraphs>554</Paragraphs>
  <Slides>21</Slides>
  <Notes>18</Notes>
  <HiddenSlides>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Georgia</vt:lpstr>
      <vt:lpstr>Tahoma</vt:lpstr>
      <vt:lpstr>Trebuchet MS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ADAM - Autonomy Doctrine &amp; Architecture Model</dc:title>
  <dc:subject>PptxGenJS Presentation</dc:subject>
  <dc:creator>Michael Lamb</dc:creator>
  <cp:lastModifiedBy>Michael Lamb</cp:lastModifiedBy>
  <cp:revision>1</cp:revision>
  <dcterms:created xsi:type="dcterms:W3CDTF">2026-03-29T11:40:53Z</dcterms:created>
  <dcterms:modified xsi:type="dcterms:W3CDTF">2026-04-14T17:27:02Z</dcterms:modified>
</cp:coreProperties>
</file>