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0" r:id="rId2"/>
  </p:sldMasterIdLst>
  <p:notesMasterIdLst>
    <p:notesMasterId r:id="rId24"/>
  </p:notesMasterIdLst>
  <p:sldIdLst>
    <p:sldId id="256" r:id="rId3"/>
    <p:sldId id="257" r:id="rId4"/>
    <p:sldId id="258" r:id="rId5"/>
    <p:sldId id="279" r:id="rId6"/>
    <p:sldId id="259" r:id="rId7"/>
    <p:sldId id="260" r:id="rId8"/>
    <p:sldId id="262" r:id="rId9"/>
    <p:sldId id="261" r:id="rId10"/>
    <p:sldId id="263" r:id="rId11"/>
    <p:sldId id="266" r:id="rId12"/>
    <p:sldId id="264" r:id="rId13"/>
    <p:sldId id="270" r:id="rId14"/>
    <p:sldId id="271" r:id="rId15"/>
    <p:sldId id="272" r:id="rId16"/>
    <p:sldId id="273" r:id="rId17"/>
    <p:sldId id="280" r:id="rId18"/>
    <p:sldId id="277" r:id="rId19"/>
    <p:sldId id="275" r:id="rId20"/>
    <p:sldId id="281" r:id="rId21"/>
    <p:sldId id="278" r:id="rId22"/>
    <p:sldId id="26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03864"/>
    <a:srgbClr val="4472C4"/>
    <a:srgbClr val="2F559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85347" autoAdjust="0"/>
  </p:normalViewPr>
  <p:slideViewPr>
    <p:cSldViewPr snapToGrid="0" snapToObjects="1">
      <p:cViewPr varScale="1">
        <p:scale>
          <a:sx n="125" d="100"/>
          <a:sy n="125" d="100"/>
        </p:scale>
        <p:origin x="148" y="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Lamb" userId="57c3f3671c8633cd" providerId="LiveId" clId="{2384C4B6-81F4-40FF-B005-A5B684AAD0B8}"/>
    <pc:docChg chg="undo redo custSel addSld delSld modSld sldOrd">
      <pc:chgData name="Michael Lamb" userId="57c3f3671c8633cd" providerId="LiveId" clId="{2384C4B6-81F4-40FF-B005-A5B684AAD0B8}" dt="2026-04-21T02:49:56.606" v="9028" actId="20577"/>
      <pc:docMkLst>
        <pc:docMk/>
      </pc:docMkLst>
      <pc:sldChg chg="modSp mod modNotesTx">
        <pc:chgData name="Michael Lamb" userId="57c3f3671c8633cd" providerId="LiveId" clId="{2384C4B6-81F4-40FF-B005-A5B684AAD0B8}" dt="2026-04-19T17:54:00.659" v="8383" actId="6549"/>
        <pc:sldMkLst>
          <pc:docMk/>
          <pc:sldMk cId="0" sldId="256"/>
        </pc:sldMkLst>
        <pc:spChg chg="mod">
          <ac:chgData name="Michael Lamb" userId="57c3f3671c8633cd" providerId="LiveId" clId="{2384C4B6-81F4-40FF-B005-A5B684AAD0B8}" dt="2026-04-13T14:36:20.259" v="5855" actId="20577"/>
          <ac:spMkLst>
            <pc:docMk/>
            <pc:sldMk cId="0" sldId="256"/>
            <ac:spMk id="9" creationId="{00000000-0000-0000-0000-000000000000}"/>
          </ac:spMkLst>
        </pc:spChg>
        <pc:spChg chg="mod">
          <ac:chgData name="Michael Lamb" userId="57c3f3671c8633cd" providerId="LiveId" clId="{2384C4B6-81F4-40FF-B005-A5B684AAD0B8}" dt="2026-03-29T11:49:01.564" v="46" actId="1036"/>
          <ac:spMkLst>
            <pc:docMk/>
            <pc:sldMk cId="0" sldId="256"/>
            <ac:spMk id="11" creationId="{00000000-0000-0000-0000-000000000000}"/>
          </ac:spMkLst>
        </pc:spChg>
        <pc:spChg chg="mod">
          <ac:chgData name="Michael Lamb" userId="57c3f3671c8633cd" providerId="LiveId" clId="{2384C4B6-81F4-40FF-B005-A5B684AAD0B8}" dt="2026-03-29T11:49:01.564" v="46" actId="1036"/>
          <ac:spMkLst>
            <pc:docMk/>
            <pc:sldMk cId="0" sldId="256"/>
            <ac:spMk id="13" creationId="{00000000-0000-0000-0000-000000000000}"/>
          </ac:spMkLst>
        </pc:spChg>
        <pc:spChg chg="mod">
          <ac:chgData name="Michael Lamb" userId="57c3f3671c8633cd" providerId="LiveId" clId="{2384C4B6-81F4-40FF-B005-A5B684AAD0B8}" dt="2026-03-29T11:49:24.501" v="86" actId="1037"/>
          <ac:spMkLst>
            <pc:docMk/>
            <pc:sldMk cId="0" sldId="256"/>
            <ac:spMk id="15" creationId="{00000000-0000-0000-0000-000000000000}"/>
          </ac:spMkLst>
        </pc:spChg>
        <pc:spChg chg="mod">
          <ac:chgData name="Michael Lamb" userId="57c3f3671c8633cd" providerId="LiveId" clId="{2384C4B6-81F4-40FF-B005-A5B684AAD0B8}" dt="2026-04-13T14:36:58.062" v="5866" actId="20577"/>
          <ac:spMkLst>
            <pc:docMk/>
            <pc:sldMk cId="0" sldId="256"/>
            <ac:spMk id="16" creationId="{00000000-0000-0000-0000-000000000000}"/>
          </ac:spMkLst>
        </pc:spChg>
        <pc:picChg chg="mod">
          <ac:chgData name="Michael Lamb" userId="57c3f3671c8633cd" providerId="LiveId" clId="{2384C4B6-81F4-40FF-B005-A5B684AAD0B8}" dt="2026-03-29T11:49:01.564" v="46" actId="1036"/>
          <ac:picMkLst>
            <pc:docMk/>
            <pc:sldMk cId="0" sldId="256"/>
            <ac:picMk id="10" creationId="{00000000-0000-0000-0000-000000000000}"/>
          </ac:picMkLst>
        </pc:picChg>
        <pc:picChg chg="mod">
          <ac:chgData name="Michael Lamb" userId="57c3f3671c8633cd" providerId="LiveId" clId="{2384C4B6-81F4-40FF-B005-A5B684AAD0B8}" dt="2026-03-29T11:49:01.564" v="46" actId="1036"/>
          <ac:picMkLst>
            <pc:docMk/>
            <pc:sldMk cId="0" sldId="256"/>
            <ac:picMk id="12" creationId="{00000000-0000-0000-0000-000000000000}"/>
          </ac:picMkLst>
        </pc:picChg>
        <pc:picChg chg="mod">
          <ac:chgData name="Michael Lamb" userId="57c3f3671c8633cd" providerId="LiveId" clId="{2384C4B6-81F4-40FF-B005-A5B684AAD0B8}" dt="2026-03-29T11:49:24.501" v="86" actId="1037"/>
          <ac:picMkLst>
            <pc:docMk/>
            <pc:sldMk cId="0" sldId="256"/>
            <ac:picMk id="14" creationId="{00000000-0000-0000-0000-000000000000}"/>
          </ac:picMkLst>
        </pc:picChg>
      </pc:sldChg>
      <pc:sldChg chg="addSp modSp mod">
        <pc:chgData name="Michael Lamb" userId="57c3f3671c8633cd" providerId="LiveId" clId="{2384C4B6-81F4-40FF-B005-A5B684AAD0B8}" dt="2026-04-13T14:40:15.583" v="6070" actId="20577"/>
        <pc:sldMkLst>
          <pc:docMk/>
          <pc:sldMk cId="0" sldId="257"/>
        </pc:sldMkLst>
        <pc:spChg chg="mod">
          <ac:chgData name="Michael Lamb" userId="57c3f3671c8633cd" providerId="LiveId" clId="{2384C4B6-81F4-40FF-B005-A5B684AAD0B8}" dt="2026-04-11T13:06:00.526" v="2178" actId="20577"/>
          <ac:spMkLst>
            <pc:docMk/>
            <pc:sldMk cId="0" sldId="257"/>
            <ac:spMk id="2" creationId="{00000000-0000-0000-0000-000000000000}"/>
          </ac:spMkLst>
        </pc:spChg>
        <pc:spChg chg="mod">
          <ac:chgData name="Michael Lamb" userId="57c3f3671c8633cd" providerId="LiveId" clId="{2384C4B6-81F4-40FF-B005-A5B684AAD0B8}" dt="2026-04-10T10:01:59.748" v="152" actId="1036"/>
          <ac:spMkLst>
            <pc:docMk/>
            <pc:sldMk cId="0" sldId="257"/>
            <ac:spMk id="3" creationId="{00000000-0000-0000-0000-000000000000}"/>
          </ac:spMkLst>
        </pc:spChg>
        <pc:spChg chg="mod">
          <ac:chgData name="Michael Lamb" userId="57c3f3671c8633cd" providerId="LiveId" clId="{2384C4B6-81F4-40FF-B005-A5B684AAD0B8}" dt="2026-04-11T12:56:15.573" v="1460" actId="20577"/>
          <ac:spMkLst>
            <pc:docMk/>
            <pc:sldMk cId="0" sldId="257"/>
            <ac:spMk id="6" creationId="{00000000-0000-0000-0000-000000000000}"/>
          </ac:spMkLst>
        </pc:spChg>
        <pc:spChg chg="mod">
          <ac:chgData name="Michael Lamb" userId="57c3f3671c8633cd" providerId="LiveId" clId="{2384C4B6-81F4-40FF-B005-A5B684AAD0B8}" dt="2026-04-11T12:57:31.573" v="1543" actId="20577"/>
          <ac:spMkLst>
            <pc:docMk/>
            <pc:sldMk cId="0" sldId="257"/>
            <ac:spMk id="7" creationId="{00000000-0000-0000-0000-000000000000}"/>
          </ac:spMkLst>
        </pc:spChg>
        <pc:spChg chg="mod">
          <ac:chgData name="Michael Lamb" userId="57c3f3671c8633cd" providerId="LiveId" clId="{2384C4B6-81F4-40FF-B005-A5B684AAD0B8}" dt="2026-04-11T12:58:28.038" v="1627" actId="20577"/>
          <ac:spMkLst>
            <pc:docMk/>
            <pc:sldMk cId="0" sldId="257"/>
            <ac:spMk id="9" creationId="{00000000-0000-0000-0000-000000000000}"/>
          </ac:spMkLst>
        </pc:spChg>
        <pc:spChg chg="mod">
          <ac:chgData name="Michael Lamb" userId="57c3f3671c8633cd" providerId="LiveId" clId="{2384C4B6-81F4-40FF-B005-A5B684AAD0B8}" dt="2026-04-10T10:01:59.748" v="152" actId="1036"/>
          <ac:spMkLst>
            <pc:docMk/>
            <pc:sldMk cId="0" sldId="257"/>
            <ac:spMk id="10" creationId="{00000000-0000-0000-0000-000000000000}"/>
          </ac:spMkLst>
        </pc:spChg>
        <pc:spChg chg="mod">
          <ac:chgData name="Michael Lamb" userId="57c3f3671c8633cd" providerId="LiveId" clId="{2384C4B6-81F4-40FF-B005-A5B684AAD0B8}" dt="2026-04-11T13:03:15.042" v="1935" actId="20577"/>
          <ac:spMkLst>
            <pc:docMk/>
            <pc:sldMk cId="0" sldId="257"/>
            <ac:spMk id="13" creationId="{00000000-0000-0000-0000-000000000000}"/>
          </ac:spMkLst>
        </pc:spChg>
        <pc:spChg chg="mod">
          <ac:chgData name="Michael Lamb" userId="57c3f3671c8633cd" providerId="LiveId" clId="{2384C4B6-81F4-40FF-B005-A5B684AAD0B8}" dt="2026-04-11T13:03:08.555" v="1929" actId="20577"/>
          <ac:spMkLst>
            <pc:docMk/>
            <pc:sldMk cId="0" sldId="257"/>
            <ac:spMk id="14" creationId="{00000000-0000-0000-0000-000000000000}"/>
          </ac:spMkLst>
        </pc:spChg>
        <pc:spChg chg="mod">
          <ac:chgData name="Michael Lamb" userId="57c3f3671c8633cd" providerId="LiveId" clId="{2384C4B6-81F4-40FF-B005-A5B684AAD0B8}" dt="2026-04-11T13:04:21.877" v="2036" actId="20577"/>
          <ac:spMkLst>
            <pc:docMk/>
            <pc:sldMk cId="0" sldId="257"/>
            <ac:spMk id="15" creationId="{00000000-0000-0000-0000-000000000000}"/>
          </ac:spMkLst>
        </pc:spChg>
        <pc:spChg chg="mod">
          <ac:chgData name="Michael Lamb" userId="57c3f3671c8633cd" providerId="LiveId" clId="{2384C4B6-81F4-40FF-B005-A5B684AAD0B8}" dt="2026-04-13T14:38:59.675" v="5995" actId="113"/>
          <ac:spMkLst>
            <pc:docMk/>
            <pc:sldMk cId="0" sldId="257"/>
            <ac:spMk id="16" creationId="{00000000-0000-0000-0000-000000000000}"/>
          </ac:spMkLst>
        </pc:spChg>
        <pc:spChg chg="mod">
          <ac:chgData name="Michael Lamb" userId="57c3f3671c8633cd" providerId="LiveId" clId="{2384C4B6-81F4-40FF-B005-A5B684AAD0B8}" dt="2026-04-10T10:01:59.748" v="152" actId="1036"/>
          <ac:spMkLst>
            <pc:docMk/>
            <pc:sldMk cId="0" sldId="257"/>
            <ac:spMk id="17" creationId="{00000000-0000-0000-0000-000000000000}"/>
          </ac:spMkLst>
        </pc:spChg>
        <pc:spChg chg="mod">
          <ac:chgData name="Michael Lamb" userId="57c3f3671c8633cd" providerId="LiveId" clId="{2384C4B6-81F4-40FF-B005-A5B684AAD0B8}" dt="2026-04-10T10:01:41.204" v="128" actId="1035"/>
          <ac:spMkLst>
            <pc:docMk/>
            <pc:sldMk cId="0" sldId="257"/>
            <ac:spMk id="18" creationId="{00000000-0000-0000-0000-000000000000}"/>
          </ac:spMkLst>
        </pc:spChg>
        <pc:spChg chg="mod">
          <ac:chgData name="Michael Lamb" userId="57c3f3671c8633cd" providerId="LiveId" clId="{2384C4B6-81F4-40FF-B005-A5B684AAD0B8}" dt="2026-04-11T13:00:32.987" v="1723" actId="20577"/>
          <ac:spMkLst>
            <pc:docMk/>
            <pc:sldMk cId="0" sldId="257"/>
            <ac:spMk id="20" creationId="{00000000-0000-0000-0000-000000000000}"/>
          </ac:spMkLst>
        </pc:spChg>
        <pc:spChg chg="mod">
          <ac:chgData name="Michael Lamb" userId="57c3f3671c8633cd" providerId="LiveId" clId="{2384C4B6-81F4-40FF-B005-A5B684AAD0B8}" dt="2026-04-11T13:00:59.758" v="1772" actId="20577"/>
          <ac:spMkLst>
            <pc:docMk/>
            <pc:sldMk cId="0" sldId="257"/>
            <ac:spMk id="21" creationId="{00000000-0000-0000-0000-000000000000}"/>
          </ac:spMkLst>
        </pc:spChg>
        <pc:spChg chg="mod">
          <ac:chgData name="Michael Lamb" userId="57c3f3671c8633cd" providerId="LiveId" clId="{2384C4B6-81F4-40FF-B005-A5B684AAD0B8}" dt="2026-04-10T10:01:59.748" v="152" actId="1036"/>
          <ac:spMkLst>
            <pc:docMk/>
            <pc:sldMk cId="0" sldId="257"/>
            <ac:spMk id="22" creationId="{00000000-0000-0000-0000-000000000000}"/>
          </ac:spMkLst>
        </pc:spChg>
        <pc:spChg chg="mod">
          <ac:chgData name="Michael Lamb" userId="57c3f3671c8633cd" providerId="LiveId" clId="{2384C4B6-81F4-40FF-B005-A5B684AAD0B8}" dt="2026-04-11T13:02:24.401" v="1864" actId="1036"/>
          <ac:spMkLst>
            <pc:docMk/>
            <pc:sldMk cId="0" sldId="257"/>
            <ac:spMk id="23" creationId="{00000000-0000-0000-0000-000000000000}"/>
          </ac:spMkLst>
        </pc:spChg>
        <pc:spChg chg="add mod">
          <ac:chgData name="Michael Lamb" userId="57c3f3671c8633cd" providerId="LiveId" clId="{2384C4B6-81F4-40FF-B005-A5B684AAD0B8}" dt="2026-04-13T14:40:15.583" v="6070" actId="20577"/>
          <ac:spMkLst>
            <pc:docMk/>
            <pc:sldMk cId="0" sldId="257"/>
            <ac:spMk id="24" creationId="{91750ABA-0D35-EB4E-BFB0-0FE680CC6DB5}"/>
          </ac:spMkLst>
        </pc:spChg>
      </pc:sldChg>
      <pc:sldChg chg="modSp mod modNotes">
        <pc:chgData name="Michael Lamb" userId="57c3f3671c8633cd" providerId="LiveId" clId="{2384C4B6-81F4-40FF-B005-A5B684AAD0B8}" dt="2026-04-14T10:59:07.843" v="6952" actId="20577"/>
        <pc:sldMkLst>
          <pc:docMk/>
          <pc:sldMk cId="0" sldId="258"/>
        </pc:sldMkLst>
        <pc:spChg chg="mod">
          <ac:chgData name="Michael Lamb" userId="57c3f3671c8633cd" providerId="LiveId" clId="{2384C4B6-81F4-40FF-B005-A5B684AAD0B8}" dt="2026-04-11T13:06:28.761" v="2180" actId="404"/>
          <ac:spMkLst>
            <pc:docMk/>
            <pc:sldMk cId="0" sldId="258"/>
            <ac:spMk id="2" creationId="{00000000-0000-0000-0000-000000000000}"/>
          </ac:spMkLst>
        </pc:spChg>
        <pc:spChg chg="mod">
          <ac:chgData name="Michael Lamb" userId="57c3f3671c8633cd" providerId="LiveId" clId="{2384C4B6-81F4-40FF-B005-A5B684AAD0B8}" dt="2026-04-14T10:51:12.789" v="6307" actId="14100"/>
          <ac:spMkLst>
            <pc:docMk/>
            <pc:sldMk cId="0" sldId="258"/>
            <ac:spMk id="4" creationId="{00000000-0000-0000-0000-000000000000}"/>
          </ac:spMkLst>
        </pc:spChg>
        <pc:spChg chg="mod">
          <ac:chgData name="Michael Lamb" userId="57c3f3671c8633cd" providerId="LiveId" clId="{2384C4B6-81F4-40FF-B005-A5B684AAD0B8}" dt="2026-04-11T13:06:41.628" v="2236" actId="1036"/>
          <ac:spMkLst>
            <pc:docMk/>
            <pc:sldMk cId="0" sldId="258"/>
            <ac:spMk id="6" creationId="{00000000-0000-0000-0000-000000000000}"/>
          </ac:spMkLst>
        </pc:spChg>
        <pc:spChg chg="mod">
          <ac:chgData name="Michael Lamb" userId="57c3f3671c8633cd" providerId="LiveId" clId="{2384C4B6-81F4-40FF-B005-A5B684AAD0B8}" dt="2026-04-11T13:06:41.628" v="2236" actId="1036"/>
          <ac:spMkLst>
            <pc:docMk/>
            <pc:sldMk cId="0" sldId="258"/>
            <ac:spMk id="7" creationId="{00000000-0000-0000-0000-000000000000}"/>
          </ac:spMkLst>
        </pc:spChg>
        <pc:spChg chg="mod">
          <ac:chgData name="Michael Lamb" userId="57c3f3671c8633cd" providerId="LiveId" clId="{2384C4B6-81F4-40FF-B005-A5B684AAD0B8}" dt="2026-04-11T13:06:41.628" v="2236" actId="1036"/>
          <ac:spMkLst>
            <pc:docMk/>
            <pc:sldMk cId="0" sldId="258"/>
            <ac:spMk id="9" creationId="{00000000-0000-0000-0000-000000000000}"/>
          </ac:spMkLst>
        </pc:spChg>
        <pc:spChg chg="mod">
          <ac:chgData name="Michael Lamb" userId="57c3f3671c8633cd" providerId="LiveId" clId="{2384C4B6-81F4-40FF-B005-A5B684AAD0B8}" dt="2026-04-14T10:56:17.763" v="6751" actId="20577"/>
          <ac:spMkLst>
            <pc:docMk/>
            <pc:sldMk cId="0" sldId="258"/>
            <ac:spMk id="10" creationId="{00000000-0000-0000-0000-000000000000}"/>
          </ac:spMkLst>
        </pc:spChg>
        <pc:spChg chg="mod">
          <ac:chgData name="Michael Lamb" userId="57c3f3671c8633cd" providerId="LiveId" clId="{2384C4B6-81F4-40FF-B005-A5B684AAD0B8}" dt="2026-04-14T10:51:16.562" v="6308" actId="14100"/>
          <ac:spMkLst>
            <pc:docMk/>
            <pc:sldMk cId="0" sldId="258"/>
            <ac:spMk id="11" creationId="{00000000-0000-0000-0000-000000000000}"/>
          </ac:spMkLst>
        </pc:spChg>
        <pc:spChg chg="mod">
          <ac:chgData name="Michael Lamb" userId="57c3f3671c8633cd" providerId="LiveId" clId="{2384C4B6-81F4-40FF-B005-A5B684AAD0B8}" dt="2026-04-11T13:06:41.628" v="2236" actId="1036"/>
          <ac:spMkLst>
            <pc:docMk/>
            <pc:sldMk cId="0" sldId="258"/>
            <ac:spMk id="13" creationId="{00000000-0000-0000-0000-000000000000}"/>
          </ac:spMkLst>
        </pc:spChg>
        <pc:spChg chg="mod">
          <ac:chgData name="Michael Lamb" userId="57c3f3671c8633cd" providerId="LiveId" clId="{2384C4B6-81F4-40FF-B005-A5B684AAD0B8}" dt="2026-04-14T10:52:44.763" v="6453" actId="20577"/>
          <ac:spMkLst>
            <pc:docMk/>
            <pc:sldMk cId="0" sldId="258"/>
            <ac:spMk id="17" creationId="{00000000-0000-0000-0000-000000000000}"/>
          </ac:spMkLst>
        </pc:spChg>
        <pc:spChg chg="mod">
          <ac:chgData name="Michael Lamb" userId="57c3f3671c8633cd" providerId="LiveId" clId="{2384C4B6-81F4-40FF-B005-A5B684AAD0B8}" dt="2026-04-14T10:51:19.997" v="6309" actId="14100"/>
          <ac:spMkLst>
            <pc:docMk/>
            <pc:sldMk cId="0" sldId="258"/>
            <ac:spMk id="18" creationId="{00000000-0000-0000-0000-000000000000}"/>
          </ac:spMkLst>
        </pc:spChg>
        <pc:spChg chg="mod">
          <ac:chgData name="Michael Lamb" userId="57c3f3671c8633cd" providerId="LiveId" clId="{2384C4B6-81F4-40FF-B005-A5B684AAD0B8}" dt="2026-04-11T13:06:41.628" v="2236" actId="1036"/>
          <ac:spMkLst>
            <pc:docMk/>
            <pc:sldMk cId="0" sldId="258"/>
            <ac:spMk id="19" creationId="{00000000-0000-0000-0000-000000000000}"/>
          </ac:spMkLst>
        </pc:spChg>
        <pc:spChg chg="mod">
          <ac:chgData name="Michael Lamb" userId="57c3f3671c8633cd" providerId="LiveId" clId="{2384C4B6-81F4-40FF-B005-A5B684AAD0B8}" dt="2026-04-11T13:06:41.628" v="2236" actId="1036"/>
          <ac:spMkLst>
            <pc:docMk/>
            <pc:sldMk cId="0" sldId="258"/>
            <ac:spMk id="21" creationId="{00000000-0000-0000-0000-000000000000}"/>
          </ac:spMkLst>
        </pc:spChg>
        <pc:spChg chg="mod">
          <ac:chgData name="Michael Lamb" userId="57c3f3671c8633cd" providerId="LiveId" clId="{2384C4B6-81F4-40FF-B005-A5B684AAD0B8}" dt="2026-04-11T13:07:03.840" v="2239" actId="14100"/>
          <ac:spMkLst>
            <pc:docMk/>
            <pc:sldMk cId="0" sldId="258"/>
            <ac:spMk id="23" creationId="{00000000-0000-0000-0000-000000000000}"/>
          </ac:spMkLst>
        </pc:spChg>
        <pc:spChg chg="mod">
          <ac:chgData name="Michael Lamb" userId="57c3f3671c8633cd" providerId="LiveId" clId="{2384C4B6-81F4-40FF-B005-A5B684AAD0B8}" dt="2026-04-14T10:59:07.843" v="6952" actId="20577"/>
          <ac:spMkLst>
            <pc:docMk/>
            <pc:sldMk cId="0" sldId="258"/>
            <ac:spMk id="24" creationId="{00000000-0000-0000-0000-000000000000}"/>
          </ac:spMkLst>
        </pc:spChg>
        <pc:picChg chg="mod">
          <ac:chgData name="Michael Lamb" userId="57c3f3671c8633cd" providerId="LiveId" clId="{2384C4B6-81F4-40FF-B005-A5B684AAD0B8}" dt="2026-04-11T13:06:49.519" v="2238" actId="1076"/>
          <ac:picMkLst>
            <pc:docMk/>
            <pc:sldMk cId="0" sldId="258"/>
            <ac:picMk id="3" creationId="{00000000-0000-0000-0000-000000000000}"/>
          </ac:picMkLst>
        </pc:picChg>
      </pc:sldChg>
      <pc:sldChg chg="modSp mod modNotesTx">
        <pc:chgData name="Michael Lamb" userId="57c3f3671c8633cd" providerId="LiveId" clId="{2384C4B6-81F4-40FF-B005-A5B684AAD0B8}" dt="2026-04-19T18:00:41.083" v="8510" actId="20577"/>
        <pc:sldMkLst>
          <pc:docMk/>
          <pc:sldMk cId="0" sldId="259"/>
        </pc:sldMkLst>
        <pc:spChg chg="mod">
          <ac:chgData name="Michael Lamb" userId="57c3f3671c8633cd" providerId="LiveId" clId="{2384C4B6-81F4-40FF-B005-A5B684AAD0B8}" dt="2026-04-10T10:03:11.464" v="163" actId="1076"/>
          <ac:spMkLst>
            <pc:docMk/>
            <pc:sldMk cId="0" sldId="259"/>
            <ac:spMk id="2" creationId="{00000000-0000-0000-0000-000000000000}"/>
          </ac:spMkLst>
        </pc:spChg>
        <pc:spChg chg="mod">
          <ac:chgData name="Michael Lamb" userId="57c3f3671c8633cd" providerId="LiveId" clId="{2384C4B6-81F4-40FF-B005-A5B684AAD0B8}" dt="2026-04-19T18:00:41.083" v="8510" actId="20577"/>
          <ac:spMkLst>
            <pc:docMk/>
            <pc:sldMk cId="0" sldId="259"/>
            <ac:spMk id="3" creationId="{00000000-0000-0000-0000-000000000000}"/>
          </ac:spMkLst>
        </pc:spChg>
        <pc:spChg chg="mod">
          <ac:chgData name="Michael Lamb" userId="57c3f3671c8633cd" providerId="LiveId" clId="{2384C4B6-81F4-40FF-B005-A5B684AAD0B8}" dt="2026-04-11T13:07:15.161" v="2259" actId="1036"/>
          <ac:spMkLst>
            <pc:docMk/>
            <pc:sldMk cId="0" sldId="259"/>
            <ac:spMk id="5" creationId="{00000000-0000-0000-0000-000000000000}"/>
          </ac:spMkLst>
        </pc:spChg>
        <pc:spChg chg="mod">
          <ac:chgData name="Michael Lamb" userId="57c3f3671c8633cd" providerId="LiveId" clId="{2384C4B6-81F4-40FF-B005-A5B684AAD0B8}" dt="2026-04-11T13:07:15.161" v="2259" actId="1036"/>
          <ac:spMkLst>
            <pc:docMk/>
            <pc:sldMk cId="0" sldId="259"/>
            <ac:spMk id="6" creationId="{00000000-0000-0000-0000-000000000000}"/>
          </ac:spMkLst>
        </pc:spChg>
        <pc:spChg chg="mod">
          <ac:chgData name="Michael Lamb" userId="57c3f3671c8633cd" providerId="LiveId" clId="{2384C4B6-81F4-40FF-B005-A5B684AAD0B8}" dt="2026-04-11T13:07:15.161" v="2259" actId="1036"/>
          <ac:spMkLst>
            <pc:docMk/>
            <pc:sldMk cId="0" sldId="259"/>
            <ac:spMk id="8" creationId="{00000000-0000-0000-0000-000000000000}"/>
          </ac:spMkLst>
        </pc:spChg>
        <pc:spChg chg="mod">
          <ac:chgData name="Michael Lamb" userId="57c3f3671c8633cd" providerId="LiveId" clId="{2384C4B6-81F4-40FF-B005-A5B684AAD0B8}" dt="2026-04-11T13:07:15.161" v="2259" actId="1036"/>
          <ac:spMkLst>
            <pc:docMk/>
            <pc:sldMk cId="0" sldId="259"/>
            <ac:spMk id="9" creationId="{00000000-0000-0000-0000-000000000000}"/>
          </ac:spMkLst>
        </pc:spChg>
        <pc:spChg chg="mod">
          <ac:chgData name="Michael Lamb" userId="57c3f3671c8633cd" providerId="LiveId" clId="{2384C4B6-81F4-40FF-B005-A5B684AAD0B8}" dt="2026-04-11T13:07:15.161" v="2259" actId="1036"/>
          <ac:spMkLst>
            <pc:docMk/>
            <pc:sldMk cId="0" sldId="259"/>
            <ac:spMk id="13" creationId="{00000000-0000-0000-0000-000000000000}"/>
          </ac:spMkLst>
        </pc:spChg>
        <pc:spChg chg="mod">
          <ac:chgData name="Michael Lamb" userId="57c3f3671c8633cd" providerId="LiveId" clId="{2384C4B6-81F4-40FF-B005-A5B684AAD0B8}" dt="2026-04-11T13:07:15.161" v="2259" actId="1036"/>
          <ac:spMkLst>
            <pc:docMk/>
            <pc:sldMk cId="0" sldId="259"/>
            <ac:spMk id="14" creationId="{00000000-0000-0000-0000-000000000000}"/>
          </ac:spMkLst>
        </pc:spChg>
        <pc:spChg chg="mod">
          <ac:chgData name="Michael Lamb" userId="57c3f3671c8633cd" providerId="LiveId" clId="{2384C4B6-81F4-40FF-B005-A5B684AAD0B8}" dt="2026-04-11T13:07:15.161" v="2259" actId="1036"/>
          <ac:spMkLst>
            <pc:docMk/>
            <pc:sldMk cId="0" sldId="259"/>
            <ac:spMk id="15" creationId="{00000000-0000-0000-0000-000000000000}"/>
          </ac:spMkLst>
        </pc:spChg>
        <pc:spChg chg="mod">
          <ac:chgData name="Michael Lamb" userId="57c3f3671c8633cd" providerId="LiveId" clId="{2384C4B6-81F4-40FF-B005-A5B684AAD0B8}" dt="2026-04-11T13:07:15.161" v="2259" actId="1036"/>
          <ac:spMkLst>
            <pc:docMk/>
            <pc:sldMk cId="0" sldId="259"/>
            <ac:spMk id="18" creationId="{00000000-0000-0000-0000-000000000000}"/>
          </ac:spMkLst>
        </pc:spChg>
        <pc:spChg chg="mod">
          <ac:chgData name="Michael Lamb" userId="57c3f3671c8633cd" providerId="LiveId" clId="{2384C4B6-81F4-40FF-B005-A5B684AAD0B8}" dt="2026-04-11T13:07:15.161" v="2259" actId="1036"/>
          <ac:spMkLst>
            <pc:docMk/>
            <pc:sldMk cId="0" sldId="259"/>
            <ac:spMk id="20" creationId="{00000000-0000-0000-0000-000000000000}"/>
          </ac:spMkLst>
        </pc:spChg>
        <pc:spChg chg="mod">
          <ac:chgData name="Michael Lamb" userId="57c3f3671c8633cd" providerId="LiveId" clId="{2384C4B6-81F4-40FF-B005-A5B684AAD0B8}" dt="2026-04-11T13:07:15.161" v="2259" actId="1036"/>
          <ac:spMkLst>
            <pc:docMk/>
            <pc:sldMk cId="0" sldId="259"/>
            <ac:spMk id="21" creationId="{00000000-0000-0000-0000-000000000000}"/>
          </ac:spMkLst>
        </pc:spChg>
        <pc:spChg chg="mod">
          <ac:chgData name="Michael Lamb" userId="57c3f3671c8633cd" providerId="LiveId" clId="{2384C4B6-81F4-40FF-B005-A5B684AAD0B8}" dt="2026-04-14T11:01:41.514" v="7034" actId="20577"/>
          <ac:spMkLst>
            <pc:docMk/>
            <pc:sldMk cId="0" sldId="259"/>
            <ac:spMk id="25" creationId="{00000000-0000-0000-0000-000000000000}"/>
          </ac:spMkLst>
        </pc:spChg>
        <pc:picChg chg="mod">
          <ac:chgData name="Michael Lamb" userId="57c3f3671c8633cd" providerId="LiveId" clId="{2384C4B6-81F4-40FF-B005-A5B684AAD0B8}" dt="2026-04-11T13:07:20.777" v="2260" actId="1076"/>
          <ac:picMkLst>
            <pc:docMk/>
            <pc:sldMk cId="0" sldId="259"/>
            <ac:picMk id="4" creationId="{00000000-0000-0000-0000-000000000000}"/>
          </ac:picMkLst>
        </pc:picChg>
      </pc:sldChg>
      <pc:sldChg chg="delSp modSp mod">
        <pc:chgData name="Michael Lamb" userId="57c3f3671c8633cd" providerId="LiveId" clId="{2384C4B6-81F4-40FF-B005-A5B684AAD0B8}" dt="2026-04-14T12:16:11.175" v="7505" actId="20577"/>
        <pc:sldMkLst>
          <pc:docMk/>
          <pc:sldMk cId="0" sldId="260"/>
        </pc:sldMkLst>
        <pc:spChg chg="mod">
          <ac:chgData name="Michael Lamb" userId="57c3f3671c8633cd" providerId="LiveId" clId="{2384C4B6-81F4-40FF-B005-A5B684AAD0B8}" dt="2026-04-11T13:07:40.966" v="2276" actId="20577"/>
          <ac:spMkLst>
            <pc:docMk/>
            <pc:sldMk cId="0" sldId="260"/>
            <ac:spMk id="2" creationId="{00000000-0000-0000-0000-000000000000}"/>
          </ac:spMkLst>
        </pc:spChg>
        <pc:spChg chg="mod">
          <ac:chgData name="Michael Lamb" userId="57c3f3671c8633cd" providerId="LiveId" clId="{2384C4B6-81F4-40FF-B005-A5B684AAD0B8}" dt="2026-04-10T10:09:38.154" v="190" actId="1036"/>
          <ac:spMkLst>
            <pc:docMk/>
            <pc:sldMk cId="0" sldId="260"/>
            <ac:spMk id="6" creationId="{00000000-0000-0000-0000-000000000000}"/>
          </ac:spMkLst>
        </pc:spChg>
        <pc:spChg chg="mod">
          <ac:chgData name="Michael Lamb" userId="57c3f3671c8633cd" providerId="LiveId" clId="{2384C4B6-81F4-40FF-B005-A5B684AAD0B8}" dt="2026-04-10T10:09:38.154" v="190" actId="1036"/>
          <ac:spMkLst>
            <pc:docMk/>
            <pc:sldMk cId="0" sldId="260"/>
            <ac:spMk id="8" creationId="{00000000-0000-0000-0000-000000000000}"/>
          </ac:spMkLst>
        </pc:spChg>
        <pc:spChg chg="mod">
          <ac:chgData name="Michael Lamb" userId="57c3f3671c8633cd" providerId="LiveId" clId="{2384C4B6-81F4-40FF-B005-A5B684AAD0B8}" dt="2026-04-14T12:12:09.646" v="7451" actId="1076"/>
          <ac:spMkLst>
            <pc:docMk/>
            <pc:sldMk cId="0" sldId="260"/>
            <ac:spMk id="9" creationId="{00000000-0000-0000-0000-000000000000}"/>
          </ac:spMkLst>
        </pc:spChg>
        <pc:spChg chg="mod">
          <ac:chgData name="Michael Lamb" userId="57c3f3671c8633cd" providerId="LiveId" clId="{2384C4B6-81F4-40FF-B005-A5B684AAD0B8}" dt="2026-04-10T10:09:38.154" v="190" actId="1036"/>
          <ac:spMkLst>
            <pc:docMk/>
            <pc:sldMk cId="0" sldId="260"/>
            <ac:spMk id="10" creationId="{00000000-0000-0000-0000-000000000000}"/>
          </ac:spMkLst>
        </pc:spChg>
        <pc:spChg chg="mod">
          <ac:chgData name="Michael Lamb" userId="57c3f3671c8633cd" providerId="LiveId" clId="{2384C4B6-81F4-40FF-B005-A5B684AAD0B8}" dt="2026-04-14T12:04:57.441" v="7108" actId="1076"/>
          <ac:spMkLst>
            <pc:docMk/>
            <pc:sldMk cId="0" sldId="260"/>
            <ac:spMk id="12" creationId="{00000000-0000-0000-0000-000000000000}"/>
          </ac:spMkLst>
        </pc:spChg>
        <pc:spChg chg="mod">
          <ac:chgData name="Michael Lamb" userId="57c3f3671c8633cd" providerId="LiveId" clId="{2384C4B6-81F4-40FF-B005-A5B684AAD0B8}" dt="2026-04-14T12:12:13.633" v="7452" actId="1076"/>
          <ac:spMkLst>
            <pc:docMk/>
            <pc:sldMk cId="0" sldId="260"/>
            <ac:spMk id="13" creationId="{00000000-0000-0000-0000-000000000000}"/>
          </ac:spMkLst>
        </pc:spChg>
        <pc:spChg chg="mod">
          <ac:chgData name="Michael Lamb" userId="57c3f3671c8633cd" providerId="LiveId" clId="{2384C4B6-81F4-40FF-B005-A5B684AAD0B8}" dt="2026-04-10T10:09:38.154" v="190" actId="1036"/>
          <ac:spMkLst>
            <pc:docMk/>
            <pc:sldMk cId="0" sldId="260"/>
            <ac:spMk id="14" creationId="{00000000-0000-0000-0000-000000000000}"/>
          </ac:spMkLst>
        </pc:spChg>
        <pc:spChg chg="mod">
          <ac:chgData name="Michael Lamb" userId="57c3f3671c8633cd" providerId="LiveId" clId="{2384C4B6-81F4-40FF-B005-A5B684AAD0B8}" dt="2026-04-10T10:09:38.154" v="190" actId="1036"/>
          <ac:spMkLst>
            <pc:docMk/>
            <pc:sldMk cId="0" sldId="260"/>
            <ac:spMk id="16" creationId="{00000000-0000-0000-0000-000000000000}"/>
          </ac:spMkLst>
        </pc:spChg>
        <pc:spChg chg="mod">
          <ac:chgData name="Michael Lamb" userId="57c3f3671c8633cd" providerId="LiveId" clId="{2384C4B6-81F4-40FF-B005-A5B684AAD0B8}" dt="2026-04-14T12:15:38.039" v="7497" actId="20577"/>
          <ac:spMkLst>
            <pc:docMk/>
            <pc:sldMk cId="0" sldId="260"/>
            <ac:spMk id="17" creationId="{00000000-0000-0000-0000-000000000000}"/>
          </ac:spMkLst>
        </pc:spChg>
        <pc:spChg chg="mod">
          <ac:chgData name="Michael Lamb" userId="57c3f3671c8633cd" providerId="LiveId" clId="{2384C4B6-81F4-40FF-B005-A5B684AAD0B8}" dt="2026-04-14T12:11:41.992" v="7448" actId="1076"/>
          <ac:spMkLst>
            <pc:docMk/>
            <pc:sldMk cId="0" sldId="260"/>
            <ac:spMk id="20" creationId="{00000000-0000-0000-0000-000000000000}"/>
          </ac:spMkLst>
        </pc:spChg>
        <pc:spChg chg="mod">
          <ac:chgData name="Michael Lamb" userId="57c3f3671c8633cd" providerId="LiveId" clId="{2384C4B6-81F4-40FF-B005-A5B684AAD0B8}" dt="2026-04-14T12:08:28.287" v="7233" actId="1036"/>
          <ac:spMkLst>
            <pc:docMk/>
            <pc:sldMk cId="0" sldId="260"/>
            <ac:spMk id="22" creationId="{00000000-0000-0000-0000-000000000000}"/>
          </ac:spMkLst>
        </pc:spChg>
        <pc:spChg chg="mod">
          <ac:chgData name="Michael Lamb" userId="57c3f3671c8633cd" providerId="LiveId" clId="{2384C4B6-81F4-40FF-B005-A5B684AAD0B8}" dt="2026-04-14T12:16:11.175" v="7505" actId="20577"/>
          <ac:spMkLst>
            <pc:docMk/>
            <pc:sldMk cId="0" sldId="260"/>
            <ac:spMk id="23" creationId="{00000000-0000-0000-0000-000000000000}"/>
          </ac:spMkLst>
        </pc:spChg>
        <pc:spChg chg="mod">
          <ac:chgData name="Michael Lamb" userId="57c3f3671c8633cd" providerId="LiveId" clId="{2384C4B6-81F4-40FF-B005-A5B684AAD0B8}" dt="2026-04-14T12:11:28.563" v="7444" actId="14100"/>
          <ac:spMkLst>
            <pc:docMk/>
            <pc:sldMk cId="0" sldId="260"/>
            <ac:spMk id="24" creationId="{00000000-0000-0000-0000-000000000000}"/>
          </ac:spMkLst>
        </pc:spChg>
        <pc:spChg chg="mod">
          <ac:chgData name="Michael Lamb" userId="57c3f3671c8633cd" providerId="LiveId" clId="{2384C4B6-81F4-40FF-B005-A5B684AAD0B8}" dt="2026-04-14T12:08:28.287" v="7233" actId="1036"/>
          <ac:spMkLst>
            <pc:docMk/>
            <pc:sldMk cId="0" sldId="260"/>
            <ac:spMk id="26" creationId="{00000000-0000-0000-0000-000000000000}"/>
          </ac:spMkLst>
        </pc:spChg>
        <pc:spChg chg="mod">
          <ac:chgData name="Michael Lamb" userId="57c3f3671c8633cd" providerId="LiveId" clId="{2384C4B6-81F4-40FF-B005-A5B684AAD0B8}" dt="2026-04-14T12:11:36.350" v="7446" actId="1076"/>
          <ac:spMkLst>
            <pc:docMk/>
            <pc:sldMk cId="0" sldId="260"/>
            <ac:spMk id="27" creationId="{00000000-0000-0000-0000-000000000000}"/>
          </ac:spMkLst>
        </pc:spChg>
        <pc:spChg chg="mod">
          <ac:chgData name="Michael Lamb" userId="57c3f3671c8633cd" providerId="LiveId" clId="{2384C4B6-81F4-40FF-B005-A5B684AAD0B8}" dt="2026-04-14T12:11:28.563" v="7444" actId="14100"/>
          <ac:spMkLst>
            <pc:docMk/>
            <pc:sldMk cId="0" sldId="260"/>
            <ac:spMk id="28" creationId="{00000000-0000-0000-0000-000000000000}"/>
          </ac:spMkLst>
        </pc:spChg>
        <pc:spChg chg="mod">
          <ac:chgData name="Michael Lamb" userId="57c3f3671c8633cd" providerId="LiveId" clId="{2384C4B6-81F4-40FF-B005-A5B684AAD0B8}" dt="2026-04-14T12:08:28.287" v="7233" actId="1036"/>
          <ac:spMkLst>
            <pc:docMk/>
            <pc:sldMk cId="0" sldId="260"/>
            <ac:spMk id="30" creationId="{00000000-0000-0000-0000-000000000000}"/>
          </ac:spMkLst>
        </pc:spChg>
        <pc:spChg chg="mod">
          <ac:chgData name="Michael Lamb" userId="57c3f3671c8633cd" providerId="LiveId" clId="{2384C4B6-81F4-40FF-B005-A5B684AAD0B8}" dt="2026-04-14T12:11:57.130" v="7450" actId="1076"/>
          <ac:spMkLst>
            <pc:docMk/>
            <pc:sldMk cId="0" sldId="260"/>
            <ac:spMk id="31" creationId="{00000000-0000-0000-0000-000000000000}"/>
          </ac:spMkLst>
        </pc:spChg>
        <pc:picChg chg="mod">
          <ac:chgData name="Michael Lamb" userId="57c3f3671c8633cd" providerId="LiveId" clId="{2384C4B6-81F4-40FF-B005-A5B684AAD0B8}" dt="2026-04-10T10:09:38.154" v="190" actId="1036"/>
          <ac:picMkLst>
            <pc:docMk/>
            <pc:sldMk cId="0" sldId="260"/>
            <ac:picMk id="7" creationId="{00000000-0000-0000-0000-000000000000}"/>
          </ac:picMkLst>
        </pc:picChg>
        <pc:picChg chg="mod">
          <ac:chgData name="Michael Lamb" userId="57c3f3671c8633cd" providerId="LiveId" clId="{2384C4B6-81F4-40FF-B005-A5B684AAD0B8}" dt="2026-04-14T12:08:28.287" v="7233" actId="1036"/>
          <ac:picMkLst>
            <pc:docMk/>
            <pc:sldMk cId="0" sldId="260"/>
            <ac:picMk id="21" creationId="{00000000-0000-0000-0000-000000000000}"/>
          </ac:picMkLst>
        </pc:picChg>
        <pc:picChg chg="mod">
          <ac:chgData name="Michael Lamb" userId="57c3f3671c8633cd" providerId="LiveId" clId="{2384C4B6-81F4-40FF-B005-A5B684AAD0B8}" dt="2026-04-10T10:09:46.786" v="209" actId="1035"/>
          <ac:picMkLst>
            <pc:docMk/>
            <pc:sldMk cId="0" sldId="260"/>
            <ac:picMk id="25" creationId="{00000000-0000-0000-0000-000000000000}"/>
          </ac:picMkLst>
        </pc:picChg>
      </pc:sldChg>
      <pc:sldChg chg="addSp modSp mod modNotesTx">
        <pc:chgData name="Michael Lamb" userId="57c3f3671c8633cd" providerId="LiveId" clId="{2384C4B6-81F4-40FF-B005-A5B684AAD0B8}" dt="2026-04-21T02:49:56.606" v="9028" actId="20577"/>
        <pc:sldMkLst>
          <pc:docMk/>
          <pc:sldMk cId="0" sldId="261"/>
        </pc:sldMkLst>
        <pc:spChg chg="mod">
          <ac:chgData name="Michael Lamb" userId="57c3f3671c8633cd" providerId="LiveId" clId="{2384C4B6-81F4-40FF-B005-A5B684AAD0B8}" dt="2026-03-29T11:46:29.602" v="5" actId="404"/>
          <ac:spMkLst>
            <pc:docMk/>
            <pc:sldMk cId="0" sldId="261"/>
            <ac:spMk id="3" creationId="{00000000-0000-0000-0000-000000000000}"/>
          </ac:spMkLst>
        </pc:spChg>
        <pc:spChg chg="mod">
          <ac:chgData name="Michael Lamb" userId="57c3f3671c8633cd" providerId="LiveId" clId="{2384C4B6-81F4-40FF-B005-A5B684AAD0B8}" dt="2026-04-19T18:02:36.278" v="8519" actId="14100"/>
          <ac:spMkLst>
            <pc:docMk/>
            <pc:sldMk cId="0" sldId="261"/>
            <ac:spMk id="5" creationId="{00000000-0000-0000-0000-000000000000}"/>
          </ac:spMkLst>
        </pc:spChg>
        <pc:spChg chg="mod">
          <ac:chgData name="Michael Lamb" userId="57c3f3671c8633cd" providerId="LiveId" clId="{2384C4B6-81F4-40FF-B005-A5B684AAD0B8}" dt="2026-04-19T18:03:11.516" v="8542" actId="20577"/>
          <ac:spMkLst>
            <pc:docMk/>
            <pc:sldMk cId="0" sldId="261"/>
            <ac:spMk id="6" creationId="{00000000-0000-0000-0000-000000000000}"/>
          </ac:spMkLst>
        </pc:spChg>
        <pc:spChg chg="mod">
          <ac:chgData name="Michael Lamb" userId="57c3f3671c8633cd" providerId="LiveId" clId="{2384C4B6-81F4-40FF-B005-A5B684AAD0B8}" dt="2026-04-11T12:29:09.980" v="1002" actId="207"/>
          <ac:spMkLst>
            <pc:docMk/>
            <pc:sldMk cId="0" sldId="261"/>
            <ac:spMk id="10" creationId="{00000000-0000-0000-0000-000000000000}"/>
          </ac:spMkLst>
        </pc:spChg>
        <pc:spChg chg="mod">
          <ac:chgData name="Michael Lamb" userId="57c3f3671c8633cd" providerId="LiveId" clId="{2384C4B6-81F4-40FF-B005-A5B684AAD0B8}" dt="2026-04-19T18:06:00.864" v="8646" actId="403"/>
          <ac:spMkLst>
            <pc:docMk/>
            <pc:sldMk cId="0" sldId="261"/>
            <ac:spMk id="11" creationId="{00000000-0000-0000-0000-000000000000}"/>
          </ac:spMkLst>
        </pc:spChg>
        <pc:spChg chg="mod">
          <ac:chgData name="Michael Lamb" userId="57c3f3671c8633cd" providerId="LiveId" clId="{2384C4B6-81F4-40FF-B005-A5B684AAD0B8}" dt="2026-04-11T12:29:26.486" v="1003" actId="207"/>
          <ac:spMkLst>
            <pc:docMk/>
            <pc:sldMk cId="0" sldId="261"/>
            <ac:spMk id="15" creationId="{00000000-0000-0000-0000-000000000000}"/>
          </ac:spMkLst>
        </pc:spChg>
        <pc:spChg chg="mod">
          <ac:chgData name="Michael Lamb" userId="57c3f3671c8633cd" providerId="LiveId" clId="{2384C4B6-81F4-40FF-B005-A5B684AAD0B8}" dt="2026-04-19T18:06:00.864" v="8646" actId="403"/>
          <ac:spMkLst>
            <pc:docMk/>
            <pc:sldMk cId="0" sldId="261"/>
            <ac:spMk id="16" creationId="{00000000-0000-0000-0000-000000000000}"/>
          </ac:spMkLst>
        </pc:spChg>
        <pc:spChg chg="mod">
          <ac:chgData name="Michael Lamb" userId="57c3f3671c8633cd" providerId="LiveId" clId="{2384C4B6-81F4-40FF-B005-A5B684AAD0B8}" dt="2026-04-11T12:29:26.486" v="1003" actId="207"/>
          <ac:spMkLst>
            <pc:docMk/>
            <pc:sldMk cId="0" sldId="261"/>
            <ac:spMk id="20" creationId="{00000000-0000-0000-0000-000000000000}"/>
          </ac:spMkLst>
        </pc:spChg>
        <pc:spChg chg="mod">
          <ac:chgData name="Michael Lamb" userId="57c3f3671c8633cd" providerId="LiveId" clId="{2384C4B6-81F4-40FF-B005-A5B684AAD0B8}" dt="2026-04-19T18:06:00.864" v="8646" actId="403"/>
          <ac:spMkLst>
            <pc:docMk/>
            <pc:sldMk cId="0" sldId="261"/>
            <ac:spMk id="21" creationId="{00000000-0000-0000-0000-000000000000}"/>
          </ac:spMkLst>
        </pc:spChg>
        <pc:spChg chg="mod">
          <ac:chgData name="Michael Lamb" userId="57c3f3671c8633cd" providerId="LiveId" clId="{2384C4B6-81F4-40FF-B005-A5B684AAD0B8}" dt="2026-04-11T12:30:32.935" v="1007" actId="207"/>
          <ac:spMkLst>
            <pc:docMk/>
            <pc:sldMk cId="0" sldId="261"/>
            <ac:spMk id="25" creationId="{00000000-0000-0000-0000-000000000000}"/>
          </ac:spMkLst>
        </pc:spChg>
        <pc:spChg chg="mod">
          <ac:chgData name="Michael Lamb" userId="57c3f3671c8633cd" providerId="LiveId" clId="{2384C4B6-81F4-40FF-B005-A5B684AAD0B8}" dt="2026-04-19T18:06:00.864" v="8646" actId="403"/>
          <ac:spMkLst>
            <pc:docMk/>
            <pc:sldMk cId="0" sldId="261"/>
            <ac:spMk id="26" creationId="{00000000-0000-0000-0000-000000000000}"/>
          </ac:spMkLst>
        </pc:spChg>
        <pc:spChg chg="mod">
          <ac:chgData name="Michael Lamb" userId="57c3f3671c8633cd" providerId="LiveId" clId="{2384C4B6-81F4-40FF-B005-A5B684AAD0B8}" dt="2026-04-11T12:30:14.411" v="1005" actId="207"/>
          <ac:spMkLst>
            <pc:docMk/>
            <pc:sldMk cId="0" sldId="261"/>
            <ac:spMk id="30" creationId="{00000000-0000-0000-0000-000000000000}"/>
          </ac:spMkLst>
        </pc:spChg>
        <pc:spChg chg="mod">
          <ac:chgData name="Michael Lamb" userId="57c3f3671c8633cd" providerId="LiveId" clId="{2384C4B6-81F4-40FF-B005-A5B684AAD0B8}" dt="2026-04-19T18:06:00.864" v="8646" actId="403"/>
          <ac:spMkLst>
            <pc:docMk/>
            <pc:sldMk cId="0" sldId="261"/>
            <ac:spMk id="31" creationId="{00000000-0000-0000-0000-000000000000}"/>
          </ac:spMkLst>
        </pc:spChg>
        <pc:spChg chg="mod">
          <ac:chgData name="Michael Lamb" userId="57c3f3671c8633cd" providerId="LiveId" clId="{2384C4B6-81F4-40FF-B005-A5B684AAD0B8}" dt="2026-04-11T12:29:51.463" v="1004" actId="207"/>
          <ac:spMkLst>
            <pc:docMk/>
            <pc:sldMk cId="0" sldId="261"/>
            <ac:spMk id="35" creationId="{00000000-0000-0000-0000-000000000000}"/>
          </ac:spMkLst>
        </pc:spChg>
        <pc:spChg chg="mod">
          <ac:chgData name="Michael Lamb" userId="57c3f3671c8633cd" providerId="LiveId" clId="{2384C4B6-81F4-40FF-B005-A5B684AAD0B8}" dt="2026-04-19T18:06:00.864" v="8646" actId="403"/>
          <ac:spMkLst>
            <pc:docMk/>
            <pc:sldMk cId="0" sldId="261"/>
            <ac:spMk id="36" creationId="{00000000-0000-0000-0000-000000000000}"/>
          </ac:spMkLst>
        </pc:spChg>
        <pc:spChg chg="mod">
          <ac:chgData name="Michael Lamb" userId="57c3f3671c8633cd" providerId="LiveId" clId="{2384C4B6-81F4-40FF-B005-A5B684AAD0B8}" dt="2026-04-11T12:30:21.958" v="1006" actId="207"/>
          <ac:spMkLst>
            <pc:docMk/>
            <pc:sldMk cId="0" sldId="261"/>
            <ac:spMk id="40" creationId="{00000000-0000-0000-0000-000000000000}"/>
          </ac:spMkLst>
        </pc:spChg>
        <pc:spChg chg="mod">
          <ac:chgData name="Michael Lamb" userId="57c3f3671c8633cd" providerId="LiveId" clId="{2384C4B6-81F4-40FF-B005-A5B684AAD0B8}" dt="2026-04-19T18:06:53.082" v="8736" actId="20577"/>
          <ac:spMkLst>
            <pc:docMk/>
            <pc:sldMk cId="0" sldId="261"/>
            <ac:spMk id="41" creationId="{00000000-0000-0000-0000-000000000000}"/>
          </ac:spMkLst>
        </pc:spChg>
        <pc:spChg chg="mod">
          <ac:chgData name="Michael Lamb" userId="57c3f3671c8633cd" providerId="LiveId" clId="{2384C4B6-81F4-40FF-B005-A5B684AAD0B8}" dt="2026-04-19T18:05:21.465" v="8643" actId="20577"/>
          <ac:spMkLst>
            <pc:docMk/>
            <pc:sldMk cId="0" sldId="261"/>
            <ac:spMk id="42" creationId="{00000000-0000-0000-0000-000000000000}"/>
          </ac:spMkLst>
        </pc:spChg>
        <pc:spChg chg="mod">
          <ac:chgData name="Michael Lamb" userId="57c3f3671c8633cd" providerId="LiveId" clId="{2384C4B6-81F4-40FF-B005-A5B684AAD0B8}" dt="2026-04-11T12:31:31.745" v="1009" actId="207"/>
          <ac:spMkLst>
            <pc:docMk/>
            <pc:sldMk cId="0" sldId="261"/>
            <ac:spMk id="44" creationId="{00000000-0000-0000-0000-000000000000}"/>
          </ac:spMkLst>
        </pc:spChg>
        <pc:spChg chg="mod">
          <ac:chgData name="Michael Lamb" userId="57c3f3671c8633cd" providerId="LiveId" clId="{2384C4B6-81F4-40FF-B005-A5B684AAD0B8}" dt="2026-04-11T12:31:26.120" v="1008" actId="207"/>
          <ac:spMkLst>
            <pc:docMk/>
            <pc:sldMk cId="0" sldId="261"/>
            <ac:spMk id="45" creationId="{00000000-0000-0000-0000-000000000000}"/>
          </ac:spMkLst>
        </pc:spChg>
        <pc:spChg chg="mod">
          <ac:chgData name="Michael Lamb" userId="57c3f3671c8633cd" providerId="LiveId" clId="{2384C4B6-81F4-40FF-B005-A5B684AAD0B8}" dt="2026-04-11T12:28:33.374" v="1001" actId="20577"/>
          <ac:spMkLst>
            <pc:docMk/>
            <pc:sldMk cId="0" sldId="261"/>
            <ac:spMk id="47" creationId="{00000000-0000-0000-0000-000000000000}"/>
          </ac:spMkLst>
        </pc:spChg>
        <pc:spChg chg="mod">
          <ac:chgData name="Michael Lamb" userId="57c3f3671c8633cd" providerId="LiveId" clId="{2384C4B6-81F4-40FF-B005-A5B684AAD0B8}" dt="2026-04-11T12:32:25.407" v="1013" actId="207"/>
          <ac:spMkLst>
            <pc:docMk/>
            <pc:sldMk cId="0" sldId="261"/>
            <ac:spMk id="49" creationId="{00000000-0000-0000-0000-000000000000}"/>
          </ac:spMkLst>
        </pc:spChg>
        <pc:spChg chg="mod">
          <ac:chgData name="Michael Lamb" userId="57c3f3671c8633cd" providerId="LiveId" clId="{2384C4B6-81F4-40FF-B005-A5B684AAD0B8}" dt="2026-04-11T12:32:16.501" v="1012" actId="207"/>
          <ac:spMkLst>
            <pc:docMk/>
            <pc:sldMk cId="0" sldId="261"/>
            <ac:spMk id="50" creationId="{00000000-0000-0000-0000-000000000000}"/>
          </ac:spMkLst>
        </pc:spChg>
        <pc:spChg chg="mod">
          <ac:chgData name="Michael Lamb" userId="57c3f3671c8633cd" providerId="LiveId" clId="{2384C4B6-81F4-40FF-B005-A5B684AAD0B8}" dt="2026-04-11T12:32:48.336" v="1017" actId="207"/>
          <ac:spMkLst>
            <pc:docMk/>
            <pc:sldMk cId="0" sldId="261"/>
            <ac:spMk id="54" creationId="{00000000-0000-0000-0000-000000000000}"/>
          </ac:spMkLst>
        </pc:spChg>
        <pc:spChg chg="mod">
          <ac:chgData name="Michael Lamb" userId="57c3f3671c8633cd" providerId="LiveId" clId="{2384C4B6-81F4-40FF-B005-A5B684AAD0B8}" dt="2026-04-11T12:32:44.956" v="1016" actId="207"/>
          <ac:spMkLst>
            <pc:docMk/>
            <pc:sldMk cId="0" sldId="261"/>
            <ac:spMk id="55" creationId="{00000000-0000-0000-0000-000000000000}"/>
          </ac:spMkLst>
        </pc:spChg>
        <pc:spChg chg="mod">
          <ac:chgData name="Michael Lamb" userId="57c3f3671c8633cd" providerId="LiveId" clId="{2384C4B6-81F4-40FF-B005-A5B684AAD0B8}" dt="2026-04-11T12:33:13.568" v="1019" actId="207"/>
          <ac:spMkLst>
            <pc:docMk/>
            <pc:sldMk cId="0" sldId="261"/>
            <ac:spMk id="59" creationId="{00000000-0000-0000-0000-000000000000}"/>
          </ac:spMkLst>
        </pc:spChg>
        <pc:spChg chg="mod">
          <ac:chgData name="Michael Lamb" userId="57c3f3671c8633cd" providerId="LiveId" clId="{2384C4B6-81F4-40FF-B005-A5B684AAD0B8}" dt="2026-04-11T12:33:07.930" v="1018" actId="207"/>
          <ac:spMkLst>
            <pc:docMk/>
            <pc:sldMk cId="0" sldId="261"/>
            <ac:spMk id="60" creationId="{00000000-0000-0000-0000-000000000000}"/>
          </ac:spMkLst>
        </pc:spChg>
        <pc:spChg chg="mod">
          <ac:chgData name="Michael Lamb" userId="57c3f3671c8633cd" providerId="LiveId" clId="{2384C4B6-81F4-40FF-B005-A5B684AAD0B8}" dt="2026-04-11T12:31:55.866" v="1011" actId="207"/>
          <ac:spMkLst>
            <pc:docMk/>
            <pc:sldMk cId="0" sldId="261"/>
            <ac:spMk id="64" creationId="{00000000-0000-0000-0000-000000000000}"/>
          </ac:spMkLst>
        </pc:spChg>
        <pc:spChg chg="mod">
          <ac:chgData name="Michael Lamb" userId="57c3f3671c8633cd" providerId="LiveId" clId="{2384C4B6-81F4-40FF-B005-A5B684AAD0B8}" dt="2026-04-11T12:31:50.430" v="1010" actId="207"/>
          <ac:spMkLst>
            <pc:docMk/>
            <pc:sldMk cId="0" sldId="261"/>
            <ac:spMk id="65" creationId="{00000000-0000-0000-0000-000000000000}"/>
          </ac:spMkLst>
        </pc:spChg>
        <pc:spChg chg="mod">
          <ac:chgData name="Michael Lamb" userId="57c3f3671c8633cd" providerId="LiveId" clId="{2384C4B6-81F4-40FF-B005-A5B684AAD0B8}" dt="2026-04-10T10:13:30.303" v="312" actId="20577"/>
          <ac:spMkLst>
            <pc:docMk/>
            <pc:sldMk cId="0" sldId="261"/>
            <ac:spMk id="67" creationId="{00000000-0000-0000-0000-000000000000}"/>
          </ac:spMkLst>
        </pc:spChg>
        <pc:spChg chg="mod">
          <ac:chgData name="Michael Lamb" userId="57c3f3671c8633cd" providerId="LiveId" clId="{2384C4B6-81F4-40FF-B005-A5B684AAD0B8}" dt="2026-04-10T10:12:47.317" v="290" actId="20577"/>
          <ac:spMkLst>
            <pc:docMk/>
            <pc:sldMk cId="0" sldId="261"/>
            <ac:spMk id="69" creationId="{00000000-0000-0000-0000-000000000000}"/>
          </ac:spMkLst>
        </pc:spChg>
        <pc:spChg chg="mod">
          <ac:chgData name="Michael Lamb" userId="57c3f3671c8633cd" providerId="LiveId" clId="{2384C4B6-81F4-40FF-B005-A5B684AAD0B8}" dt="2026-04-14T12:20:06.930" v="7633" actId="20577"/>
          <ac:spMkLst>
            <pc:docMk/>
            <pc:sldMk cId="0" sldId="261"/>
            <ac:spMk id="70" creationId="{00000000-0000-0000-0000-000000000000}"/>
          </ac:spMkLst>
        </pc:spChg>
        <pc:spChg chg="add mod">
          <ac:chgData name="Michael Lamb" userId="57c3f3671c8633cd" providerId="LiveId" clId="{2384C4B6-81F4-40FF-B005-A5B684AAD0B8}" dt="2026-04-19T18:04:54.711" v="8615" actId="20577"/>
          <ac:spMkLst>
            <pc:docMk/>
            <pc:sldMk cId="0" sldId="261"/>
            <ac:spMk id="71" creationId="{9BC2DB04-E93F-3B12-5DC6-68D97AB96EE6}"/>
          </ac:spMkLst>
        </pc:spChg>
      </pc:sldChg>
      <pc:sldChg chg="modSp mod ord">
        <pc:chgData name="Michael Lamb" userId="57c3f3671c8633cd" providerId="LiveId" clId="{2384C4B6-81F4-40FF-B005-A5B684AAD0B8}" dt="2026-04-19T18:01:25.013" v="8518" actId="20577"/>
        <pc:sldMkLst>
          <pc:docMk/>
          <pc:sldMk cId="0" sldId="262"/>
        </pc:sldMkLst>
        <pc:spChg chg="mod">
          <ac:chgData name="Michael Lamb" userId="57c3f3671c8633cd" providerId="LiveId" clId="{2384C4B6-81F4-40FF-B005-A5B684AAD0B8}" dt="2026-04-14T12:16:46.996" v="7506" actId="20577"/>
          <ac:spMkLst>
            <pc:docMk/>
            <pc:sldMk cId="0" sldId="262"/>
            <ac:spMk id="2" creationId="{00000000-0000-0000-0000-000000000000}"/>
          </ac:spMkLst>
        </pc:spChg>
        <pc:spChg chg="mod">
          <ac:chgData name="Michael Lamb" userId="57c3f3671c8633cd" providerId="LiveId" clId="{2384C4B6-81F4-40FF-B005-A5B684AAD0B8}" dt="2026-04-14T12:19:33.977" v="7561" actId="20577"/>
          <ac:spMkLst>
            <pc:docMk/>
            <pc:sldMk cId="0" sldId="262"/>
            <ac:spMk id="26" creationId="{00000000-0000-0000-0000-000000000000}"/>
          </ac:spMkLst>
        </pc:spChg>
        <pc:spChg chg="mod">
          <ac:chgData name="Michael Lamb" userId="57c3f3671c8633cd" providerId="LiveId" clId="{2384C4B6-81F4-40FF-B005-A5B684AAD0B8}" dt="2026-04-19T18:01:25.013" v="8518" actId="20577"/>
          <ac:spMkLst>
            <pc:docMk/>
            <pc:sldMk cId="0" sldId="262"/>
            <ac:spMk id="28" creationId="{00000000-0000-0000-0000-000000000000}"/>
          </ac:spMkLst>
        </pc:spChg>
        <pc:spChg chg="mod">
          <ac:chgData name="Michael Lamb" userId="57c3f3671c8633cd" providerId="LiveId" clId="{2384C4B6-81F4-40FF-B005-A5B684AAD0B8}" dt="2026-04-10T10:14:41.899" v="322" actId="20577"/>
          <ac:spMkLst>
            <pc:docMk/>
            <pc:sldMk cId="0" sldId="262"/>
            <ac:spMk id="32" creationId="{00000000-0000-0000-0000-000000000000}"/>
          </ac:spMkLst>
        </pc:spChg>
      </pc:sldChg>
      <pc:sldChg chg="modSp mod">
        <pc:chgData name="Michael Lamb" userId="57c3f3671c8633cd" providerId="LiveId" clId="{2384C4B6-81F4-40FF-B005-A5B684AAD0B8}" dt="2026-04-14T12:25:31.372" v="7949" actId="20577"/>
        <pc:sldMkLst>
          <pc:docMk/>
          <pc:sldMk cId="0" sldId="263"/>
        </pc:sldMkLst>
        <pc:spChg chg="mod">
          <ac:chgData name="Michael Lamb" userId="57c3f3671c8633cd" providerId="LiveId" clId="{2384C4B6-81F4-40FF-B005-A5B684AAD0B8}" dt="2026-04-14T12:22:25.234" v="7737" actId="20577"/>
          <ac:spMkLst>
            <pc:docMk/>
            <pc:sldMk cId="0" sldId="263"/>
            <ac:spMk id="2" creationId="{00000000-0000-0000-0000-000000000000}"/>
          </ac:spMkLst>
        </pc:spChg>
        <pc:spChg chg="mod">
          <ac:chgData name="Michael Lamb" userId="57c3f3671c8633cd" providerId="LiveId" clId="{2384C4B6-81F4-40FF-B005-A5B684AAD0B8}" dt="2026-04-14T12:22:58.213" v="7768" actId="20577"/>
          <ac:spMkLst>
            <pc:docMk/>
            <pc:sldMk cId="0" sldId="263"/>
            <ac:spMk id="3" creationId="{00000000-0000-0000-0000-000000000000}"/>
          </ac:spMkLst>
        </pc:spChg>
        <pc:spChg chg="mod">
          <ac:chgData name="Michael Lamb" userId="57c3f3671c8633cd" providerId="LiveId" clId="{2384C4B6-81F4-40FF-B005-A5B684AAD0B8}" dt="2026-04-14T12:23:29.145" v="7785" actId="20577"/>
          <ac:spMkLst>
            <pc:docMk/>
            <pc:sldMk cId="0" sldId="263"/>
            <ac:spMk id="13" creationId="{00000000-0000-0000-0000-000000000000}"/>
          </ac:spMkLst>
        </pc:spChg>
        <pc:spChg chg="mod">
          <ac:chgData name="Michael Lamb" userId="57c3f3671c8633cd" providerId="LiveId" clId="{2384C4B6-81F4-40FF-B005-A5B684AAD0B8}" dt="2026-04-14T12:24:02.447" v="7853" actId="20577"/>
          <ac:spMkLst>
            <pc:docMk/>
            <pc:sldMk cId="0" sldId="263"/>
            <ac:spMk id="18" creationId="{00000000-0000-0000-0000-000000000000}"/>
          </ac:spMkLst>
        </pc:spChg>
        <pc:spChg chg="mod">
          <ac:chgData name="Michael Lamb" userId="57c3f3671c8633cd" providerId="LiveId" clId="{2384C4B6-81F4-40FF-B005-A5B684AAD0B8}" dt="2026-04-14T12:25:31.372" v="7949" actId="20577"/>
          <ac:spMkLst>
            <pc:docMk/>
            <pc:sldMk cId="0" sldId="263"/>
            <ac:spMk id="23" creationId="{00000000-0000-0000-0000-000000000000}"/>
          </ac:spMkLst>
        </pc:spChg>
      </pc:sldChg>
      <pc:sldChg chg="modSp mod">
        <pc:chgData name="Michael Lamb" userId="57c3f3671c8633cd" providerId="LiveId" clId="{2384C4B6-81F4-40FF-B005-A5B684AAD0B8}" dt="2026-04-19T18:12:01.390" v="8832" actId="20577"/>
        <pc:sldMkLst>
          <pc:docMk/>
          <pc:sldMk cId="0" sldId="264"/>
        </pc:sldMkLst>
        <pc:spChg chg="mod">
          <ac:chgData name="Michael Lamb" userId="57c3f3671c8633cd" providerId="LiveId" clId="{2384C4B6-81F4-40FF-B005-A5B684AAD0B8}" dt="2026-04-19T18:10:13.123" v="8756" actId="403"/>
          <ac:spMkLst>
            <pc:docMk/>
            <pc:sldMk cId="0" sldId="264"/>
            <ac:spMk id="3" creationId="{00000000-0000-0000-0000-000000000000}"/>
          </ac:spMkLst>
        </pc:spChg>
        <pc:spChg chg="mod">
          <ac:chgData name="Michael Lamb" userId="57c3f3671c8633cd" providerId="LiveId" clId="{2384C4B6-81F4-40FF-B005-A5B684AAD0B8}" dt="2026-04-19T18:10:25.012" v="8773" actId="1035"/>
          <ac:spMkLst>
            <pc:docMk/>
            <pc:sldMk cId="0" sldId="264"/>
            <ac:spMk id="4" creationId="{00000000-0000-0000-0000-000000000000}"/>
          </ac:spMkLst>
        </pc:spChg>
        <pc:spChg chg="mod">
          <ac:chgData name="Michael Lamb" userId="57c3f3671c8633cd" providerId="LiveId" clId="{2384C4B6-81F4-40FF-B005-A5B684AAD0B8}" dt="2026-04-19T18:10:34.763" v="8778" actId="20577"/>
          <ac:spMkLst>
            <pc:docMk/>
            <pc:sldMk cId="0" sldId="264"/>
            <ac:spMk id="5" creationId="{00000000-0000-0000-0000-000000000000}"/>
          </ac:spMkLst>
        </pc:spChg>
        <pc:spChg chg="mod">
          <ac:chgData name="Michael Lamb" userId="57c3f3671c8633cd" providerId="LiveId" clId="{2384C4B6-81F4-40FF-B005-A5B684AAD0B8}" dt="2026-04-19T18:11:07.967" v="8793" actId="1035"/>
          <ac:spMkLst>
            <pc:docMk/>
            <pc:sldMk cId="0" sldId="264"/>
            <ac:spMk id="7" creationId="{00000000-0000-0000-0000-000000000000}"/>
          </ac:spMkLst>
        </pc:spChg>
        <pc:spChg chg="mod">
          <ac:chgData name="Michael Lamb" userId="57c3f3671c8633cd" providerId="LiveId" clId="{2384C4B6-81F4-40FF-B005-A5B684AAD0B8}" dt="2026-04-19T18:11:07.967" v="8793" actId="1035"/>
          <ac:spMkLst>
            <pc:docMk/>
            <pc:sldMk cId="0" sldId="264"/>
            <ac:spMk id="8" creationId="{00000000-0000-0000-0000-000000000000}"/>
          </ac:spMkLst>
        </pc:spChg>
        <pc:spChg chg="mod">
          <ac:chgData name="Michael Lamb" userId="57c3f3671c8633cd" providerId="LiveId" clId="{2384C4B6-81F4-40FF-B005-A5B684AAD0B8}" dt="2026-04-11T12:53:40.649" v="1452" actId="404"/>
          <ac:spMkLst>
            <pc:docMk/>
            <pc:sldMk cId="0" sldId="264"/>
            <ac:spMk id="11" creationId="{00000000-0000-0000-0000-000000000000}"/>
          </ac:spMkLst>
        </pc:spChg>
        <pc:spChg chg="mod">
          <ac:chgData name="Michael Lamb" userId="57c3f3671c8633cd" providerId="LiveId" clId="{2384C4B6-81F4-40FF-B005-A5B684AAD0B8}" dt="2026-04-19T18:11:07.967" v="8793" actId="1035"/>
          <ac:spMkLst>
            <pc:docMk/>
            <pc:sldMk cId="0" sldId="264"/>
            <ac:spMk id="13" creationId="{00000000-0000-0000-0000-000000000000}"/>
          </ac:spMkLst>
        </pc:spChg>
        <pc:spChg chg="mod">
          <ac:chgData name="Michael Lamb" userId="57c3f3671c8633cd" providerId="LiveId" clId="{2384C4B6-81F4-40FF-B005-A5B684AAD0B8}" dt="2026-04-11T12:53:40.649" v="1452" actId="404"/>
          <ac:spMkLst>
            <pc:docMk/>
            <pc:sldMk cId="0" sldId="264"/>
            <ac:spMk id="16" creationId="{00000000-0000-0000-0000-000000000000}"/>
          </ac:spMkLst>
        </pc:spChg>
        <pc:spChg chg="mod">
          <ac:chgData name="Michael Lamb" userId="57c3f3671c8633cd" providerId="LiveId" clId="{2384C4B6-81F4-40FF-B005-A5B684AAD0B8}" dt="2026-04-19T18:11:07.967" v="8793" actId="1035"/>
          <ac:spMkLst>
            <pc:docMk/>
            <pc:sldMk cId="0" sldId="264"/>
            <ac:spMk id="17" creationId="{00000000-0000-0000-0000-000000000000}"/>
          </ac:spMkLst>
        </pc:spChg>
        <pc:spChg chg="mod">
          <ac:chgData name="Michael Lamb" userId="57c3f3671c8633cd" providerId="LiveId" clId="{2384C4B6-81F4-40FF-B005-A5B684AAD0B8}" dt="2026-04-11T12:53:40.649" v="1452" actId="404"/>
          <ac:spMkLst>
            <pc:docMk/>
            <pc:sldMk cId="0" sldId="264"/>
            <ac:spMk id="19" creationId="{00000000-0000-0000-0000-000000000000}"/>
          </ac:spMkLst>
        </pc:spChg>
        <pc:spChg chg="mod">
          <ac:chgData name="Michael Lamb" userId="57c3f3671c8633cd" providerId="LiveId" clId="{2384C4B6-81F4-40FF-B005-A5B684AAD0B8}" dt="2026-04-19T18:11:07.967" v="8793" actId="1035"/>
          <ac:spMkLst>
            <pc:docMk/>
            <pc:sldMk cId="0" sldId="264"/>
            <ac:spMk id="20" creationId="{00000000-0000-0000-0000-000000000000}"/>
          </ac:spMkLst>
        </pc:spChg>
        <pc:spChg chg="mod">
          <ac:chgData name="Michael Lamb" userId="57c3f3671c8633cd" providerId="LiveId" clId="{2384C4B6-81F4-40FF-B005-A5B684AAD0B8}" dt="2026-04-19T18:11:07.967" v="8793" actId="1035"/>
          <ac:spMkLst>
            <pc:docMk/>
            <pc:sldMk cId="0" sldId="264"/>
            <ac:spMk id="21" creationId="{00000000-0000-0000-0000-000000000000}"/>
          </ac:spMkLst>
        </pc:spChg>
        <pc:spChg chg="mod">
          <ac:chgData name="Michael Lamb" userId="57c3f3671c8633cd" providerId="LiveId" clId="{2384C4B6-81F4-40FF-B005-A5B684AAD0B8}" dt="2026-04-19T18:11:07.967" v="8793" actId="1035"/>
          <ac:spMkLst>
            <pc:docMk/>
            <pc:sldMk cId="0" sldId="264"/>
            <ac:spMk id="26" creationId="{00000000-0000-0000-0000-000000000000}"/>
          </ac:spMkLst>
        </pc:spChg>
        <pc:spChg chg="mod">
          <ac:chgData name="Michael Lamb" userId="57c3f3671c8633cd" providerId="LiveId" clId="{2384C4B6-81F4-40FF-B005-A5B684AAD0B8}" dt="2026-04-19T18:11:07.967" v="8793" actId="1035"/>
          <ac:spMkLst>
            <pc:docMk/>
            <pc:sldMk cId="0" sldId="264"/>
            <ac:spMk id="27" creationId="{00000000-0000-0000-0000-000000000000}"/>
          </ac:spMkLst>
        </pc:spChg>
        <pc:spChg chg="mod">
          <ac:chgData name="Michael Lamb" userId="57c3f3671c8633cd" providerId="LiveId" clId="{2384C4B6-81F4-40FF-B005-A5B684AAD0B8}" dt="2026-04-19T18:11:07.967" v="8793" actId="1035"/>
          <ac:spMkLst>
            <pc:docMk/>
            <pc:sldMk cId="0" sldId="264"/>
            <ac:spMk id="28" creationId="{00000000-0000-0000-0000-000000000000}"/>
          </ac:spMkLst>
        </pc:spChg>
        <pc:spChg chg="mod">
          <ac:chgData name="Michael Lamb" userId="57c3f3671c8633cd" providerId="LiveId" clId="{2384C4B6-81F4-40FF-B005-A5B684AAD0B8}" dt="2026-04-11T12:53:40.649" v="1452" actId="404"/>
          <ac:spMkLst>
            <pc:docMk/>
            <pc:sldMk cId="0" sldId="264"/>
            <ac:spMk id="29" creationId="{00000000-0000-0000-0000-000000000000}"/>
          </ac:spMkLst>
        </pc:spChg>
        <pc:spChg chg="mod">
          <ac:chgData name="Michael Lamb" userId="57c3f3671c8633cd" providerId="LiveId" clId="{2384C4B6-81F4-40FF-B005-A5B684AAD0B8}" dt="2026-04-11T12:53:27.016" v="1451" actId="404"/>
          <ac:spMkLst>
            <pc:docMk/>
            <pc:sldMk cId="0" sldId="264"/>
            <ac:spMk id="34" creationId="{00000000-0000-0000-0000-000000000000}"/>
          </ac:spMkLst>
        </pc:spChg>
        <pc:spChg chg="mod">
          <ac:chgData name="Michael Lamb" userId="57c3f3671c8633cd" providerId="LiveId" clId="{2384C4B6-81F4-40FF-B005-A5B684AAD0B8}" dt="2026-04-11T12:53:40.649" v="1452" actId="404"/>
          <ac:spMkLst>
            <pc:docMk/>
            <pc:sldMk cId="0" sldId="264"/>
            <ac:spMk id="35" creationId="{00000000-0000-0000-0000-000000000000}"/>
          </ac:spMkLst>
        </pc:spChg>
        <pc:spChg chg="mod">
          <ac:chgData name="Michael Lamb" userId="57c3f3671c8633cd" providerId="LiveId" clId="{2384C4B6-81F4-40FF-B005-A5B684AAD0B8}" dt="2026-04-11T12:53:27.016" v="1451" actId="404"/>
          <ac:spMkLst>
            <pc:docMk/>
            <pc:sldMk cId="0" sldId="264"/>
            <ac:spMk id="37" creationId="{00000000-0000-0000-0000-000000000000}"/>
          </ac:spMkLst>
        </pc:spChg>
        <pc:spChg chg="mod">
          <ac:chgData name="Michael Lamb" userId="57c3f3671c8633cd" providerId="LiveId" clId="{2384C4B6-81F4-40FF-B005-A5B684AAD0B8}" dt="2026-04-11T12:53:40.649" v="1452" actId="404"/>
          <ac:spMkLst>
            <pc:docMk/>
            <pc:sldMk cId="0" sldId="264"/>
            <ac:spMk id="38" creationId="{00000000-0000-0000-0000-000000000000}"/>
          </ac:spMkLst>
        </pc:spChg>
        <pc:spChg chg="mod">
          <ac:chgData name="Michael Lamb" userId="57c3f3671c8633cd" providerId="LiveId" clId="{2384C4B6-81F4-40FF-B005-A5B684AAD0B8}" dt="2026-04-11T12:53:27.016" v="1451" actId="404"/>
          <ac:spMkLst>
            <pc:docMk/>
            <pc:sldMk cId="0" sldId="264"/>
            <ac:spMk id="40" creationId="{00000000-0000-0000-0000-000000000000}"/>
          </ac:spMkLst>
        </pc:spChg>
        <pc:spChg chg="mod">
          <ac:chgData name="Michael Lamb" userId="57c3f3671c8633cd" providerId="LiveId" clId="{2384C4B6-81F4-40FF-B005-A5B684AAD0B8}" dt="2026-04-19T18:11:07.967" v="8793" actId="1035"/>
          <ac:spMkLst>
            <pc:docMk/>
            <pc:sldMk cId="0" sldId="264"/>
            <ac:spMk id="43" creationId="{00000000-0000-0000-0000-000000000000}"/>
          </ac:spMkLst>
        </pc:spChg>
        <pc:spChg chg="mod">
          <ac:chgData name="Michael Lamb" userId="57c3f3671c8633cd" providerId="LiveId" clId="{2384C4B6-81F4-40FF-B005-A5B684AAD0B8}" dt="2026-04-19T18:12:01.390" v="8832" actId="20577"/>
          <ac:spMkLst>
            <pc:docMk/>
            <pc:sldMk cId="0" sldId="264"/>
            <ac:spMk id="45" creationId="{00000000-0000-0000-0000-000000000000}"/>
          </ac:spMkLst>
        </pc:spChg>
      </pc:sldChg>
      <pc:sldChg chg="modSp mod ord">
        <pc:chgData name="Michael Lamb" userId="57c3f3671c8633cd" providerId="LiveId" clId="{2384C4B6-81F4-40FF-B005-A5B684AAD0B8}" dt="2026-04-14T12:30:01.030" v="8192" actId="115"/>
        <pc:sldMkLst>
          <pc:docMk/>
          <pc:sldMk cId="0" sldId="266"/>
        </pc:sldMkLst>
        <pc:spChg chg="mod">
          <ac:chgData name="Michael Lamb" userId="57c3f3671c8633cd" providerId="LiveId" clId="{2384C4B6-81F4-40FF-B005-A5B684AAD0B8}" dt="2026-04-10T10:41:37.987" v="620" actId="403"/>
          <ac:spMkLst>
            <pc:docMk/>
            <pc:sldMk cId="0" sldId="266"/>
            <ac:spMk id="2" creationId="{00000000-0000-0000-0000-000000000000}"/>
          </ac:spMkLst>
        </pc:spChg>
        <pc:spChg chg="mod">
          <ac:chgData name="Michael Lamb" userId="57c3f3671c8633cd" providerId="LiveId" clId="{2384C4B6-81F4-40FF-B005-A5B684AAD0B8}" dt="2026-04-10T10:41:44.789" v="624" actId="404"/>
          <ac:spMkLst>
            <pc:docMk/>
            <pc:sldMk cId="0" sldId="266"/>
            <ac:spMk id="3" creationId="{00000000-0000-0000-0000-000000000000}"/>
          </ac:spMkLst>
        </pc:spChg>
        <pc:spChg chg="mod">
          <ac:chgData name="Michael Lamb" userId="57c3f3671c8633cd" providerId="LiveId" clId="{2384C4B6-81F4-40FF-B005-A5B684AAD0B8}" dt="2026-04-14T12:28:15.492" v="8097" actId="404"/>
          <ac:spMkLst>
            <pc:docMk/>
            <pc:sldMk cId="0" sldId="266"/>
            <ac:spMk id="28" creationId="{00000000-0000-0000-0000-000000000000}"/>
          </ac:spMkLst>
        </pc:spChg>
        <pc:spChg chg="mod">
          <ac:chgData name="Michael Lamb" userId="57c3f3671c8633cd" providerId="LiveId" clId="{2384C4B6-81F4-40FF-B005-A5B684AAD0B8}" dt="2026-04-14T12:27:35.590" v="8057" actId="20577"/>
          <ac:spMkLst>
            <pc:docMk/>
            <pc:sldMk cId="0" sldId="266"/>
            <ac:spMk id="36" creationId="{00000000-0000-0000-0000-000000000000}"/>
          </ac:spMkLst>
        </pc:spChg>
        <pc:spChg chg="mod">
          <ac:chgData name="Michael Lamb" userId="57c3f3671c8633cd" providerId="LiveId" clId="{2384C4B6-81F4-40FF-B005-A5B684AAD0B8}" dt="2026-04-14T12:30:01.030" v="8192" actId="115"/>
          <ac:spMkLst>
            <pc:docMk/>
            <pc:sldMk cId="0" sldId="266"/>
            <ac:spMk id="38" creationId="{00000000-0000-0000-0000-000000000000}"/>
          </ac:spMkLst>
        </pc:spChg>
      </pc:sldChg>
      <pc:sldChg chg="modSp mod modShow">
        <pc:chgData name="Michael Lamb" userId="57c3f3671c8633cd" providerId="LiveId" clId="{2384C4B6-81F4-40FF-B005-A5B684AAD0B8}" dt="2026-04-10T10:45:52.977" v="952" actId="729"/>
        <pc:sldMkLst>
          <pc:docMk/>
          <pc:sldMk cId="0" sldId="267"/>
        </pc:sldMkLst>
        <pc:spChg chg="mod">
          <ac:chgData name="Michael Lamb" userId="57c3f3671c8633cd" providerId="LiveId" clId="{2384C4B6-81F4-40FF-B005-A5B684AAD0B8}" dt="2026-03-29T11:48:16.403" v="9" actId="113"/>
          <ac:spMkLst>
            <pc:docMk/>
            <pc:sldMk cId="0" sldId="267"/>
            <ac:spMk id="24" creationId="{00000000-0000-0000-0000-000000000000}"/>
          </ac:spMkLst>
        </pc:spChg>
      </pc:sldChg>
      <pc:sldChg chg="modSp add mod">
        <pc:chgData name="Michael Lamb" userId="57c3f3671c8633cd" providerId="LiveId" clId="{2384C4B6-81F4-40FF-B005-A5B684AAD0B8}" dt="2026-04-11T12:40:13.529" v="1368" actId="20577"/>
        <pc:sldMkLst>
          <pc:docMk/>
          <pc:sldMk cId="0" sldId="270"/>
        </pc:sldMkLst>
        <pc:spChg chg="mod">
          <ac:chgData name="Michael Lamb" userId="57c3f3671c8633cd" providerId="LiveId" clId="{2384C4B6-81F4-40FF-B005-A5B684AAD0B8}" dt="2026-04-11T12:35:54.633" v="1070" actId="20577"/>
          <ac:spMkLst>
            <pc:docMk/>
            <pc:sldMk cId="0" sldId="270"/>
            <ac:spMk id="4" creationId="{00000000-0000-0000-0000-000000000000}"/>
          </ac:spMkLst>
        </pc:spChg>
        <pc:spChg chg="mod">
          <ac:chgData name="Michael Lamb" userId="57c3f3671c8633cd" providerId="LiveId" clId="{2384C4B6-81F4-40FF-B005-A5B684AAD0B8}" dt="2026-04-10T10:44:44.005" v="950" actId="20577"/>
          <ac:spMkLst>
            <pc:docMk/>
            <pc:sldMk cId="0" sldId="270"/>
            <ac:spMk id="7" creationId="{00000000-0000-0000-0000-000000000000}"/>
          </ac:spMkLst>
        </pc:spChg>
        <pc:spChg chg="mod">
          <ac:chgData name="Michael Lamb" userId="57c3f3671c8633cd" providerId="LiveId" clId="{2384C4B6-81F4-40FF-B005-A5B684AAD0B8}" dt="2026-04-10T10:44:17.402" v="910" actId="20577"/>
          <ac:spMkLst>
            <pc:docMk/>
            <pc:sldMk cId="0" sldId="270"/>
            <ac:spMk id="8" creationId="{00000000-0000-0000-0000-000000000000}"/>
          </ac:spMkLst>
        </pc:spChg>
        <pc:spChg chg="mod">
          <ac:chgData name="Michael Lamb" userId="57c3f3671c8633cd" providerId="LiveId" clId="{2384C4B6-81F4-40FF-B005-A5B684AAD0B8}" dt="2026-04-11T12:40:13.529" v="1368" actId="20577"/>
          <ac:spMkLst>
            <pc:docMk/>
            <pc:sldMk cId="0" sldId="270"/>
            <ac:spMk id="12" creationId="{00000000-0000-0000-0000-000000000000}"/>
          </ac:spMkLst>
        </pc:spChg>
      </pc:sldChg>
      <pc:sldChg chg="modSp add mod setBg">
        <pc:chgData name="Michael Lamb" userId="57c3f3671c8633cd" providerId="LiveId" clId="{2384C4B6-81F4-40FF-B005-A5B684AAD0B8}" dt="2026-04-19T18:14:12.479" v="8834" actId="207"/>
        <pc:sldMkLst>
          <pc:docMk/>
          <pc:sldMk cId="0" sldId="271"/>
        </pc:sldMkLst>
        <pc:spChg chg="mod">
          <ac:chgData name="Michael Lamb" userId="57c3f3671c8633cd" providerId="LiveId" clId="{2384C4B6-81F4-40FF-B005-A5B684AAD0B8}" dt="2026-04-19T18:14:12.479" v="8834" actId="207"/>
          <ac:spMkLst>
            <pc:docMk/>
            <pc:sldMk cId="0" sldId="271"/>
            <ac:spMk id="4" creationId="{00000000-0000-0000-0000-000000000000}"/>
          </ac:spMkLst>
        </pc:spChg>
        <pc:spChg chg="mod">
          <ac:chgData name="Michael Lamb" userId="57c3f3671c8633cd" providerId="LiveId" clId="{2384C4B6-81F4-40FF-B005-A5B684AAD0B8}" dt="2026-04-11T12:54:31.046" v="1453" actId="403"/>
          <ac:spMkLst>
            <pc:docMk/>
            <pc:sldMk cId="0" sldId="271"/>
            <ac:spMk id="7" creationId="{00000000-0000-0000-0000-000000000000}"/>
          </ac:spMkLst>
        </pc:spChg>
        <pc:spChg chg="mod">
          <ac:chgData name="Michael Lamb" userId="57c3f3671c8633cd" providerId="LiveId" clId="{2384C4B6-81F4-40FF-B005-A5B684AAD0B8}" dt="2026-04-11T12:55:02.986" v="1456" actId="403"/>
          <ac:spMkLst>
            <pc:docMk/>
            <pc:sldMk cId="0" sldId="271"/>
            <ac:spMk id="8" creationId="{00000000-0000-0000-0000-000000000000}"/>
          </ac:spMkLst>
        </pc:spChg>
        <pc:spChg chg="mod">
          <ac:chgData name="Michael Lamb" userId="57c3f3671c8633cd" providerId="LiveId" clId="{2384C4B6-81F4-40FF-B005-A5B684AAD0B8}" dt="2026-04-11T12:54:31.046" v="1453" actId="403"/>
          <ac:spMkLst>
            <pc:docMk/>
            <pc:sldMk cId="0" sldId="271"/>
            <ac:spMk id="11" creationId="{00000000-0000-0000-0000-000000000000}"/>
          </ac:spMkLst>
        </pc:spChg>
        <pc:spChg chg="mod">
          <ac:chgData name="Michael Lamb" userId="57c3f3671c8633cd" providerId="LiveId" clId="{2384C4B6-81F4-40FF-B005-A5B684AAD0B8}" dt="2026-04-11T12:55:02.986" v="1456" actId="403"/>
          <ac:spMkLst>
            <pc:docMk/>
            <pc:sldMk cId="0" sldId="271"/>
            <ac:spMk id="12" creationId="{00000000-0000-0000-0000-000000000000}"/>
          </ac:spMkLst>
        </pc:spChg>
        <pc:spChg chg="mod">
          <ac:chgData name="Michael Lamb" userId="57c3f3671c8633cd" providerId="LiveId" clId="{2384C4B6-81F4-40FF-B005-A5B684AAD0B8}" dt="2026-04-11T12:54:31.046" v="1453" actId="403"/>
          <ac:spMkLst>
            <pc:docMk/>
            <pc:sldMk cId="0" sldId="271"/>
            <ac:spMk id="15" creationId="{00000000-0000-0000-0000-000000000000}"/>
          </ac:spMkLst>
        </pc:spChg>
        <pc:spChg chg="mod">
          <ac:chgData name="Michael Lamb" userId="57c3f3671c8633cd" providerId="LiveId" clId="{2384C4B6-81F4-40FF-B005-A5B684AAD0B8}" dt="2026-04-11T12:55:02.986" v="1456" actId="403"/>
          <ac:spMkLst>
            <pc:docMk/>
            <pc:sldMk cId="0" sldId="271"/>
            <ac:spMk id="16" creationId="{00000000-0000-0000-0000-000000000000}"/>
          </ac:spMkLst>
        </pc:spChg>
        <pc:spChg chg="mod">
          <ac:chgData name="Michael Lamb" userId="57c3f3671c8633cd" providerId="LiveId" clId="{2384C4B6-81F4-40FF-B005-A5B684AAD0B8}" dt="2026-04-11T12:54:31.046" v="1453" actId="403"/>
          <ac:spMkLst>
            <pc:docMk/>
            <pc:sldMk cId="0" sldId="271"/>
            <ac:spMk id="19" creationId="{00000000-0000-0000-0000-000000000000}"/>
          </ac:spMkLst>
        </pc:spChg>
        <pc:spChg chg="mod">
          <ac:chgData name="Michael Lamb" userId="57c3f3671c8633cd" providerId="LiveId" clId="{2384C4B6-81F4-40FF-B005-A5B684AAD0B8}" dt="2026-04-11T12:55:02.986" v="1456" actId="403"/>
          <ac:spMkLst>
            <pc:docMk/>
            <pc:sldMk cId="0" sldId="271"/>
            <ac:spMk id="20" creationId="{00000000-0000-0000-0000-000000000000}"/>
          </ac:spMkLst>
        </pc:spChg>
        <pc:spChg chg="mod">
          <ac:chgData name="Michael Lamb" userId="57c3f3671c8633cd" providerId="LiveId" clId="{2384C4B6-81F4-40FF-B005-A5B684AAD0B8}" dt="2026-04-11T12:54:31.046" v="1453" actId="403"/>
          <ac:spMkLst>
            <pc:docMk/>
            <pc:sldMk cId="0" sldId="271"/>
            <ac:spMk id="23" creationId="{00000000-0000-0000-0000-000000000000}"/>
          </ac:spMkLst>
        </pc:spChg>
        <pc:spChg chg="mod">
          <ac:chgData name="Michael Lamb" userId="57c3f3671c8633cd" providerId="LiveId" clId="{2384C4B6-81F4-40FF-B005-A5B684AAD0B8}" dt="2026-04-11T12:55:02.986" v="1456" actId="403"/>
          <ac:spMkLst>
            <pc:docMk/>
            <pc:sldMk cId="0" sldId="271"/>
            <ac:spMk id="24" creationId="{00000000-0000-0000-0000-000000000000}"/>
          </ac:spMkLst>
        </pc:spChg>
        <pc:spChg chg="mod">
          <ac:chgData name="Michael Lamb" userId="57c3f3671c8633cd" providerId="LiveId" clId="{2384C4B6-81F4-40FF-B005-A5B684AAD0B8}" dt="2026-04-11T12:54:31.046" v="1453" actId="403"/>
          <ac:spMkLst>
            <pc:docMk/>
            <pc:sldMk cId="0" sldId="271"/>
            <ac:spMk id="27" creationId="{00000000-0000-0000-0000-000000000000}"/>
          </ac:spMkLst>
        </pc:spChg>
        <pc:spChg chg="mod">
          <ac:chgData name="Michael Lamb" userId="57c3f3671c8633cd" providerId="LiveId" clId="{2384C4B6-81F4-40FF-B005-A5B684AAD0B8}" dt="2026-04-11T12:55:02.986" v="1456" actId="403"/>
          <ac:spMkLst>
            <pc:docMk/>
            <pc:sldMk cId="0" sldId="271"/>
            <ac:spMk id="28" creationId="{00000000-0000-0000-0000-000000000000}"/>
          </ac:spMkLst>
        </pc:spChg>
        <pc:spChg chg="mod">
          <ac:chgData name="Michael Lamb" userId="57c3f3671c8633cd" providerId="LiveId" clId="{2384C4B6-81F4-40FF-B005-A5B684AAD0B8}" dt="2026-04-14T12:32:30.188" v="8223" actId="20577"/>
          <ac:spMkLst>
            <pc:docMk/>
            <pc:sldMk cId="0" sldId="271"/>
            <ac:spMk id="31" creationId="{00000000-0000-0000-0000-000000000000}"/>
          </ac:spMkLst>
        </pc:spChg>
      </pc:sldChg>
      <pc:sldChg chg="addSp modSp add mod">
        <pc:chgData name="Michael Lamb" userId="57c3f3671c8633cd" providerId="LiveId" clId="{2384C4B6-81F4-40FF-B005-A5B684AAD0B8}" dt="2026-04-14T12:34:31.659" v="8306" actId="20577"/>
        <pc:sldMkLst>
          <pc:docMk/>
          <pc:sldMk cId="0" sldId="272"/>
        </pc:sldMkLst>
        <pc:spChg chg="mod">
          <ac:chgData name="Michael Lamb" userId="57c3f3671c8633cd" providerId="LiveId" clId="{2384C4B6-81F4-40FF-B005-A5B684AAD0B8}" dt="2026-04-11T12:44:26.524" v="1404" actId="1035"/>
          <ac:spMkLst>
            <pc:docMk/>
            <pc:sldMk cId="0" sldId="272"/>
            <ac:spMk id="6" creationId="{00000000-0000-0000-0000-000000000000}"/>
          </ac:spMkLst>
        </pc:spChg>
        <pc:spChg chg="mod">
          <ac:chgData name="Michael Lamb" userId="57c3f3671c8633cd" providerId="LiveId" clId="{2384C4B6-81F4-40FF-B005-A5B684AAD0B8}" dt="2026-04-10T10:36:00.250" v="578" actId="20577"/>
          <ac:spMkLst>
            <pc:docMk/>
            <pc:sldMk cId="0" sldId="272"/>
            <ac:spMk id="7" creationId="{00000000-0000-0000-0000-000000000000}"/>
          </ac:spMkLst>
        </pc:spChg>
        <pc:spChg chg="mod">
          <ac:chgData name="Michael Lamb" userId="57c3f3671c8633cd" providerId="LiveId" clId="{2384C4B6-81F4-40FF-B005-A5B684AAD0B8}" dt="2026-04-14T12:33:30.176" v="8295" actId="20577"/>
          <ac:spMkLst>
            <pc:docMk/>
            <pc:sldMk cId="0" sldId="272"/>
            <ac:spMk id="8" creationId="{00000000-0000-0000-0000-000000000000}"/>
          </ac:spMkLst>
        </pc:spChg>
        <pc:spChg chg="mod">
          <ac:chgData name="Michael Lamb" userId="57c3f3671c8633cd" providerId="LiveId" clId="{2384C4B6-81F4-40FF-B005-A5B684AAD0B8}" dt="2026-04-11T12:44:21.770" v="1398" actId="1035"/>
          <ac:spMkLst>
            <pc:docMk/>
            <pc:sldMk cId="0" sldId="272"/>
            <ac:spMk id="10" creationId="{00000000-0000-0000-0000-000000000000}"/>
          </ac:spMkLst>
        </pc:spChg>
        <pc:spChg chg="mod">
          <ac:chgData name="Michael Lamb" userId="57c3f3671c8633cd" providerId="LiveId" clId="{2384C4B6-81F4-40FF-B005-A5B684AAD0B8}" dt="2026-04-10T10:37:26.763" v="610" actId="20577"/>
          <ac:spMkLst>
            <pc:docMk/>
            <pc:sldMk cId="0" sldId="272"/>
            <ac:spMk id="11" creationId="{00000000-0000-0000-0000-000000000000}"/>
          </ac:spMkLst>
        </pc:spChg>
        <pc:spChg chg="mod">
          <ac:chgData name="Michael Lamb" userId="57c3f3671c8633cd" providerId="LiveId" clId="{2384C4B6-81F4-40FF-B005-A5B684AAD0B8}" dt="2026-04-10T10:34:26.609" v="559" actId="14100"/>
          <ac:spMkLst>
            <pc:docMk/>
            <pc:sldMk cId="0" sldId="272"/>
            <ac:spMk id="12" creationId="{00000000-0000-0000-0000-000000000000}"/>
          </ac:spMkLst>
        </pc:spChg>
        <pc:spChg chg="mod">
          <ac:chgData name="Michael Lamb" userId="57c3f3671c8633cd" providerId="LiveId" clId="{2384C4B6-81F4-40FF-B005-A5B684AAD0B8}" dt="2026-04-11T12:44:09.920" v="1387" actId="1035"/>
          <ac:spMkLst>
            <pc:docMk/>
            <pc:sldMk cId="0" sldId="272"/>
            <ac:spMk id="14" creationId="{00000000-0000-0000-0000-000000000000}"/>
          </ac:spMkLst>
        </pc:spChg>
        <pc:spChg chg="mod">
          <ac:chgData name="Michael Lamb" userId="57c3f3671c8633cd" providerId="LiveId" clId="{2384C4B6-81F4-40FF-B005-A5B684AAD0B8}" dt="2026-04-14T12:34:31.659" v="8306" actId="20577"/>
          <ac:spMkLst>
            <pc:docMk/>
            <pc:sldMk cId="0" sldId="272"/>
            <ac:spMk id="16" creationId="{00000000-0000-0000-0000-000000000000}"/>
          </ac:spMkLst>
        </pc:spChg>
        <pc:spChg chg="mod">
          <ac:chgData name="Michael Lamb" userId="57c3f3671c8633cd" providerId="LiveId" clId="{2384C4B6-81F4-40FF-B005-A5B684AAD0B8}" dt="2026-04-11T12:44:16.220" v="1395" actId="1037"/>
          <ac:spMkLst>
            <pc:docMk/>
            <pc:sldMk cId="0" sldId="272"/>
            <ac:spMk id="18" creationId="{00000000-0000-0000-0000-000000000000}"/>
          </ac:spMkLst>
        </pc:spChg>
        <pc:spChg chg="mod">
          <ac:chgData name="Michael Lamb" userId="57c3f3671c8633cd" providerId="LiveId" clId="{2384C4B6-81F4-40FF-B005-A5B684AAD0B8}" dt="2026-04-10T10:34:26.609" v="559" actId="14100"/>
          <ac:spMkLst>
            <pc:docMk/>
            <pc:sldMk cId="0" sldId="272"/>
            <ac:spMk id="20" creationId="{00000000-0000-0000-0000-000000000000}"/>
          </ac:spMkLst>
        </pc:spChg>
        <pc:spChg chg="mod">
          <ac:chgData name="Michael Lamb" userId="57c3f3671c8633cd" providerId="LiveId" clId="{2384C4B6-81F4-40FF-B005-A5B684AAD0B8}" dt="2026-04-10T10:33:49.486" v="557" actId="14100"/>
          <ac:spMkLst>
            <pc:docMk/>
            <pc:sldMk cId="0" sldId="272"/>
            <ac:spMk id="22" creationId="{00000000-0000-0000-0000-000000000000}"/>
          </ac:spMkLst>
        </pc:spChg>
        <pc:spChg chg="mod">
          <ac:chgData name="Michael Lamb" userId="57c3f3671c8633cd" providerId="LiveId" clId="{2384C4B6-81F4-40FF-B005-A5B684AAD0B8}" dt="2026-04-10T10:33:53.768" v="558" actId="14100"/>
          <ac:spMkLst>
            <pc:docMk/>
            <pc:sldMk cId="0" sldId="272"/>
            <ac:spMk id="23" creationId="{00000000-0000-0000-0000-000000000000}"/>
          </ac:spMkLst>
        </pc:spChg>
        <pc:spChg chg="add mod">
          <ac:chgData name="Michael Lamb" userId="57c3f3671c8633cd" providerId="LiveId" clId="{2384C4B6-81F4-40FF-B005-A5B684AAD0B8}" dt="2026-04-10T10:33:06.975" v="550" actId="14100"/>
          <ac:spMkLst>
            <pc:docMk/>
            <pc:sldMk cId="0" sldId="272"/>
            <ac:spMk id="26" creationId="{1312BE2B-4BB7-274E-7BCF-5F534C06AD44}"/>
          </ac:spMkLst>
        </pc:spChg>
        <pc:spChg chg="add mod">
          <ac:chgData name="Michael Lamb" userId="57c3f3671c8633cd" providerId="LiveId" clId="{2384C4B6-81F4-40FF-B005-A5B684AAD0B8}" dt="2026-04-10T10:31:42.136" v="546" actId="14100"/>
          <ac:spMkLst>
            <pc:docMk/>
            <pc:sldMk cId="0" sldId="272"/>
            <ac:spMk id="27" creationId="{C6684655-1D5A-CDB1-3568-03CFC1DA3FA8}"/>
          </ac:spMkLst>
        </pc:spChg>
        <pc:spChg chg="add mod">
          <ac:chgData name="Michael Lamb" userId="57c3f3671c8633cd" providerId="LiveId" clId="{2384C4B6-81F4-40FF-B005-A5B684AAD0B8}" dt="2026-04-10T10:32:25.639" v="547" actId="207"/>
          <ac:spMkLst>
            <pc:docMk/>
            <pc:sldMk cId="0" sldId="272"/>
            <ac:spMk id="28" creationId="{190DFFF7-46FA-860D-74A8-7BA685AFDD8B}"/>
          </ac:spMkLst>
        </pc:spChg>
        <pc:spChg chg="add mod">
          <ac:chgData name="Michael Lamb" userId="57c3f3671c8633cd" providerId="LiveId" clId="{2384C4B6-81F4-40FF-B005-A5B684AAD0B8}" dt="2026-04-10T10:35:28.590" v="567" actId="14100"/>
          <ac:spMkLst>
            <pc:docMk/>
            <pc:sldMk cId="0" sldId="272"/>
            <ac:spMk id="29" creationId="{C65270D3-95DD-0249-17E8-8B39AC2CBD0B}"/>
          </ac:spMkLst>
        </pc:spChg>
        <pc:picChg chg="add mod">
          <ac:chgData name="Michael Lamb" userId="57c3f3671c8633cd" providerId="LiveId" clId="{2384C4B6-81F4-40FF-B005-A5B684AAD0B8}" dt="2026-04-11T12:43:24.128" v="1371" actId="1076"/>
          <ac:picMkLst>
            <pc:docMk/>
            <pc:sldMk cId="0" sldId="272"/>
            <ac:picMk id="21" creationId="{E0F332F0-D36A-E153-C2C3-6918F392AEBD}"/>
          </ac:picMkLst>
        </pc:picChg>
        <pc:picChg chg="add mod">
          <ac:chgData name="Michael Lamb" userId="57c3f3671c8633cd" providerId="LiveId" clId="{2384C4B6-81F4-40FF-B005-A5B684AAD0B8}" dt="2026-04-11T12:43:41.112" v="1373" actId="1076"/>
          <ac:picMkLst>
            <pc:docMk/>
            <pc:sldMk cId="0" sldId="272"/>
            <ac:picMk id="24" creationId="{986B45B1-75D9-F85E-E56E-8D83B97F30F4}"/>
          </ac:picMkLst>
        </pc:picChg>
        <pc:picChg chg="add mod">
          <ac:chgData name="Michael Lamb" userId="57c3f3671c8633cd" providerId="LiveId" clId="{2384C4B6-81F4-40FF-B005-A5B684AAD0B8}" dt="2026-04-11T12:44:01.517" v="1382" actId="1036"/>
          <ac:picMkLst>
            <pc:docMk/>
            <pc:sldMk cId="0" sldId="272"/>
            <ac:picMk id="25" creationId="{BDFB0390-F8BF-93BA-C110-B7C70CE6C0E4}"/>
          </ac:picMkLst>
        </pc:picChg>
        <pc:picChg chg="add mod">
          <ac:chgData name="Michael Lamb" userId="57c3f3671c8633cd" providerId="LiveId" clId="{2384C4B6-81F4-40FF-B005-A5B684AAD0B8}" dt="2026-04-11T12:44:51.973" v="1409" actId="1035"/>
          <ac:picMkLst>
            <pc:docMk/>
            <pc:sldMk cId="0" sldId="272"/>
            <ac:picMk id="30" creationId="{CC7017E4-1A03-4D38-729A-7D83C44DC383}"/>
          </ac:picMkLst>
        </pc:picChg>
        <pc:picChg chg="add mod">
          <ac:chgData name="Michael Lamb" userId="57c3f3671c8633cd" providerId="LiveId" clId="{2384C4B6-81F4-40FF-B005-A5B684AAD0B8}" dt="2026-04-11T12:45:44.135" v="1433" actId="1076"/>
          <ac:picMkLst>
            <pc:docMk/>
            <pc:sldMk cId="0" sldId="272"/>
            <ac:picMk id="31" creationId="{4D996EBC-75A9-752B-CF27-19F636D87D81}"/>
          </ac:picMkLst>
        </pc:picChg>
      </pc:sldChg>
      <pc:sldChg chg="addSp modSp add mod modNotes modNotesTx">
        <pc:chgData name="Michael Lamb" userId="57c3f3671c8633cd" providerId="LiveId" clId="{2384C4B6-81F4-40FF-B005-A5B684AAD0B8}" dt="2026-04-11T14:06:07.464" v="3066" actId="20577"/>
        <pc:sldMkLst>
          <pc:docMk/>
          <pc:sldMk cId="0" sldId="273"/>
        </pc:sldMkLst>
        <pc:spChg chg="mod">
          <ac:chgData name="Michael Lamb" userId="57c3f3671c8633cd" providerId="LiveId" clId="{2384C4B6-81F4-40FF-B005-A5B684AAD0B8}" dt="2026-04-11T14:05:36.780" v="3061" actId="115"/>
          <ac:spMkLst>
            <pc:docMk/>
            <pc:sldMk cId="0" sldId="273"/>
            <ac:spMk id="4" creationId="{00000000-0000-0000-0000-000000000000}"/>
          </ac:spMkLst>
        </pc:spChg>
        <pc:spChg chg="mod">
          <ac:chgData name="Michael Lamb" userId="57c3f3671c8633cd" providerId="LiveId" clId="{2384C4B6-81F4-40FF-B005-A5B684AAD0B8}" dt="2026-04-10T10:24:42.519" v="476" actId="403"/>
          <ac:spMkLst>
            <pc:docMk/>
            <pc:sldMk cId="0" sldId="273"/>
            <ac:spMk id="6" creationId="{00000000-0000-0000-0000-000000000000}"/>
          </ac:spMkLst>
        </pc:spChg>
        <pc:spChg chg="mod">
          <ac:chgData name="Michael Lamb" userId="57c3f3671c8633cd" providerId="LiveId" clId="{2384C4B6-81F4-40FF-B005-A5B684AAD0B8}" dt="2026-04-10T10:24:21.126" v="473" actId="14100"/>
          <ac:spMkLst>
            <pc:docMk/>
            <pc:sldMk cId="0" sldId="273"/>
            <ac:spMk id="7" creationId="{00000000-0000-0000-0000-000000000000}"/>
          </ac:spMkLst>
        </pc:spChg>
        <pc:spChg chg="mod">
          <ac:chgData name="Michael Lamb" userId="57c3f3671c8633cd" providerId="LiveId" clId="{2384C4B6-81F4-40FF-B005-A5B684AAD0B8}" dt="2026-04-10T10:25:19.202" v="478" actId="403"/>
          <ac:spMkLst>
            <pc:docMk/>
            <pc:sldMk cId="0" sldId="273"/>
            <ac:spMk id="8" creationId="{00000000-0000-0000-0000-000000000000}"/>
          </ac:spMkLst>
        </pc:spChg>
        <pc:spChg chg="mod">
          <ac:chgData name="Michael Lamb" userId="57c3f3671c8633cd" providerId="LiveId" clId="{2384C4B6-81F4-40FF-B005-A5B684AAD0B8}" dt="2026-04-11T13:55:11.325" v="2480" actId="20577"/>
          <ac:spMkLst>
            <pc:docMk/>
            <pc:sldMk cId="0" sldId="273"/>
            <ac:spMk id="9" creationId="{00000000-0000-0000-0000-000000000000}"/>
          </ac:spMkLst>
        </pc:spChg>
        <pc:spChg chg="mod">
          <ac:chgData name="Michael Lamb" userId="57c3f3671c8633cd" providerId="LiveId" clId="{2384C4B6-81F4-40FF-B005-A5B684AAD0B8}" dt="2026-04-10T10:24:42.519" v="476" actId="403"/>
          <ac:spMkLst>
            <pc:docMk/>
            <pc:sldMk cId="0" sldId="273"/>
            <ac:spMk id="11" creationId="{00000000-0000-0000-0000-000000000000}"/>
          </ac:spMkLst>
        </pc:spChg>
        <pc:spChg chg="mod">
          <ac:chgData name="Michael Lamb" userId="57c3f3671c8633cd" providerId="LiveId" clId="{2384C4B6-81F4-40FF-B005-A5B684AAD0B8}" dt="2026-04-10T10:24:21.126" v="473" actId="14100"/>
          <ac:spMkLst>
            <pc:docMk/>
            <pc:sldMk cId="0" sldId="273"/>
            <ac:spMk id="12" creationId="{00000000-0000-0000-0000-000000000000}"/>
          </ac:spMkLst>
        </pc:spChg>
        <pc:spChg chg="mod">
          <ac:chgData name="Michael Lamb" userId="57c3f3671c8633cd" providerId="LiveId" clId="{2384C4B6-81F4-40FF-B005-A5B684AAD0B8}" dt="2026-04-10T10:25:19.202" v="478" actId="403"/>
          <ac:spMkLst>
            <pc:docMk/>
            <pc:sldMk cId="0" sldId="273"/>
            <ac:spMk id="13" creationId="{00000000-0000-0000-0000-000000000000}"/>
          </ac:spMkLst>
        </pc:spChg>
        <pc:spChg chg="mod">
          <ac:chgData name="Michael Lamb" userId="57c3f3671c8633cd" providerId="LiveId" clId="{2384C4B6-81F4-40FF-B005-A5B684AAD0B8}" dt="2026-04-11T13:54:02.410" v="2438" actId="20577"/>
          <ac:spMkLst>
            <pc:docMk/>
            <pc:sldMk cId="0" sldId="273"/>
            <ac:spMk id="14" creationId="{00000000-0000-0000-0000-000000000000}"/>
          </ac:spMkLst>
        </pc:spChg>
        <pc:spChg chg="mod">
          <ac:chgData name="Michael Lamb" userId="57c3f3671c8633cd" providerId="LiveId" clId="{2384C4B6-81F4-40FF-B005-A5B684AAD0B8}" dt="2026-04-10T10:24:42.519" v="476" actId="403"/>
          <ac:spMkLst>
            <pc:docMk/>
            <pc:sldMk cId="0" sldId="273"/>
            <ac:spMk id="16" creationId="{00000000-0000-0000-0000-000000000000}"/>
          </ac:spMkLst>
        </pc:spChg>
        <pc:spChg chg="mod">
          <ac:chgData name="Michael Lamb" userId="57c3f3671c8633cd" providerId="LiveId" clId="{2384C4B6-81F4-40FF-B005-A5B684AAD0B8}" dt="2026-04-10T10:24:21.126" v="473" actId="14100"/>
          <ac:spMkLst>
            <pc:docMk/>
            <pc:sldMk cId="0" sldId="273"/>
            <ac:spMk id="17" creationId="{00000000-0000-0000-0000-000000000000}"/>
          </ac:spMkLst>
        </pc:spChg>
        <pc:spChg chg="mod">
          <ac:chgData name="Michael Lamb" userId="57c3f3671c8633cd" providerId="LiveId" clId="{2384C4B6-81F4-40FF-B005-A5B684AAD0B8}" dt="2026-04-10T10:25:19.202" v="478" actId="403"/>
          <ac:spMkLst>
            <pc:docMk/>
            <pc:sldMk cId="0" sldId="273"/>
            <ac:spMk id="18" creationId="{00000000-0000-0000-0000-000000000000}"/>
          </ac:spMkLst>
        </pc:spChg>
        <pc:spChg chg="mod">
          <ac:chgData name="Michael Lamb" userId="57c3f3671c8633cd" providerId="LiveId" clId="{2384C4B6-81F4-40FF-B005-A5B684AAD0B8}" dt="2026-04-11T13:53:23.301" v="2425" actId="20577"/>
          <ac:spMkLst>
            <pc:docMk/>
            <pc:sldMk cId="0" sldId="273"/>
            <ac:spMk id="19" creationId="{00000000-0000-0000-0000-000000000000}"/>
          </ac:spMkLst>
        </pc:spChg>
        <pc:spChg chg="mod">
          <ac:chgData name="Michael Lamb" userId="57c3f3671c8633cd" providerId="LiveId" clId="{2384C4B6-81F4-40FF-B005-A5B684AAD0B8}" dt="2026-04-10T10:24:42.519" v="476" actId="403"/>
          <ac:spMkLst>
            <pc:docMk/>
            <pc:sldMk cId="0" sldId="273"/>
            <ac:spMk id="21" creationId="{00000000-0000-0000-0000-000000000000}"/>
          </ac:spMkLst>
        </pc:spChg>
        <pc:spChg chg="mod">
          <ac:chgData name="Michael Lamb" userId="57c3f3671c8633cd" providerId="LiveId" clId="{2384C4B6-81F4-40FF-B005-A5B684AAD0B8}" dt="2026-04-10T10:24:21.126" v="473" actId="14100"/>
          <ac:spMkLst>
            <pc:docMk/>
            <pc:sldMk cId="0" sldId="273"/>
            <ac:spMk id="22" creationId="{00000000-0000-0000-0000-000000000000}"/>
          </ac:spMkLst>
        </pc:spChg>
        <pc:spChg chg="mod">
          <ac:chgData name="Michael Lamb" userId="57c3f3671c8633cd" providerId="LiveId" clId="{2384C4B6-81F4-40FF-B005-A5B684AAD0B8}" dt="2026-04-10T10:25:19.202" v="478" actId="403"/>
          <ac:spMkLst>
            <pc:docMk/>
            <pc:sldMk cId="0" sldId="273"/>
            <ac:spMk id="23" creationId="{00000000-0000-0000-0000-000000000000}"/>
          </ac:spMkLst>
        </pc:spChg>
        <pc:spChg chg="mod">
          <ac:chgData name="Michael Lamb" userId="57c3f3671c8633cd" providerId="LiveId" clId="{2384C4B6-81F4-40FF-B005-A5B684AAD0B8}" dt="2026-04-11T13:53:00.204" v="2421" actId="20577"/>
          <ac:spMkLst>
            <pc:docMk/>
            <pc:sldMk cId="0" sldId="273"/>
            <ac:spMk id="24" creationId="{00000000-0000-0000-0000-000000000000}"/>
          </ac:spMkLst>
        </pc:spChg>
        <pc:spChg chg="mod">
          <ac:chgData name="Michael Lamb" userId="57c3f3671c8633cd" providerId="LiveId" clId="{2384C4B6-81F4-40FF-B005-A5B684AAD0B8}" dt="2026-04-10T10:24:42.519" v="476" actId="403"/>
          <ac:spMkLst>
            <pc:docMk/>
            <pc:sldMk cId="0" sldId="273"/>
            <ac:spMk id="26" creationId="{00000000-0000-0000-0000-000000000000}"/>
          </ac:spMkLst>
        </pc:spChg>
        <pc:spChg chg="mod">
          <ac:chgData name="Michael Lamb" userId="57c3f3671c8633cd" providerId="LiveId" clId="{2384C4B6-81F4-40FF-B005-A5B684AAD0B8}" dt="2026-04-10T10:25:19.202" v="478" actId="403"/>
          <ac:spMkLst>
            <pc:docMk/>
            <pc:sldMk cId="0" sldId="273"/>
            <ac:spMk id="28" creationId="{00000000-0000-0000-0000-000000000000}"/>
          </ac:spMkLst>
        </pc:spChg>
        <pc:spChg chg="mod">
          <ac:chgData name="Michael Lamb" userId="57c3f3671c8633cd" providerId="LiveId" clId="{2384C4B6-81F4-40FF-B005-A5B684AAD0B8}" dt="2026-04-11T13:49:03.566" v="2382" actId="20577"/>
          <ac:spMkLst>
            <pc:docMk/>
            <pc:sldMk cId="0" sldId="273"/>
            <ac:spMk id="29" creationId="{00000000-0000-0000-0000-000000000000}"/>
          </ac:spMkLst>
        </pc:spChg>
        <pc:spChg chg="mod">
          <ac:chgData name="Michael Lamb" userId="57c3f3671c8633cd" providerId="LiveId" clId="{2384C4B6-81F4-40FF-B005-A5B684AAD0B8}" dt="2026-04-10T10:24:42.519" v="476" actId="403"/>
          <ac:spMkLst>
            <pc:docMk/>
            <pc:sldMk cId="0" sldId="273"/>
            <ac:spMk id="31" creationId="{00000000-0000-0000-0000-000000000000}"/>
          </ac:spMkLst>
        </pc:spChg>
        <pc:spChg chg="mod">
          <ac:chgData name="Michael Lamb" userId="57c3f3671c8633cd" providerId="LiveId" clId="{2384C4B6-81F4-40FF-B005-A5B684AAD0B8}" dt="2026-04-10T10:24:21.126" v="473" actId="14100"/>
          <ac:spMkLst>
            <pc:docMk/>
            <pc:sldMk cId="0" sldId="273"/>
            <ac:spMk id="32" creationId="{00000000-0000-0000-0000-000000000000}"/>
          </ac:spMkLst>
        </pc:spChg>
        <pc:spChg chg="mod">
          <ac:chgData name="Michael Lamb" userId="57c3f3671c8633cd" providerId="LiveId" clId="{2384C4B6-81F4-40FF-B005-A5B684AAD0B8}" dt="2026-04-10T10:25:19.202" v="478" actId="403"/>
          <ac:spMkLst>
            <pc:docMk/>
            <pc:sldMk cId="0" sldId="273"/>
            <ac:spMk id="33" creationId="{00000000-0000-0000-0000-000000000000}"/>
          </ac:spMkLst>
        </pc:spChg>
        <pc:spChg chg="mod">
          <ac:chgData name="Michael Lamb" userId="57c3f3671c8633cd" providerId="LiveId" clId="{2384C4B6-81F4-40FF-B005-A5B684AAD0B8}" dt="2026-04-11T13:48:44.754" v="2375" actId="20577"/>
          <ac:spMkLst>
            <pc:docMk/>
            <pc:sldMk cId="0" sldId="273"/>
            <ac:spMk id="34" creationId="{00000000-0000-0000-0000-000000000000}"/>
          </ac:spMkLst>
        </pc:spChg>
        <pc:spChg chg="add mod ord">
          <ac:chgData name="Michael Lamb" userId="57c3f3671c8633cd" providerId="LiveId" clId="{2384C4B6-81F4-40FF-B005-A5B684AAD0B8}" dt="2026-04-11T14:06:07.464" v="3066" actId="20577"/>
          <ac:spMkLst>
            <pc:docMk/>
            <pc:sldMk cId="0" sldId="273"/>
            <ac:spMk id="35" creationId="{A3C303A0-420C-F69D-3FDD-A953F820BDE5}"/>
          </ac:spMkLst>
        </pc:spChg>
        <pc:spChg chg="mod">
          <ac:chgData name="Michael Lamb" userId="57c3f3671c8633cd" providerId="LiveId" clId="{2384C4B6-81F4-40FF-B005-A5B684AAD0B8}" dt="2026-04-10T10:27:48.691" v="517" actId="20577"/>
          <ac:spMkLst>
            <pc:docMk/>
            <pc:sldMk cId="0" sldId="273"/>
            <ac:spMk id="37" creationId="{00000000-0000-0000-0000-000000000000}"/>
          </ac:spMkLst>
        </pc:spChg>
      </pc:sldChg>
      <pc:sldChg chg="add mod ord modShow">
        <pc:chgData name="Michael Lamb" userId="57c3f3671c8633cd" providerId="LiveId" clId="{2384C4B6-81F4-40FF-B005-A5B684AAD0B8}" dt="2026-04-14T12:45:53.090" v="8324" actId="729"/>
        <pc:sldMkLst>
          <pc:docMk/>
          <pc:sldMk cId="0" sldId="275"/>
        </pc:sldMkLst>
      </pc:sldChg>
      <pc:sldChg chg="modSp add mod modShow modNotesTx">
        <pc:chgData name="Michael Lamb" userId="57c3f3671c8633cd" providerId="LiveId" clId="{2384C4B6-81F4-40FF-B005-A5B684AAD0B8}" dt="2026-04-14T12:45:57.611" v="8325" actId="729"/>
        <pc:sldMkLst>
          <pc:docMk/>
          <pc:sldMk cId="0" sldId="277"/>
        </pc:sldMkLst>
        <pc:spChg chg="mod">
          <ac:chgData name="Michael Lamb" userId="57c3f3671c8633cd" providerId="LiveId" clId="{2384C4B6-81F4-40FF-B005-A5B684AAD0B8}" dt="2026-04-14T12:14:20.523" v="7478" actId="20577"/>
          <ac:spMkLst>
            <pc:docMk/>
            <pc:sldMk cId="0" sldId="277"/>
            <ac:spMk id="3" creationId="{00000000-0000-0000-0000-000000000000}"/>
          </ac:spMkLst>
        </pc:spChg>
        <pc:spChg chg="mod">
          <ac:chgData name="Michael Lamb" userId="57c3f3671c8633cd" providerId="LiveId" clId="{2384C4B6-81F4-40FF-B005-A5B684AAD0B8}" dt="2026-04-14T12:13:16.885" v="7464" actId="20577"/>
          <ac:spMkLst>
            <pc:docMk/>
            <pc:sldMk cId="0" sldId="277"/>
            <ac:spMk id="4" creationId="{00000000-0000-0000-0000-000000000000}"/>
          </ac:spMkLst>
        </pc:spChg>
      </pc:sldChg>
      <pc:sldChg chg="addSp delSp modSp add mod ord setBg modShow modNotesTx">
        <pc:chgData name="Michael Lamb" userId="57c3f3671c8633cd" providerId="LiveId" clId="{2384C4B6-81F4-40FF-B005-A5B684AAD0B8}" dt="2026-04-14T12:45:53.090" v="8324" actId="729"/>
        <pc:sldMkLst>
          <pc:docMk/>
          <pc:sldMk cId="1559425458" sldId="278"/>
        </pc:sldMkLst>
        <pc:spChg chg="mod">
          <ac:chgData name="Michael Lamb" userId="57c3f3671c8633cd" providerId="LiveId" clId="{2384C4B6-81F4-40FF-B005-A5B684AAD0B8}" dt="2026-04-13T12:43:32.211" v="5313" actId="20577"/>
          <ac:spMkLst>
            <pc:docMk/>
            <pc:sldMk cId="1559425458" sldId="278"/>
            <ac:spMk id="2" creationId="{4C10E90D-AA8E-F5D9-8708-EE2D896C0099}"/>
          </ac:spMkLst>
        </pc:spChg>
        <pc:spChg chg="add mod">
          <ac:chgData name="Michael Lamb" userId="57c3f3671c8633cd" providerId="LiveId" clId="{2384C4B6-81F4-40FF-B005-A5B684AAD0B8}" dt="2026-04-14T12:19:51.336" v="7608" actId="1036"/>
          <ac:spMkLst>
            <pc:docMk/>
            <pc:sldMk cId="1559425458" sldId="278"/>
            <ac:spMk id="18" creationId="{E1BDCF66-CBF6-D175-AF65-054E16A2CED0}"/>
          </ac:spMkLst>
        </pc:spChg>
        <pc:spChg chg="add mod">
          <ac:chgData name="Michael Lamb" userId="57c3f3671c8633cd" providerId="LiveId" clId="{2384C4B6-81F4-40FF-B005-A5B684AAD0B8}" dt="2026-04-13T14:45:20.026" v="6306" actId="207"/>
          <ac:spMkLst>
            <pc:docMk/>
            <pc:sldMk cId="1559425458" sldId="278"/>
            <ac:spMk id="19" creationId="{E7478949-E976-C51C-F850-11BD9127BA99}"/>
          </ac:spMkLst>
        </pc:spChg>
        <pc:spChg chg="add mod">
          <ac:chgData name="Michael Lamb" userId="57c3f3671c8633cd" providerId="LiveId" clId="{2384C4B6-81F4-40FF-B005-A5B684AAD0B8}" dt="2026-04-13T14:42:50.515" v="6277" actId="113"/>
          <ac:spMkLst>
            <pc:docMk/>
            <pc:sldMk cId="1559425458" sldId="278"/>
            <ac:spMk id="32" creationId="{029E6BD6-4C30-49FE-7A90-958924975315}"/>
          </ac:spMkLst>
        </pc:spChg>
        <pc:spChg chg="add mod">
          <ac:chgData name="Michael Lamb" userId="57c3f3671c8633cd" providerId="LiveId" clId="{2384C4B6-81F4-40FF-B005-A5B684AAD0B8}" dt="2026-04-13T14:42:54.454" v="6278" actId="113"/>
          <ac:spMkLst>
            <pc:docMk/>
            <pc:sldMk cId="1559425458" sldId="278"/>
            <ac:spMk id="33" creationId="{ADCE8354-5058-389F-EF96-F878589AB810}"/>
          </ac:spMkLst>
        </pc:spChg>
        <pc:spChg chg="add mod">
          <ac:chgData name="Michael Lamb" userId="57c3f3671c8633cd" providerId="LiveId" clId="{2384C4B6-81F4-40FF-B005-A5B684AAD0B8}" dt="2026-04-14T12:19:51.336" v="7608" actId="1036"/>
          <ac:spMkLst>
            <pc:docMk/>
            <pc:sldMk cId="1559425458" sldId="278"/>
            <ac:spMk id="35" creationId="{3C172FE1-FAD7-87FE-4649-49276C41BE7C}"/>
          </ac:spMkLst>
        </pc:spChg>
        <pc:spChg chg="add mod">
          <ac:chgData name="Michael Lamb" userId="57c3f3671c8633cd" providerId="LiveId" clId="{2384C4B6-81F4-40FF-B005-A5B684AAD0B8}" dt="2026-04-14T12:19:51.336" v="7608" actId="1036"/>
          <ac:spMkLst>
            <pc:docMk/>
            <pc:sldMk cId="1559425458" sldId="278"/>
            <ac:spMk id="36" creationId="{DFB6A044-B6C1-4EEB-F6C7-91B452E0B0B2}"/>
          </ac:spMkLst>
        </pc:spChg>
        <pc:spChg chg="add mod">
          <ac:chgData name="Michael Lamb" userId="57c3f3671c8633cd" providerId="LiveId" clId="{2384C4B6-81F4-40FF-B005-A5B684AAD0B8}" dt="2026-04-13T12:22:28.519" v="3603" actId="255"/>
          <ac:spMkLst>
            <pc:docMk/>
            <pc:sldMk cId="1559425458" sldId="278"/>
            <ac:spMk id="37" creationId="{369FABAA-B7F9-7D4B-ADC0-B58396DF3358}"/>
          </ac:spMkLst>
        </pc:spChg>
        <pc:spChg chg="add mod">
          <ac:chgData name="Michael Lamb" userId="57c3f3671c8633cd" providerId="LiveId" clId="{2384C4B6-81F4-40FF-B005-A5B684AAD0B8}" dt="2026-04-14T12:19:51.336" v="7608" actId="1036"/>
          <ac:spMkLst>
            <pc:docMk/>
            <pc:sldMk cId="1559425458" sldId="278"/>
            <ac:spMk id="38" creationId="{5EF29059-D54F-314A-6B17-ACB55FD194D2}"/>
          </ac:spMkLst>
        </pc:spChg>
        <pc:spChg chg="add mod">
          <ac:chgData name="Michael Lamb" userId="57c3f3671c8633cd" providerId="LiveId" clId="{2384C4B6-81F4-40FF-B005-A5B684AAD0B8}" dt="2026-04-14T12:19:51.336" v="7608" actId="1036"/>
          <ac:spMkLst>
            <pc:docMk/>
            <pc:sldMk cId="1559425458" sldId="278"/>
            <ac:spMk id="39" creationId="{AE35F6FF-FACE-8F1A-0098-BF26B4AF1770}"/>
          </ac:spMkLst>
        </pc:spChg>
        <pc:spChg chg="add mod">
          <ac:chgData name="Michael Lamb" userId="57c3f3671c8633cd" providerId="LiveId" clId="{2384C4B6-81F4-40FF-B005-A5B684AAD0B8}" dt="2026-04-13T12:23:43.152" v="3612" actId="1076"/>
          <ac:spMkLst>
            <pc:docMk/>
            <pc:sldMk cId="1559425458" sldId="278"/>
            <ac:spMk id="40" creationId="{4028C985-40A2-EC53-38F7-A77B915ACD4D}"/>
          </ac:spMkLst>
        </pc:spChg>
        <pc:spChg chg="add mod">
          <ac:chgData name="Michael Lamb" userId="57c3f3671c8633cd" providerId="LiveId" clId="{2384C4B6-81F4-40FF-B005-A5B684AAD0B8}" dt="2026-04-14T12:19:51.336" v="7608" actId="1036"/>
          <ac:spMkLst>
            <pc:docMk/>
            <pc:sldMk cId="1559425458" sldId="278"/>
            <ac:spMk id="41" creationId="{7979D134-05D7-DE71-64F8-9422E16B6382}"/>
          </ac:spMkLst>
        </pc:spChg>
        <pc:spChg chg="add mod">
          <ac:chgData name="Michael Lamb" userId="57c3f3671c8633cd" providerId="LiveId" clId="{2384C4B6-81F4-40FF-B005-A5B684AAD0B8}" dt="2026-04-13T14:41:24.728" v="6105" actId="1036"/>
          <ac:spMkLst>
            <pc:docMk/>
            <pc:sldMk cId="1559425458" sldId="278"/>
            <ac:spMk id="42" creationId="{0353AA0D-0894-28E1-9300-C7F10E2797E7}"/>
          </ac:spMkLst>
        </pc:spChg>
        <pc:spChg chg="add mod">
          <ac:chgData name="Michael Lamb" userId="57c3f3671c8633cd" providerId="LiveId" clId="{2384C4B6-81F4-40FF-B005-A5B684AAD0B8}" dt="2026-04-14T12:19:51.336" v="7608" actId="1036"/>
          <ac:spMkLst>
            <pc:docMk/>
            <pc:sldMk cId="1559425458" sldId="278"/>
            <ac:spMk id="43" creationId="{0FDE94F9-2118-8A7E-5EAC-AD063FD920C4}"/>
          </ac:spMkLst>
        </pc:spChg>
        <pc:spChg chg="add mod">
          <ac:chgData name="Michael Lamb" userId="57c3f3671c8633cd" providerId="LiveId" clId="{2384C4B6-81F4-40FF-B005-A5B684AAD0B8}" dt="2026-04-13T14:44:01.968" v="6292" actId="20577"/>
          <ac:spMkLst>
            <pc:docMk/>
            <pc:sldMk cId="1559425458" sldId="278"/>
            <ac:spMk id="44" creationId="{91CE5735-B64C-C59F-0E82-BE4FFECC3C1B}"/>
          </ac:spMkLst>
        </pc:spChg>
        <pc:spChg chg="add mod">
          <ac:chgData name="Michael Lamb" userId="57c3f3671c8633cd" providerId="LiveId" clId="{2384C4B6-81F4-40FF-B005-A5B684AAD0B8}" dt="2026-04-14T12:19:51.336" v="7608" actId="1036"/>
          <ac:spMkLst>
            <pc:docMk/>
            <pc:sldMk cId="1559425458" sldId="278"/>
            <ac:spMk id="45" creationId="{9C0D7B6A-C4C2-CAA4-6E83-F27B6FE48A3D}"/>
          </ac:spMkLst>
        </pc:spChg>
        <pc:spChg chg="add mod">
          <ac:chgData name="Michael Lamb" userId="57c3f3671c8633cd" providerId="LiveId" clId="{2384C4B6-81F4-40FF-B005-A5B684AAD0B8}" dt="2026-04-13T12:28:28.386" v="3699" actId="207"/>
          <ac:spMkLst>
            <pc:docMk/>
            <pc:sldMk cId="1559425458" sldId="278"/>
            <ac:spMk id="46" creationId="{2929C69C-81E2-A461-3039-DCC98D8E374F}"/>
          </ac:spMkLst>
        </pc:spChg>
        <pc:spChg chg="add del mod">
          <ac:chgData name="Michael Lamb" userId="57c3f3671c8633cd" providerId="LiveId" clId="{2384C4B6-81F4-40FF-B005-A5B684AAD0B8}" dt="2026-04-13T14:44:04.940" v="6293" actId="478"/>
          <ac:spMkLst>
            <pc:docMk/>
            <pc:sldMk cId="1559425458" sldId="278"/>
            <ac:spMk id="47" creationId="{C3753582-1D9C-3970-6386-595A012572B6}"/>
          </ac:spMkLst>
        </pc:spChg>
        <pc:spChg chg="add mod">
          <ac:chgData name="Michael Lamb" userId="57c3f3671c8633cd" providerId="LiveId" clId="{2384C4B6-81F4-40FF-B005-A5B684AAD0B8}" dt="2026-04-13T12:42:51.166" v="5294" actId="1035"/>
          <ac:spMkLst>
            <pc:docMk/>
            <pc:sldMk cId="1559425458" sldId="278"/>
            <ac:spMk id="48" creationId="{CD2DA3C9-7DDC-0951-98A7-2B8D003E8EE4}"/>
          </ac:spMkLst>
        </pc:spChg>
        <pc:spChg chg="add mod">
          <ac:chgData name="Michael Lamb" userId="57c3f3671c8633cd" providerId="LiveId" clId="{2384C4B6-81F4-40FF-B005-A5B684AAD0B8}" dt="2026-04-13T14:41:24.728" v="6105" actId="1036"/>
          <ac:spMkLst>
            <pc:docMk/>
            <pc:sldMk cId="1559425458" sldId="278"/>
            <ac:spMk id="49" creationId="{8894ABA5-FF99-5A9F-07F6-B37F5AB14B52}"/>
          </ac:spMkLst>
        </pc:spChg>
        <pc:spChg chg="add mod">
          <ac:chgData name="Michael Lamb" userId="57c3f3671c8633cd" providerId="LiveId" clId="{2384C4B6-81F4-40FF-B005-A5B684AAD0B8}" dt="2026-04-13T14:41:24.728" v="6105" actId="1036"/>
          <ac:spMkLst>
            <pc:docMk/>
            <pc:sldMk cId="1559425458" sldId="278"/>
            <ac:spMk id="50" creationId="{2CE624A1-E800-1662-E706-3256EED94820}"/>
          </ac:spMkLst>
        </pc:spChg>
        <pc:spChg chg="add mod">
          <ac:chgData name="Michael Lamb" userId="57c3f3671c8633cd" providerId="LiveId" clId="{2384C4B6-81F4-40FF-B005-A5B684AAD0B8}" dt="2026-04-14T12:19:51.336" v="7608" actId="1036"/>
          <ac:spMkLst>
            <pc:docMk/>
            <pc:sldMk cId="1559425458" sldId="278"/>
            <ac:spMk id="51" creationId="{CF0C888C-7CB3-0FE1-3E2E-14778A2FB6B6}"/>
          </ac:spMkLst>
        </pc:spChg>
        <pc:spChg chg="add mod">
          <ac:chgData name="Michael Lamb" userId="57c3f3671c8633cd" providerId="LiveId" clId="{2384C4B6-81F4-40FF-B005-A5B684AAD0B8}" dt="2026-04-13T12:42:15.866" v="5221" actId="1036"/>
          <ac:spMkLst>
            <pc:docMk/>
            <pc:sldMk cId="1559425458" sldId="278"/>
            <ac:spMk id="52" creationId="{B420067C-EA13-771E-61E3-C7A2BDFE92BF}"/>
          </ac:spMkLst>
        </pc:spChg>
        <pc:spChg chg="add mod">
          <ac:chgData name="Michael Lamb" userId="57c3f3671c8633cd" providerId="LiveId" clId="{2384C4B6-81F4-40FF-B005-A5B684AAD0B8}" dt="2026-04-13T12:34:22.993" v="4161" actId="20577"/>
          <ac:spMkLst>
            <pc:docMk/>
            <pc:sldMk cId="1559425458" sldId="278"/>
            <ac:spMk id="53" creationId="{E3E24F4C-6AC5-6486-2B7B-7BAB39EFC056}"/>
          </ac:spMkLst>
        </pc:spChg>
        <pc:spChg chg="add mod">
          <ac:chgData name="Michael Lamb" userId="57c3f3671c8633cd" providerId="LiveId" clId="{2384C4B6-81F4-40FF-B005-A5B684AAD0B8}" dt="2026-04-13T14:41:24.728" v="6105" actId="1036"/>
          <ac:spMkLst>
            <pc:docMk/>
            <pc:sldMk cId="1559425458" sldId="278"/>
            <ac:spMk id="54" creationId="{ADBE5E9B-D800-7FF7-0BBB-4260D94F3638}"/>
          </ac:spMkLst>
        </pc:spChg>
        <pc:spChg chg="add mod">
          <ac:chgData name="Michael Lamb" userId="57c3f3671c8633cd" providerId="LiveId" clId="{2384C4B6-81F4-40FF-B005-A5B684AAD0B8}" dt="2026-04-13T14:41:39.234" v="6126" actId="1038"/>
          <ac:spMkLst>
            <pc:docMk/>
            <pc:sldMk cId="1559425458" sldId="278"/>
            <ac:spMk id="55" creationId="{FE94C97E-321F-B9E2-31D8-C7A8F5300112}"/>
          </ac:spMkLst>
        </pc:spChg>
        <pc:spChg chg="add mod">
          <ac:chgData name="Michael Lamb" userId="57c3f3671c8633cd" providerId="LiveId" clId="{2384C4B6-81F4-40FF-B005-A5B684AAD0B8}" dt="2026-04-14T12:19:51.336" v="7608" actId="1036"/>
          <ac:spMkLst>
            <pc:docMk/>
            <pc:sldMk cId="1559425458" sldId="278"/>
            <ac:spMk id="56" creationId="{36F36BA0-4D16-E7EF-ED8F-115E9314EAA2}"/>
          </ac:spMkLst>
        </pc:spChg>
        <pc:spChg chg="add mod">
          <ac:chgData name="Michael Lamb" userId="57c3f3671c8633cd" providerId="LiveId" clId="{2384C4B6-81F4-40FF-B005-A5B684AAD0B8}" dt="2026-04-13T12:43:11.891" v="5308" actId="1036"/>
          <ac:spMkLst>
            <pc:docMk/>
            <pc:sldMk cId="1559425458" sldId="278"/>
            <ac:spMk id="57" creationId="{F0B116C6-EC21-F985-8782-8F310062DB50}"/>
          </ac:spMkLst>
        </pc:spChg>
        <pc:spChg chg="add mod">
          <ac:chgData name="Michael Lamb" userId="57c3f3671c8633cd" providerId="LiveId" clId="{2384C4B6-81F4-40FF-B005-A5B684AAD0B8}" dt="2026-04-13T14:42:14.296" v="6252" actId="1037"/>
          <ac:spMkLst>
            <pc:docMk/>
            <pc:sldMk cId="1559425458" sldId="278"/>
            <ac:spMk id="58" creationId="{BC869021-CB17-EF10-FD80-B3C8A8006904}"/>
          </ac:spMkLst>
        </pc:spChg>
        <pc:spChg chg="add mod">
          <ac:chgData name="Michael Lamb" userId="57c3f3671c8633cd" providerId="LiveId" clId="{2384C4B6-81F4-40FF-B005-A5B684AAD0B8}" dt="2026-04-13T14:42:23.232" v="6274" actId="1036"/>
          <ac:spMkLst>
            <pc:docMk/>
            <pc:sldMk cId="1559425458" sldId="278"/>
            <ac:spMk id="59" creationId="{1499B086-3041-8613-5E8D-48753D7460F0}"/>
          </ac:spMkLst>
        </pc:spChg>
        <pc:spChg chg="add mod">
          <ac:chgData name="Michael Lamb" userId="57c3f3671c8633cd" providerId="LiveId" clId="{2384C4B6-81F4-40FF-B005-A5B684AAD0B8}" dt="2026-04-14T12:19:29.901" v="7559" actId="1036"/>
          <ac:spMkLst>
            <pc:docMk/>
            <pc:sldMk cId="1559425458" sldId="278"/>
            <ac:spMk id="60" creationId="{BE75D4D6-18A2-48F8-20C7-02AA9BC9CE46}"/>
          </ac:spMkLst>
        </pc:spChg>
        <pc:spChg chg="add mod">
          <ac:chgData name="Michael Lamb" userId="57c3f3671c8633cd" providerId="LiveId" clId="{2384C4B6-81F4-40FF-B005-A5B684AAD0B8}" dt="2026-04-13T12:48:19.479" v="5545" actId="1037"/>
          <ac:spMkLst>
            <pc:docMk/>
            <pc:sldMk cId="1559425458" sldId="278"/>
            <ac:spMk id="61" creationId="{2D60A60B-691B-0033-C0D9-95E532D58354}"/>
          </ac:spMkLst>
        </pc:spChg>
        <pc:spChg chg="add mod">
          <ac:chgData name="Michael Lamb" userId="57c3f3671c8633cd" providerId="LiveId" clId="{2384C4B6-81F4-40FF-B005-A5B684AAD0B8}" dt="2026-04-13T12:49:33.690" v="5678" actId="14100"/>
          <ac:spMkLst>
            <pc:docMk/>
            <pc:sldMk cId="1559425458" sldId="278"/>
            <ac:spMk id="62" creationId="{F369F2FD-1B25-A256-26A4-20DA18C6BF31}"/>
          </ac:spMkLst>
        </pc:spChg>
      </pc:sldChg>
      <pc:sldChg chg="modSp add del mod ord setBg">
        <pc:chgData name="Michael Lamb" userId="57c3f3671c8633cd" providerId="LiveId" clId="{2384C4B6-81F4-40FF-B005-A5B684AAD0B8}" dt="2026-04-20T15:56:05.624" v="8874" actId="20577"/>
        <pc:sldMkLst>
          <pc:docMk/>
          <pc:sldMk cId="0" sldId="279"/>
        </pc:sldMkLst>
        <pc:spChg chg="mod">
          <ac:chgData name="Michael Lamb" userId="57c3f3671c8633cd" providerId="LiveId" clId="{2384C4B6-81F4-40FF-B005-A5B684AAD0B8}" dt="2026-04-14T12:42:29.801" v="8318" actId="20577"/>
          <ac:spMkLst>
            <pc:docMk/>
            <pc:sldMk cId="0" sldId="279"/>
            <ac:spMk id="2" creationId="{00000000-0000-0000-0000-000000000000}"/>
          </ac:spMkLst>
        </pc:spChg>
        <pc:spChg chg="mod">
          <ac:chgData name="Michael Lamb" userId="57c3f3671c8633cd" providerId="LiveId" clId="{2384C4B6-81F4-40FF-B005-A5B684AAD0B8}" dt="2026-04-19T17:59:04.588" v="8464" actId="403"/>
          <ac:spMkLst>
            <pc:docMk/>
            <pc:sldMk cId="0" sldId="279"/>
            <ac:spMk id="4" creationId="{00000000-0000-0000-0000-000000000000}"/>
          </ac:spMkLst>
        </pc:spChg>
        <pc:spChg chg="mod">
          <ac:chgData name="Michael Lamb" userId="57c3f3671c8633cd" providerId="LiveId" clId="{2384C4B6-81F4-40FF-B005-A5B684AAD0B8}" dt="2026-04-19T17:59:04.588" v="8464" actId="403"/>
          <ac:spMkLst>
            <pc:docMk/>
            <pc:sldMk cId="0" sldId="279"/>
            <ac:spMk id="5" creationId="{00000000-0000-0000-0000-000000000000}"/>
          </ac:spMkLst>
        </pc:spChg>
        <pc:spChg chg="mod">
          <ac:chgData name="Michael Lamb" userId="57c3f3671c8633cd" providerId="LiveId" clId="{2384C4B6-81F4-40FF-B005-A5B684AAD0B8}" dt="2026-04-19T17:59:07.193" v="8465" actId="6549"/>
          <ac:spMkLst>
            <pc:docMk/>
            <pc:sldMk cId="0" sldId="279"/>
            <ac:spMk id="6" creationId="{00000000-0000-0000-0000-000000000000}"/>
          </ac:spMkLst>
        </pc:spChg>
        <pc:spChg chg="mod">
          <ac:chgData name="Michael Lamb" userId="57c3f3671c8633cd" providerId="LiveId" clId="{2384C4B6-81F4-40FF-B005-A5B684AAD0B8}" dt="2026-04-19T17:59:04.588" v="8464" actId="403"/>
          <ac:spMkLst>
            <pc:docMk/>
            <pc:sldMk cId="0" sldId="279"/>
            <ac:spMk id="7" creationId="{00000000-0000-0000-0000-000000000000}"/>
          </ac:spMkLst>
        </pc:spChg>
        <pc:spChg chg="mod">
          <ac:chgData name="Michael Lamb" userId="57c3f3671c8633cd" providerId="LiveId" clId="{2384C4B6-81F4-40FF-B005-A5B684AAD0B8}" dt="2026-04-19T17:59:04.588" v="8464" actId="403"/>
          <ac:spMkLst>
            <pc:docMk/>
            <pc:sldMk cId="0" sldId="279"/>
            <ac:spMk id="8" creationId="{00000000-0000-0000-0000-000000000000}"/>
          </ac:spMkLst>
        </pc:spChg>
        <pc:spChg chg="mod">
          <ac:chgData name="Michael Lamb" userId="57c3f3671c8633cd" providerId="LiveId" clId="{2384C4B6-81F4-40FF-B005-A5B684AAD0B8}" dt="2026-04-19T17:59:04.588" v="8464" actId="403"/>
          <ac:spMkLst>
            <pc:docMk/>
            <pc:sldMk cId="0" sldId="279"/>
            <ac:spMk id="9" creationId="{00000000-0000-0000-0000-000000000000}"/>
          </ac:spMkLst>
        </pc:spChg>
        <pc:spChg chg="mod">
          <ac:chgData name="Michael Lamb" userId="57c3f3671c8633cd" providerId="LiveId" clId="{2384C4B6-81F4-40FF-B005-A5B684AAD0B8}" dt="2026-04-19T17:59:04.588" v="8464" actId="403"/>
          <ac:spMkLst>
            <pc:docMk/>
            <pc:sldMk cId="0" sldId="279"/>
            <ac:spMk id="10" creationId="{00000000-0000-0000-0000-000000000000}"/>
          </ac:spMkLst>
        </pc:spChg>
        <pc:spChg chg="mod">
          <ac:chgData name="Michael Lamb" userId="57c3f3671c8633cd" providerId="LiveId" clId="{2384C4B6-81F4-40FF-B005-A5B684AAD0B8}" dt="2026-04-19T17:59:04.588" v="8464" actId="403"/>
          <ac:spMkLst>
            <pc:docMk/>
            <pc:sldMk cId="0" sldId="279"/>
            <ac:spMk id="11" creationId="{00000000-0000-0000-0000-000000000000}"/>
          </ac:spMkLst>
        </pc:spChg>
        <pc:spChg chg="mod">
          <ac:chgData name="Michael Lamb" userId="57c3f3671c8633cd" providerId="LiveId" clId="{2384C4B6-81F4-40FF-B005-A5B684AAD0B8}" dt="2026-04-19T17:59:04.588" v="8464" actId="403"/>
          <ac:spMkLst>
            <pc:docMk/>
            <pc:sldMk cId="0" sldId="279"/>
            <ac:spMk id="12" creationId="{00000000-0000-0000-0000-000000000000}"/>
          </ac:spMkLst>
        </pc:spChg>
        <pc:spChg chg="mod">
          <ac:chgData name="Michael Lamb" userId="57c3f3671c8633cd" providerId="LiveId" clId="{2384C4B6-81F4-40FF-B005-A5B684AAD0B8}" dt="2026-04-19T17:59:20.599" v="8466" actId="403"/>
          <ac:spMkLst>
            <pc:docMk/>
            <pc:sldMk cId="0" sldId="279"/>
            <ac:spMk id="14" creationId="{00000000-0000-0000-0000-000000000000}"/>
          </ac:spMkLst>
        </pc:spChg>
        <pc:spChg chg="mod">
          <ac:chgData name="Michael Lamb" userId="57c3f3671c8633cd" providerId="LiveId" clId="{2384C4B6-81F4-40FF-B005-A5B684AAD0B8}" dt="2026-04-19T17:59:20.599" v="8466" actId="403"/>
          <ac:spMkLst>
            <pc:docMk/>
            <pc:sldMk cId="0" sldId="279"/>
            <ac:spMk id="15" creationId="{00000000-0000-0000-0000-000000000000}"/>
          </ac:spMkLst>
        </pc:spChg>
        <pc:spChg chg="mod">
          <ac:chgData name="Michael Lamb" userId="57c3f3671c8633cd" providerId="LiveId" clId="{2384C4B6-81F4-40FF-B005-A5B684AAD0B8}" dt="2026-04-19T17:57:01.889" v="8461" actId="20577"/>
          <ac:spMkLst>
            <pc:docMk/>
            <pc:sldMk cId="0" sldId="279"/>
            <ac:spMk id="16" creationId="{00000000-0000-0000-0000-000000000000}"/>
          </ac:spMkLst>
        </pc:spChg>
        <pc:spChg chg="mod">
          <ac:chgData name="Michael Lamb" userId="57c3f3671c8633cd" providerId="LiveId" clId="{2384C4B6-81F4-40FF-B005-A5B684AAD0B8}" dt="2026-04-19T17:59:20.599" v="8466" actId="403"/>
          <ac:spMkLst>
            <pc:docMk/>
            <pc:sldMk cId="0" sldId="279"/>
            <ac:spMk id="18" creationId="{00000000-0000-0000-0000-000000000000}"/>
          </ac:spMkLst>
        </pc:spChg>
        <pc:spChg chg="mod">
          <ac:chgData name="Michael Lamb" userId="57c3f3671c8633cd" providerId="LiveId" clId="{2384C4B6-81F4-40FF-B005-A5B684AAD0B8}" dt="2026-04-19T17:59:20.599" v="8466" actId="403"/>
          <ac:spMkLst>
            <pc:docMk/>
            <pc:sldMk cId="0" sldId="279"/>
            <ac:spMk id="19" creationId="{00000000-0000-0000-0000-000000000000}"/>
          </ac:spMkLst>
        </pc:spChg>
        <pc:spChg chg="mod">
          <ac:chgData name="Michael Lamb" userId="57c3f3671c8633cd" providerId="LiveId" clId="{2384C4B6-81F4-40FF-B005-A5B684AAD0B8}" dt="2026-04-20T15:56:05.624" v="8874" actId="20577"/>
          <ac:spMkLst>
            <pc:docMk/>
            <pc:sldMk cId="0" sldId="279"/>
            <ac:spMk id="20" creationId="{00000000-0000-0000-0000-000000000000}"/>
          </ac:spMkLst>
        </pc:spChg>
        <pc:spChg chg="mod">
          <ac:chgData name="Michael Lamb" userId="57c3f3671c8633cd" providerId="LiveId" clId="{2384C4B6-81F4-40FF-B005-A5B684AAD0B8}" dt="2026-04-19T17:59:20.599" v="8466" actId="403"/>
          <ac:spMkLst>
            <pc:docMk/>
            <pc:sldMk cId="0" sldId="279"/>
            <ac:spMk id="22" creationId="{00000000-0000-0000-0000-000000000000}"/>
          </ac:spMkLst>
        </pc:spChg>
        <pc:spChg chg="mod">
          <ac:chgData name="Michael Lamb" userId="57c3f3671c8633cd" providerId="LiveId" clId="{2384C4B6-81F4-40FF-B005-A5B684AAD0B8}" dt="2026-04-19T17:59:20.599" v="8466" actId="403"/>
          <ac:spMkLst>
            <pc:docMk/>
            <pc:sldMk cId="0" sldId="279"/>
            <ac:spMk id="23" creationId="{00000000-0000-0000-0000-000000000000}"/>
          </ac:spMkLst>
        </pc:spChg>
        <pc:spChg chg="mod">
          <ac:chgData name="Michael Lamb" userId="57c3f3671c8633cd" providerId="LiveId" clId="{2384C4B6-81F4-40FF-B005-A5B684AAD0B8}" dt="2026-04-19T17:59:20.599" v="8466" actId="403"/>
          <ac:spMkLst>
            <pc:docMk/>
            <pc:sldMk cId="0" sldId="279"/>
            <ac:spMk id="26" creationId="{00000000-0000-0000-0000-000000000000}"/>
          </ac:spMkLst>
        </pc:spChg>
        <pc:spChg chg="mod">
          <ac:chgData name="Michael Lamb" userId="57c3f3671c8633cd" providerId="LiveId" clId="{2384C4B6-81F4-40FF-B005-A5B684AAD0B8}" dt="2026-04-19T17:59:32.940" v="8467" actId="404"/>
          <ac:spMkLst>
            <pc:docMk/>
            <pc:sldMk cId="0" sldId="279"/>
            <ac:spMk id="27" creationId="{00000000-0000-0000-0000-000000000000}"/>
          </ac:spMkLst>
        </pc:spChg>
        <pc:spChg chg="mod">
          <ac:chgData name="Michael Lamb" userId="57c3f3671c8633cd" providerId="LiveId" clId="{2384C4B6-81F4-40FF-B005-A5B684AAD0B8}" dt="2026-04-19T17:59:20.599" v="8466" actId="403"/>
          <ac:spMkLst>
            <pc:docMk/>
            <pc:sldMk cId="0" sldId="279"/>
            <ac:spMk id="30" creationId="{00000000-0000-0000-0000-000000000000}"/>
          </ac:spMkLst>
        </pc:spChg>
        <pc:spChg chg="mod">
          <ac:chgData name="Michael Lamb" userId="57c3f3671c8633cd" providerId="LiveId" clId="{2384C4B6-81F4-40FF-B005-A5B684AAD0B8}" dt="2026-04-19T17:59:20.599" v="8466" actId="403"/>
          <ac:spMkLst>
            <pc:docMk/>
            <pc:sldMk cId="0" sldId="279"/>
            <ac:spMk id="31" creationId="{00000000-0000-0000-0000-000000000000}"/>
          </ac:spMkLst>
        </pc:spChg>
      </pc:sldChg>
      <pc:sldChg chg="modSp add del mod setBg">
        <pc:chgData name="Michael Lamb" userId="57c3f3671c8633cd" providerId="LiveId" clId="{2384C4B6-81F4-40FF-B005-A5B684AAD0B8}" dt="2026-04-15T11:06:39.908" v="8357" actId="20577"/>
        <pc:sldMkLst>
          <pc:docMk/>
          <pc:sldMk cId="2276842839" sldId="280"/>
        </pc:sldMkLst>
        <pc:spChg chg="mod">
          <ac:chgData name="Michael Lamb" userId="57c3f3671c8633cd" providerId="LiveId" clId="{2384C4B6-81F4-40FF-B005-A5B684AAD0B8}" dt="2026-04-15T11:05:52.697" v="8326" actId="404"/>
          <ac:spMkLst>
            <pc:docMk/>
            <pc:sldMk cId="2276842839" sldId="280"/>
            <ac:spMk id="2" creationId="{B8E4014C-03D3-4F5A-8A46-80CF28CB25B4}"/>
          </ac:spMkLst>
        </pc:spChg>
        <pc:spChg chg="mod">
          <ac:chgData name="Michael Lamb" userId="57c3f3671c8633cd" providerId="LiveId" clId="{2384C4B6-81F4-40FF-B005-A5B684AAD0B8}" dt="2026-04-15T11:05:52.697" v="8326" actId="404"/>
          <ac:spMkLst>
            <pc:docMk/>
            <pc:sldMk cId="2276842839" sldId="280"/>
            <ac:spMk id="3" creationId="{455FDB59-25AE-9A52-B86A-7FB6C9AB43C4}"/>
          </ac:spMkLst>
        </pc:spChg>
        <pc:spChg chg="mod">
          <ac:chgData name="Michael Lamb" userId="57c3f3671c8633cd" providerId="LiveId" clId="{2384C4B6-81F4-40FF-B005-A5B684AAD0B8}" dt="2026-04-15T11:06:39.908" v="8357" actId="20577"/>
          <ac:spMkLst>
            <pc:docMk/>
            <pc:sldMk cId="2276842839" sldId="280"/>
            <ac:spMk id="55" creationId="{87256959-29CE-7DC4-E7EE-A7CE94AB9476}"/>
          </ac:spMkLst>
        </pc:spChg>
        <pc:spChg chg="mod">
          <ac:chgData name="Michael Lamb" userId="57c3f3671c8633cd" providerId="LiveId" clId="{2384C4B6-81F4-40FF-B005-A5B684AAD0B8}" dt="2026-04-15T11:05:52.697" v="8326" actId="404"/>
          <ac:spMkLst>
            <pc:docMk/>
            <pc:sldMk cId="2276842839" sldId="280"/>
            <ac:spMk id="71" creationId="{55D09D93-CCEC-E80D-5B46-340ED104653A}"/>
          </ac:spMkLst>
        </pc:spChg>
        <pc:spChg chg="mod">
          <ac:chgData name="Michael Lamb" userId="57c3f3671c8633cd" providerId="LiveId" clId="{2384C4B6-81F4-40FF-B005-A5B684AAD0B8}" dt="2026-04-15T11:05:52.697" v="8326" actId="404"/>
          <ac:spMkLst>
            <pc:docMk/>
            <pc:sldMk cId="2276842839" sldId="280"/>
            <ac:spMk id="72" creationId="{ECAB405D-1991-C7CC-4282-7F839983EB00}"/>
          </ac:spMkLst>
        </pc:spChg>
        <pc:spChg chg="mod">
          <ac:chgData name="Michael Lamb" userId="57c3f3671c8633cd" providerId="LiveId" clId="{2384C4B6-81F4-40FF-B005-A5B684AAD0B8}" dt="2026-04-15T11:05:52.697" v="8326" actId="404"/>
          <ac:spMkLst>
            <pc:docMk/>
            <pc:sldMk cId="2276842839" sldId="280"/>
            <ac:spMk id="73" creationId="{ED9689DC-40AE-0CFC-695D-C244EB40EEBE}"/>
          </ac:spMkLst>
        </pc:spChg>
        <pc:spChg chg="mod">
          <ac:chgData name="Michael Lamb" userId="57c3f3671c8633cd" providerId="LiveId" clId="{2384C4B6-81F4-40FF-B005-A5B684AAD0B8}" dt="2026-04-15T11:05:52.697" v="8326" actId="404"/>
          <ac:spMkLst>
            <pc:docMk/>
            <pc:sldMk cId="2276842839" sldId="280"/>
            <ac:spMk id="74" creationId="{6A7E62FC-A8D3-5154-140C-D23EEF162F4E}"/>
          </ac:spMkLst>
        </pc:spChg>
        <pc:spChg chg="mod">
          <ac:chgData name="Michael Lamb" userId="57c3f3671c8633cd" providerId="LiveId" clId="{2384C4B6-81F4-40FF-B005-A5B684AAD0B8}" dt="2026-04-15T11:05:52.697" v="8326" actId="404"/>
          <ac:spMkLst>
            <pc:docMk/>
            <pc:sldMk cId="2276842839" sldId="280"/>
            <ac:spMk id="75" creationId="{5D394EC3-731A-65C4-1C30-6286BB0ED2DA}"/>
          </ac:spMkLst>
        </pc:spChg>
      </pc:sldChg>
      <pc:sldChg chg="modSp add mod modShow">
        <pc:chgData name="Michael Lamb" userId="57c3f3671c8633cd" providerId="LiveId" clId="{2384C4B6-81F4-40FF-B005-A5B684AAD0B8}" dt="2026-04-19T18:16:03.851" v="8854" actId="1036"/>
        <pc:sldMkLst>
          <pc:docMk/>
          <pc:sldMk cId="0" sldId="281"/>
        </pc:sldMkLst>
        <pc:spChg chg="mod">
          <ac:chgData name="Michael Lamb" userId="57c3f3671c8633cd" providerId="LiveId" clId="{2384C4B6-81F4-40FF-B005-A5B684AAD0B8}" dt="2026-04-19T18:16:03.851" v="8854" actId="1036"/>
          <ac:spMkLst>
            <pc:docMk/>
            <pc:sldMk cId="0" sldId="281"/>
            <ac:spMk id="10"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5391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
        <p:nvSpPr>
          <p:cNvPr id="3" name="Notes Placeholder"/>
          <p:cNvSpPr>
            <a:spLocks noGrp="1"/>
          </p:cNvSpPr>
          <p:nvPr>
            <p:ph type="body" idx="1"/>
          </p:nvPr>
        </p:nvSpPr>
        <p:spPr/>
        <p:txBody>
          <a:bodyPr/>
          <a:lstStyle/>
          <a:p>
            <a:r>
              <a:rPr lang="en-US" sz="1200" dirty="0"/>
              <a:t>NARRATOR SCRIPT — SLIDE 1: TITLE / THE HOOK</a:t>
            </a:r>
          </a:p>
          <a:p>
            <a:endParaRPr lang="en-US"/>
          </a:p>
          <a:p>
            <a:r>
              <a:rPr lang="en-US" sz="1200" dirty="0"/>
              <a:t>[Open cold. No warm-up. This is the slide people screenshot.]</a:t>
            </a:r>
          </a:p>
          <a:p>
            <a:endParaRPr lang="en-US"/>
          </a:p>
          <a:p>
            <a:r>
              <a:rPr lang="en-US" sz="1200" dirty="0"/>
              <a:t>"The Future Isn't Scary. It's Structured. That's not a tagline — that's the whole architecture."</a:t>
            </a:r>
          </a:p>
          <a:p>
            <a:endParaRPr lang="en-US"/>
          </a:p>
          <a:p>
            <a:r>
              <a:rPr lang="en-US" sz="1200" dirty="0"/>
              <a:t>"This is ADAM — the Autonomy Doctrine and Architecture Model. It is not an AI wrapper. It is not a prompt-engineered chatbot with delusions of grandeur. It is a constitutional operating model for enterprises that actually run themselves, with humans accountable for every bit of it."</a:t>
            </a:r>
          </a:p>
          <a:p>
            <a:endParaRPr lang="en-US"/>
          </a:p>
          <a:p>
            <a:r>
              <a:rPr lang="en-US" sz="1200" dirty="0"/>
              <a:t>"Three principles. That's the entire thesis on one slide:"</a:t>
            </a:r>
          </a:p>
          <a:p>
            <a:r>
              <a:rPr lang="en-US" sz="1200" dirty="0"/>
              <a:t>"Humans Define Intent — five directors say what the company should want and where the guardrails live. They don't approve invoices. They don't move tickets. They govern what matters."</a:t>
            </a:r>
          </a:p>
          <a:p>
            <a:r>
              <a:rPr lang="en-US" sz="1200" dirty="0"/>
              <a:t>"Machines Execute — a purpose-built mesh of agents across five layers turns intent into coordinated enterprise action. Deterministic. Policy-bounded. Never 'vibes-based.'"</a:t>
            </a:r>
          </a:p>
          <a:p>
            <a:r>
              <a:rPr lang="en-US" sz="1200" dirty="0"/>
              <a:t>"Evidence Proves Everything — every decision is scored, signed, replayable, and forensically clean by construction. Audit stops being an archaeology project."</a:t>
            </a:r>
          </a:p>
          <a:p>
            <a:endParaRPr lang="en-US"/>
          </a:p>
          <a:p>
            <a:r>
              <a:rPr lang="en-US" sz="1200" dirty="0"/>
              <a:t>"ADAM is industry-agnostic, sovereign by design, and — this is the part people don't expect — self-deployable today. The rest of this deck tells you exactly how."</a:t>
            </a:r>
          </a:p>
          <a:p>
            <a:endParaRPr lang="en-US"/>
          </a:p>
          <a:p>
            <a:r>
              <a:rPr lang="en-US" sz="1200" dirty="0"/>
              <a:t>REFERENCES:</a:t>
            </a:r>
          </a:p>
          <a:p>
            <a:r>
              <a:rPr lang="en-US" sz="1200" dirty="0"/>
              <a:t>- ADAM v1.0, Part I: "The End of Manual"</a:t>
            </a:r>
          </a:p>
          <a:p>
            <a:r>
              <a:rPr lang="en-US" sz="1200" dirty="0"/>
              <a:t>- ADAM Governance Charter, Section A.2: Governance Philosophy</a:t>
            </a:r>
          </a:p>
          <a:p>
            <a:r>
              <a:rPr lang="en-US" sz="1200" dirty="0"/>
              <a:t>- ADAM Overview: "ADAM at a Glance"</a:t>
            </a:r>
          </a:p>
          <a:p>
            <a:endParaRPr lang="en-US"/>
          </a:p>
          <a:p>
            <a:r>
              <a:rPr lang="en-US" sz="1200" dirty="0"/>
              <a:t>AUDIENCE NOTE: This is the LinkedIn scroll-stopper. Lead with "The Future Isn't Scary. It's Structured." Let it breathe. Three principles, three beats. Move on.</a:t>
            </a: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
        <p:nvSpPr>
          <p:cNvPr id="3" name="Notes Placeholder"/>
          <p:cNvSpPr>
            <a:spLocks noGrp="1"/>
          </p:cNvSpPr>
          <p:nvPr>
            <p:ph type="body" idx="1"/>
          </p:nvPr>
        </p:nvSpPr>
        <p:spPr/>
        <p:txBody>
          <a:bodyPr/>
          <a:lstStyle/>
          <a:p>
            <a:r>
              <a:rPr lang="en-US" sz="1200" dirty="0"/>
              <a:t>NARRATOR SCRIPT — SLIDE 2: THE PROBLEM / "DOES YOUR AI?"</a:t>
            </a:r>
          </a:p>
          <a:p>
            <a:endParaRPr lang="en-US"/>
          </a:p>
          <a:p>
            <a:r>
              <a:rPr lang="en-US" sz="1200" dirty="0"/>
              <a:t>"The world got complex. Regulations multiplied across every jurisdiction you operate in. A single product launch — let's say a streaming service like NetStreamX expanding into a new EMEA market — triggers compliance obligations in the EU AI Act, GDPR, DSA, DORA, local content quotas, and rights-clearance regimes. Your org chart hasn't changed since 2015, but the surface area of what it has to govern has quadrupled."</a:t>
            </a:r>
          </a:p>
          <a:p>
            <a:endParaRPr lang="en-US"/>
          </a:p>
          <a:p>
            <a:r>
              <a:rPr lang="en-US" sz="1200" dirty="0"/>
              <a:t>"Then AI walked in and handed the entire enterprise a jet engine. Which is great, until you realize nobody's holding the steering wheel."</a:t>
            </a:r>
          </a:p>
          <a:p>
            <a:endParaRPr lang="en-US"/>
          </a:p>
          <a:p>
            <a:r>
              <a:rPr lang="en-US" sz="1200" dirty="0"/>
              <a:t>"Three numbers on this slide — memorize them, because every CFO in the room will:"</a:t>
            </a:r>
          </a:p>
          <a:p>
            <a:r>
              <a:rPr lang="en-US" sz="1200" dirty="0"/>
              <a:t>"71% of enterprises lack formal AI governance or compliance frameworks. That's Forrester's 2026 figure. Seventy-one percent. The other twenty-nine percent are divided between 'have one' and 'think they have one.'"</a:t>
            </a:r>
          </a:p>
          <a:p>
            <a:r>
              <a:rPr lang="en-US" sz="1200" dirty="0"/>
              <a:t>"August 2026 — that's when the core EU AI Act provisions for general-purpose and high-risk AI go hot. If you're still in 'we'll figure it out later' mode, later just became now."</a:t>
            </a:r>
          </a:p>
          <a:p>
            <a:r>
              <a:rPr lang="en-US" sz="1200" dirty="0"/>
              <a:t>"6% of companies fully trust their own AI (HBR). Six percent. We're handing consequential decisions to a system even the people running it don't trust. That is not a technology gap — that is a constitutional one."</a:t>
            </a:r>
          </a:p>
          <a:p>
            <a:endParaRPr lang="en-US"/>
          </a:p>
          <a:p>
            <a:r>
              <a:rPr lang="en-US" sz="1200" dirty="0"/>
              <a:t>"Automation was supposed to fix this. It didn't. RPA bots executed tasks brilliantly and then stared blankly at you when you asked 'why did you do that?' Audit teams are literally doing archaeology — digging through log ruins like Pompeii, hoping to reconstruct what the machine was thinking last Tuesday."</a:t>
            </a:r>
          </a:p>
          <a:p>
            <a:endParaRPr lang="en-US"/>
          </a:p>
          <a:p>
            <a:r>
              <a:rPr lang="en-US" sz="1200" dirty="0"/>
              <a:t>"The speed of AI outgrew our other models. That's the sentence. Everything in this deck is a response to it."</a:t>
            </a:r>
          </a:p>
          <a:p>
            <a:endParaRPr lang="en-US"/>
          </a:p>
          <a:p>
            <a:r>
              <a:rPr lang="en-US" sz="1200" dirty="0"/>
              <a:t>REFERENCES:</a:t>
            </a:r>
          </a:p>
          <a:p>
            <a:r>
              <a:rPr lang="en-US" sz="1200" dirty="0"/>
              <a:t>- ADAM v1.0, Part I, Section 1: "The End of Manual" — complexity threshold</a:t>
            </a:r>
          </a:p>
          <a:p>
            <a:r>
              <a:rPr lang="en-US" sz="1200" dirty="0"/>
              <a:t>- ADAM v1.0, Part I: "Complexity Inflation Versus Headcount Reality"</a:t>
            </a:r>
          </a:p>
          <a:p>
            <a:r>
              <a:rPr lang="en-US" sz="1200" dirty="0"/>
              <a:t>- ADAM v1.0, Part I: "Why Automation Failed to Scale Trust, Not Tasks"</a:t>
            </a:r>
          </a:p>
          <a:p>
            <a:r>
              <a:rPr lang="en-US" sz="1200" dirty="0"/>
              <a:t>- ADAM v1.0, Part I: "Autonomy as an Economic Necessity, Not a Technical Indulgence"</a:t>
            </a:r>
          </a:p>
          <a:p>
            <a:endParaRPr lang="en-US"/>
          </a:p>
          <a:p>
            <a:r>
              <a:rPr lang="en-US" sz="1200" dirty="0"/>
              <a:t>AUDIENCE NOTE: The three stats are the emotional hook. CTOs feel the complexity number. CEOs feel the trust number. Legal feels the August 2026 number. Everybody feels something.</a:t>
            </a: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
        <p:nvSpPr>
          <p:cNvPr id="3" name="Notes Placeholder"/>
          <p:cNvSpPr>
            <a:spLocks noGrp="1"/>
          </p:cNvSpPr>
          <p:nvPr>
            <p:ph type="body" idx="1"/>
          </p:nvPr>
        </p:nvSpPr>
        <p:spPr/>
        <p:txBody>
          <a:bodyPr/>
          <a:lstStyle/>
          <a:p>
            <a:r>
              <a:rPr lang="en-US" sz="1200" dirty="0"/>
              <a:t>NARRATOR SCRIPT — SLIDE 3: MEET ADAM / THREE PRINCIPLES</a:t>
            </a:r>
          </a:p>
          <a:p>
            <a:endParaRPr lang="en-US"/>
          </a:p>
          <a:p>
            <a:r>
              <a:rPr lang="en-US" sz="1200" dirty="0"/>
              <a:t>"What if your company had a constitution? Not a mission statement somebody screenshots once a year. Not a strategy deck locked in a SharePoint graveyard. An actual, living, executable constitution that every agent, every decision, every action references in real time."</a:t>
            </a:r>
          </a:p>
          <a:p>
            <a:endParaRPr lang="en-US"/>
          </a:p>
          <a:p>
            <a:r>
              <a:rPr lang="en-US" sz="1200" dirty="0"/>
              <a:t>"That's ADAM. And it runs on exactly three steps — the same three you'll hear again and again, because they are the whole operating model:"</a:t>
            </a:r>
          </a:p>
          <a:p>
            <a:endParaRPr lang="en-US"/>
          </a:p>
          <a:p>
            <a:r>
              <a:rPr lang="en-US" sz="1200" dirty="0"/>
              <a:t>"Step 1 — Humans Define Intent. Your directors set what the company wants: outcomes, constraints, and risk tolerance. They express intent in a structured, machine-processable form called an Intent Object. They never touch a workflow. They never approve a routine purchase order. They govern the exceptions and the innovations, not the traffic. That's the Exception Economy at work — autonomy as the default, human judgment as the premium resource applied where it actually matters."</a:t>
            </a:r>
          </a:p>
          <a:p>
            <a:endParaRPr lang="en-US"/>
          </a:p>
          <a:p>
            <a:r>
              <a:rPr lang="en-US" sz="1200" dirty="0"/>
              <a:t>"Step 2 — Machines Execute. A structured mesh of purpose-built agents — not one monolithic 'Governor AI' with an attitude problem — turns intent into coordinated enterprise action. Deterministic orchestration. Built-in policy enforcement. Automatic recovery hooks. This is not AI 'figuring it out.' This is engineered execution tied to 14+ industry and government frameworks your auditors already recognize."</a:t>
            </a:r>
          </a:p>
          <a:p>
            <a:endParaRPr lang="en-US"/>
          </a:p>
          <a:p>
            <a:r>
              <a:rPr lang="en-US" sz="1200" dirty="0"/>
              <a:t>"Step 3 — Evidence Proves Everything. Every single decision produces governance-grade forensic evidence by construction — not because somebody remembered to turn on logging. The Flight Recorder and Evidence Objects capture what was known, decided, and done, cryptographically locked and replayable. Audit becomes playback. Nobody holds a torch to a log file at 3 AM ever again."</a:t>
            </a:r>
          </a:p>
          <a:p>
            <a:endParaRPr lang="en-US"/>
          </a:p>
          <a:p>
            <a:r>
              <a:rPr lang="en-US" sz="1200" dirty="0"/>
              <a:t>REFERENCES:</a:t>
            </a:r>
          </a:p>
          <a:p>
            <a:r>
              <a:rPr lang="en-US" sz="1200" dirty="0"/>
              <a:t>- ADAM v1.0, Part I, Section 2: "Autonomy Without Doctrine Is Just Chaos"</a:t>
            </a:r>
          </a:p>
          <a:p>
            <a:r>
              <a:rPr lang="en-US" sz="1200" dirty="0"/>
              <a:t>- ADAM v1.0, Part II, Section 1: "The Autonomy Doctrine CORE Engine"</a:t>
            </a:r>
          </a:p>
          <a:p>
            <a:r>
              <a:rPr lang="en-US" sz="1200" dirty="0"/>
              <a:t>- ADAM Governance Charter, Section A.2: Governance Philosophy</a:t>
            </a:r>
          </a:p>
          <a:p>
            <a:r>
              <a:rPr lang="en-US" sz="1200" dirty="0"/>
              <a:t>- ADAM v1.0, Part IV, Section 3: Evidence &amp; Audit Plane</a:t>
            </a:r>
          </a:p>
          <a:p>
            <a:endParaRPr lang="en-US"/>
          </a:p>
          <a:p>
            <a:r>
              <a:rPr lang="en-US" sz="1200" dirty="0"/>
              <a:t>AUDIENCE NOTE: The three-step framework is the shareable piece. Keep the rhythm: Intent. Execute. Prove. People repeat it later. Let them.</a:t>
            </a: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p:cNvSpPr>
            <a:spLocks noGrp="1"/>
          </p:cNvSpPr>
          <p:nvPr>
            <p:ph type="body" idx="1"/>
          </p:nvPr>
        </p:nvSpPr>
        <p:spPr/>
        <p:txBody>
          <a:bodyPr/>
          <a:lstStyle/>
          <a:p>
            <a:r>
              <a:rPr lang="en-US" sz="1200" dirty="0"/>
              <a:t>NARRATOR SCRIPT — SLIDE 4: ADAM AT A GLANCE / THE OPERATION MODEL</a:t>
            </a:r>
          </a:p>
          <a:p>
            <a:endParaRPr lang="en-US"/>
          </a:p>
          <a:p>
            <a:r>
              <a:rPr lang="en-US" sz="1200" dirty="0"/>
              <a:t>"If you remember nothing else from this deck, remember this slide. This is ADAM on a single page — the constitutional operating model, its doctrine engine, its human governance, and the five architectural primitives that make it work."</a:t>
            </a:r>
          </a:p>
          <a:p>
            <a:endParaRPr lang="en-US"/>
          </a:p>
          <a:p>
            <a:r>
              <a:rPr lang="en-US" sz="1200" dirty="0"/>
              <a:t>"WHAT ADAM IS: a constitutional operating model for autonomous enterprises. Humans govern intent, never execution. Five directors — plus an optional CPO — manage exceptions and innovation. Autonomy is bounded by doctrine, not by hope. Every action is provable by construction. And it's sovereign by design — vendor-neutral, product-agnostic. It is not a legal person, not a DAO, not yet-another-chatbot-framework wearing a tie."</a:t>
            </a:r>
          </a:p>
          <a:p>
            <a:endParaRPr lang="en-US"/>
          </a:p>
          <a:p>
            <a:r>
              <a:rPr lang="en-US" sz="1200" dirty="0"/>
              <a:t>"THE DOCTRINE — CORE: Culture, Objectives, Rules, Expectations. A machine-readable semantic graph of your company's DNA. Live configuration — versioned, testable, rollbackable. Subgraphs for Financial, Rights, Customer, Regulatory, Supplier, and Strategy Drift. And critically — every ADAM document is already structured for AI feed. This isn't a book you read. It's a configuration you deploy."</a:t>
            </a:r>
          </a:p>
          <a:p>
            <a:endParaRPr lang="en-US"/>
          </a:p>
          <a:p>
            <a:r>
              <a:rPr lang="en-US" sz="1200" dirty="0"/>
              <a:t>"HUMAN GOVERNANCE: Five accountable directors — CEO for primary accountability, CFO for financial stewardship, Legal for regulatory and risk, Market for strategy and external posture, CISO for security and resilience. Plus an optional CPO for product and innovation when the portfolio demands it. No middle managers. No committees-about-committees."</a:t>
            </a:r>
          </a:p>
          <a:p>
            <a:endParaRPr lang="en-US"/>
          </a:p>
          <a:p>
            <a:r>
              <a:rPr lang="en-US" sz="1200" dirty="0"/>
              <a:t>"Then the five primitives across the bottom — each one gets its own slide later, so a quick tour:"</a:t>
            </a:r>
          </a:p>
          <a:p>
            <a:r>
              <a:rPr lang="en-US" sz="1200" dirty="0"/>
              <a:t>"Exception Economy — autonomy first; humans manage exceptions, not workflows."</a:t>
            </a:r>
          </a:p>
          <a:p>
            <a:r>
              <a:rPr lang="en-US" sz="1200" dirty="0"/>
              <a:t>"BOSS Scoring — multi-dimensional 0-to-100 scoring that drives routing and escalation."</a:t>
            </a:r>
          </a:p>
          <a:p>
            <a:r>
              <a:rPr lang="en-US" sz="1200" dirty="0"/>
              <a:t>"Flight Recorder — tamper-evident, replayable traces. Audit = playback."</a:t>
            </a:r>
          </a:p>
          <a:p>
            <a:r>
              <a:rPr lang="en-US" sz="1200" dirty="0"/>
              <a:t>"Conflict Arbitration — irreconcilable tensions become formal governance events, not silent overrides."</a:t>
            </a:r>
          </a:p>
          <a:p>
            <a:r>
              <a:rPr lang="en-US" sz="1200" dirty="0"/>
              <a:t>"Intent Objects — structured, versioned schema carrying outcomes, constraints, risk tolerance, and urgency."</a:t>
            </a:r>
          </a:p>
          <a:p>
            <a:endParaRPr lang="en-US"/>
          </a:p>
          <a:p>
            <a:r>
              <a:rPr lang="en-US" sz="1200" dirty="0"/>
              <a:t>"The tagline at the bottom is the entire philosophy: Autonomy replaces management, not responsibility. Humans define intent. Machines execute. Evidence proves everything."</a:t>
            </a:r>
          </a:p>
          <a:p>
            <a:endParaRPr lang="en-US"/>
          </a:p>
          <a:p>
            <a:r>
              <a:rPr lang="en-US" sz="1200" dirty="0"/>
              <a:t>REFERENCES:</a:t>
            </a:r>
          </a:p>
          <a:p>
            <a:r>
              <a:rPr lang="en-US" sz="1200" dirty="0"/>
              <a:t>- ADAM v1.0, Part II: CORE Engine and Graphs</a:t>
            </a:r>
          </a:p>
          <a:p>
            <a:r>
              <a:rPr lang="en-US" sz="1200" dirty="0"/>
              <a:t>- ADAM Governance Charter: 5-Director Constitution</a:t>
            </a:r>
          </a:p>
          <a:p>
            <a:r>
              <a:rPr lang="en-US" sz="1200" dirty="0"/>
              <a:t>- ADAM v1.0, Part V: Exception Economy &amp; Autonomy Budget</a:t>
            </a:r>
          </a:p>
          <a:p>
            <a:r>
              <a:rPr lang="en-US" sz="1200" dirty="0"/>
              <a:t>- ADAM BOSS Score Formulas v3.2</a:t>
            </a:r>
          </a:p>
          <a:p>
            <a:r>
              <a:rPr lang="en-US" sz="1200" dirty="0"/>
              <a:t>- ADAM Intent Object Definition</a:t>
            </a:r>
          </a:p>
          <a:p>
            <a:r>
              <a:rPr lang="en-US" sz="1200" dirty="0"/>
              <a:t>- ADAM Legal &amp; Arbitration: Doctrine Conflict Arbitration Model</a:t>
            </a:r>
          </a:p>
          <a:p>
            <a:endParaRPr lang="en-US"/>
          </a:p>
          <a:p>
            <a:r>
              <a:rPr lang="en-US" sz="1200" dirty="0"/>
              <a:t>AUDIENCE NOTE: This is your 'take a picture, you'll want it later' slide. Point that out. Pause. Let them shoot it.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
        <p:nvSpPr>
          <p:cNvPr id="3" name="Notes Placeholder"/>
          <p:cNvSpPr>
            <a:spLocks noGrp="1"/>
          </p:cNvSpPr>
          <p:nvPr>
            <p:ph type="body" idx="1"/>
          </p:nvPr>
        </p:nvSpPr>
        <p:spPr/>
        <p:txBody>
          <a:bodyPr/>
          <a:lstStyle/>
          <a:p>
            <a:r>
              <a:rPr lang="en-US" sz="1200" dirty="0"/>
              <a:t>NARRATOR SCRIPT — SLIDE 5: THE CORE ENGINE / DNA CODIFIED</a:t>
            </a:r>
          </a:p>
          <a:p>
            <a:endParaRPr lang="en-US"/>
          </a:p>
          <a:p>
            <a:r>
              <a:rPr lang="en-US" sz="1200" dirty="0"/>
              <a:t>"If ADAM had a brain, this is it. CORE — Culture, Objectives, Rules, Expectations. Don't let the friendly acronym fool you: underneath, this is a machine-readable semantic graph of your company's identity, running in Cosmos DB Gremlin, queryable by every single agent in the mesh before it acts."</a:t>
            </a:r>
          </a:p>
          <a:p>
            <a:endParaRPr lang="en-US"/>
          </a:p>
          <a:p>
            <a:r>
              <a:rPr lang="en-US" sz="1200" dirty="0"/>
              <a:t>"Culture is not the poster in the break room. Culture, in CORE, is trade-off priorities. When speed conflicts with compliance, which one wins at NetStreamX? When short-term ad revenue collides with long-term creator trust, what's the resolution? Your agents query this in real time. No ambiguity. No 'I think we'd probably do X.'"</a:t>
            </a:r>
          </a:p>
          <a:p>
            <a:endParaRPr lang="en-US"/>
          </a:p>
          <a:p>
            <a:r>
              <a:rPr lang="en-US" sz="1200" dirty="0"/>
              <a:t>"Objectives are layered. Mandates are non-negotiable. Goals are measurable and time-bound. Aspirations are directional. Agents can't silently promote an aspiration above a mandate just because a quarterly number got tight."</a:t>
            </a:r>
          </a:p>
          <a:p>
            <a:endParaRPr lang="en-US"/>
          </a:p>
          <a:p>
            <a:r>
              <a:rPr lang="en-US" sz="1200" dirty="0"/>
              <a:t>"Rules are hard constraints — zero tolerance. You don't process transactions for sanctioned entities. You don't release an unlicensed title into a new territory. Period. Expectations are softer — they accept exceptions, but only with proper escalation evidence. 'Prefer domestic suppliers' is an expectation. 'Never sell viewer data' — that's a sacred boundary and it lives in Rules."</a:t>
            </a:r>
          </a:p>
          <a:p>
            <a:endParaRPr lang="en-US"/>
          </a:p>
          <a:p>
            <a:r>
              <a:rPr lang="en-US" sz="1200" dirty="0"/>
              <a:t>"And the whole thing is live configuration. Versioned like software. Testable. Rollbackable. Deploy a new doctrine version on Monday. By Wednesday the BOSS scores look weird? Roll it back. Try again. This is not your strategy deck collecting dust next to the 2019 five-year plan."</a:t>
            </a:r>
          </a:p>
          <a:p>
            <a:endParaRPr lang="en-US"/>
          </a:p>
          <a:p>
            <a:r>
              <a:rPr lang="en-US" sz="1200" dirty="0"/>
              <a:t>REFERENCES:</a:t>
            </a:r>
          </a:p>
          <a:p>
            <a:r>
              <a:rPr lang="en-US" sz="1200" dirty="0"/>
              <a:t>- ADAM v1.0, Part II, Section 1: The Autonomy Doctrine CORE Engine</a:t>
            </a:r>
          </a:p>
          <a:p>
            <a:r>
              <a:rPr lang="en-US" sz="1200" dirty="0"/>
              <a:t>- ADAM v1.0, Part II, Section 2: Autonomy Doctrine CORE Graph</a:t>
            </a:r>
          </a:p>
          <a:p>
            <a:r>
              <a:rPr lang="en-US" sz="1200" dirty="0"/>
              <a:t>- DNA Questionnaire, Sections 2-4: Culture, Objectives, Rules &amp; Expectations Graphs</a:t>
            </a:r>
          </a:p>
          <a:p>
            <a:endParaRPr lang="en-US"/>
          </a:p>
          <a:p>
            <a:r>
              <a:rPr lang="en-US" sz="1200" dirty="0"/>
              <a:t>AUDIENCE NOTE: Culture-as-trade-off-priorities is the memorable reframe. Sit on it. Most people have never heard culture described as something machines can query.</a:t>
            </a: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
        <p:nvSpPr>
          <p:cNvPr id="3" name="Notes Placeholder"/>
          <p:cNvSpPr>
            <a:spLocks noGrp="1"/>
          </p:cNvSpPr>
          <p:nvPr>
            <p:ph type="body" idx="1"/>
          </p:nvPr>
        </p:nvSpPr>
        <p:spPr/>
        <p:txBody>
          <a:bodyPr/>
          <a:lstStyle/>
          <a:p>
            <a:r>
              <a:rPr lang="en-US" sz="1200" dirty="0"/>
              <a:t>NARRATOR SCRIPT — SLIDE 6: NOVEL CONCEPTS / WHAT ADAM BRINGS TO THE TABLE</a:t>
            </a:r>
          </a:p>
          <a:p>
            <a:endParaRPr lang="en-US"/>
          </a:p>
          <a:p>
            <a:r>
              <a:rPr lang="en-US" sz="1200" dirty="0"/>
              <a:t>"Six ideas on this slide, and together they are what ADAM contributes beyond every existing framework on the market. Three are Tier 1 — strongly novel — meaning no prior framework does them at all. Three are Tier 2 — novel in their combination, composition, or depth."</a:t>
            </a:r>
          </a:p>
          <a:p>
            <a:endParaRPr lang="en-US"/>
          </a:p>
          <a:p>
            <a:r>
              <a:rPr lang="en-US" sz="1200" dirty="0"/>
              <a:t>"Tier 1 — the genuinely new stuff:"</a:t>
            </a:r>
          </a:p>
          <a:p>
            <a:endParaRPr lang="en-US"/>
          </a:p>
          <a:p>
            <a:r>
              <a:rPr lang="en-US" sz="1200" dirty="0"/>
              <a:t>"CORE Engine &amp; Graphs. Not rules-as-a-list. Not policy-as-a-PDF. Your company's entire identity — culture, objectives, rules, expectations — as a queryable semantic graph that teaches AI what 'good' looks like for your specific company. Not just rules — nuance."</a:t>
            </a:r>
          </a:p>
          <a:p>
            <a:endParaRPr lang="en-US"/>
          </a:p>
          <a:p>
            <a:r>
              <a:rPr lang="en-US" sz="1200" dirty="0"/>
              <a:t>"Doctrine Conflict Arbitration. When objectives irreconcilably collide — say, growth versus reputation at NetStreamX after a PR incident — ADAM doesn't silently pick a winner and hope nobody notices. It formalizes the conflict as a governance event and routes it to the human who owns that exact tension. Trade-offs surface; they do not get optimized away in the dark."</a:t>
            </a:r>
          </a:p>
          <a:p>
            <a:endParaRPr lang="en-US"/>
          </a:p>
          <a:p>
            <a:r>
              <a:rPr lang="en-US" sz="1200" dirty="0"/>
              <a:t>"Exception Economy. Every autonomous action carries a cost, risk, and impact estimate. Exceptions aren't hidden — they are exposed, scored, and cumulatively tracked. Autonomy is literally budgeted. When the budget runs out, humans come in. When humans are idle, autonomy keeps running."</a:t>
            </a:r>
          </a:p>
          <a:p>
            <a:endParaRPr lang="en-US"/>
          </a:p>
          <a:p>
            <a:r>
              <a:rPr lang="en-US" sz="1200" dirty="0"/>
              <a:t>"Tier 2 — novel combinations:"</a:t>
            </a:r>
          </a:p>
          <a:p>
            <a:endParaRPr lang="en-US"/>
          </a:p>
          <a:p>
            <a:r>
              <a:rPr lang="en-US" sz="1200" dirty="0"/>
              <a:t>"Digital Twins as AI Tools. Other frameworks use twins as dashboards for humans. ADAM's twins serve agents — consulted before, during, and after execution for simulation and prediction. Multi-dimensional at atomic scale."</a:t>
            </a:r>
          </a:p>
          <a:p>
            <a:endParaRPr lang="en-US"/>
          </a:p>
          <a:p>
            <a:r>
              <a:rPr lang="en-US" sz="1200" dirty="0"/>
              <a:t>"BOSS Scoring Formulas. Governance scoring directly tied to 14+ published industry and government frameworks. Not a proprietary black box — a transparent composite anyone can audit. Detail coming up on slide 8."</a:t>
            </a:r>
          </a:p>
          <a:p>
            <a:endParaRPr lang="en-US"/>
          </a:p>
          <a:p>
            <a:r>
              <a:rPr lang="en-US" sz="1200" dirty="0"/>
              <a:t>"Formal Intent Objects. Structured schema with outcomes, constraints, risk tolerance, urgency. Versioned, stored, auditable, machine-verifiable. Human intent coded for AI execution at scale."</a:t>
            </a:r>
          </a:p>
          <a:p>
            <a:endParaRPr lang="en-US"/>
          </a:p>
          <a:p>
            <a:r>
              <a:rPr lang="en-US" sz="1200" dirty="0"/>
              <a:t>REFERENCES:</a:t>
            </a:r>
          </a:p>
          <a:p>
            <a:r>
              <a:rPr lang="en-US" sz="1200" dirty="0"/>
              <a:t>- ADAM Overview: Novel Concepts (complete tier listing)</a:t>
            </a:r>
          </a:p>
          <a:p>
            <a:r>
              <a:rPr lang="en-US" sz="1200" dirty="0"/>
              <a:t>- ADAM v1.0, Part II, Sections 1-3: CORE Engine, CORE Graph, Subgraphs</a:t>
            </a:r>
          </a:p>
          <a:p>
            <a:r>
              <a:rPr lang="en-US" sz="1200" dirty="0"/>
              <a:t>- ADAM Legal &amp; Arbitration, Section II: Doctrine Conflict Arbitration Model</a:t>
            </a:r>
          </a:p>
          <a:p>
            <a:r>
              <a:rPr lang="en-US" sz="1200" dirty="0"/>
              <a:t>- ADAM v1.0, Part V, Section 1: Autonomy Budget &amp; Exception Economy</a:t>
            </a:r>
          </a:p>
          <a:p>
            <a:r>
              <a:rPr lang="en-US" sz="1200" dirty="0"/>
              <a:t>- ADAM Intent Object Definition: full schema and flow</a:t>
            </a:r>
          </a:p>
          <a:p>
            <a:endParaRPr lang="en-US"/>
          </a:p>
          <a:p>
            <a:r>
              <a:rPr lang="en-US" sz="1200" dirty="0"/>
              <a:t>AUDIENCE NOTE: Most audiences glaze over on "novel concepts" slides. Don't list — contrast. "Other frameworks do X. ADAM does Y because Z." Keep it sharp.</a:t>
            </a: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
        <p:nvSpPr>
          <p:cNvPr id="3" name="Notes Placeholder"/>
          <p:cNvSpPr>
            <a:spLocks noGrp="1"/>
          </p:cNvSpPr>
          <p:nvPr>
            <p:ph type="body" idx="1"/>
          </p:nvPr>
        </p:nvSpPr>
        <p:spPr/>
        <p:txBody>
          <a:bodyPr/>
          <a:lstStyle/>
          <a:p>
            <a:r>
              <a:rPr lang="en-US" sz="1200" dirty="0"/>
              <a:t>NARRATOR SCRIPT — SLIDE 7: THE 81-AGENT MESH / 5 LAYERS, ZERO CHAOS</a:t>
            </a:r>
          </a:p>
          <a:p>
            <a:endParaRPr lang="en-US"/>
          </a:p>
          <a:p>
            <a:r>
              <a:rPr lang="en-US" sz="1200" dirty="0"/>
              <a:t>"Eighty-one-plus agents across five layers. And yes, that number lands hard. Before anyone reaches for 'that's too many,' understand this: 81 is the reference model. Every actual ADAM deployment customizes the count. A regional bank needs different work groups than a global streaming platform. A healthcare provider needs different governors than a manufacturer. The DNA Questionnaire drives the shape."</a:t>
            </a:r>
          </a:p>
          <a:p>
            <a:endParaRPr lang="en-US"/>
          </a:p>
          <a:p>
            <a:r>
              <a:rPr lang="en-US" sz="1200" dirty="0"/>
              <a:t>"Layer 1 — Human Interface. Three agents. Intent Interpretation takes the director's intent and makes it executable. Trust Gateway verifies they're authorized to express it. Explain-Back tells them what actually happened. These three are the only touchpoints the directors use. No login to a ticketing system. No approvals inbox."</a:t>
            </a:r>
          </a:p>
          <a:p>
            <a:endParaRPr lang="en-US"/>
          </a:p>
          <a:p>
            <a:r>
              <a:rPr lang="en-US" sz="1200" dirty="0"/>
              <a:t>"Layer 2 — Domain Governors. Five governor agents: Financial, Legal, Risk, Market, and Strategy. They do not execute — they GOVERN. And critically, all five must concur before anything proceeds. Not majority rules. Unanimous consent. You want to spin up a new ad-supported tier at NetStreamX? Financial weighs margin and unit economics, Legal weighs rights and regulatory exposure, Risk weighs concentration and downside, Market weighs positioning, Strategy weighs doctrine alignment. Five yeses, or it doesn't ship."</a:t>
            </a:r>
          </a:p>
          <a:p>
            <a:endParaRPr lang="en-US"/>
          </a:p>
          <a:p>
            <a:r>
              <a:rPr lang="en-US" sz="1200" dirty="0"/>
              <a:t>"Layer 3 — Orchestration Plane. Four enforcement hooks: Policy, Exception, Evidence, Recovery. Deterministic sequencing. Every failure has a rollback path. This is not 'try it and see.'"</a:t>
            </a:r>
          </a:p>
          <a:p>
            <a:endParaRPr lang="en-US"/>
          </a:p>
          <a:p>
            <a:r>
              <a:rPr lang="en-US" sz="1200" dirty="0"/>
              <a:t>"Layer 4 — Agentic Work Groups. The engine room. 39 corporate work groups plus 23 AI-native divisions, all built from single-responsibility agents operating within bounded scope. Each work group is a Watcher agent supervising a set of Workers — the work gets done, and a second agent is always checking it."</a:t>
            </a:r>
          </a:p>
          <a:p>
            <a:endParaRPr lang="en-US"/>
          </a:p>
          <a:p>
            <a:r>
              <a:rPr lang="en-US" sz="1200" dirty="0"/>
              <a:t>"Layer 5 — Twins + Meta-Governance. Four Digital Twins — Enterprise, Operational, Economic, and Risk — plus meta-governance agents for Stability, CORE Integrity, and Self-Audit. This is the system that watches the system: is ADAM still behaving like the company it's supposed to be, or has it drifted into Skynet-adjacent territory?"</a:t>
            </a:r>
          </a:p>
          <a:p>
            <a:endParaRPr lang="en-US"/>
          </a:p>
          <a:p>
            <a:r>
              <a:rPr lang="en-US" sz="1200" dirty="0"/>
              <a:t>"The exact agent count, domain focus, and work group shape all come from the DNA Questionnaire, tailored to your industry, your regulatory landscape, your risk appetite. 81 is the baseline — your deployment is bespoke."</a:t>
            </a:r>
          </a:p>
          <a:p>
            <a:endParaRPr lang="en-US"/>
          </a:p>
          <a:p>
            <a:r>
              <a:rPr lang="en-US" sz="1200" dirty="0"/>
              <a:t>REFERENCES:</a:t>
            </a:r>
          </a:p>
          <a:p>
            <a:r>
              <a:rPr lang="en-US" sz="1200" dirty="0"/>
              <a:t>- ADAM Agent Org Chart: Complete 81-agent directory</a:t>
            </a:r>
          </a:p>
          <a:p>
            <a:r>
              <a:rPr lang="en-US" sz="1200" dirty="0"/>
              <a:t>- ADAM v1.0, Part III: The Hierarchical Autonomous Model</a:t>
            </a:r>
          </a:p>
          <a:p>
            <a:r>
              <a:rPr lang="en-US" sz="1200" dirty="0"/>
              <a:t>- ADAM v1.0, Part III: Single-Responsibility Agents &amp; Agent Work Groups</a:t>
            </a:r>
          </a:p>
          <a:p>
            <a:r>
              <a:rPr lang="en-US" sz="1200" dirty="0"/>
              <a:t>- DNA Questionnaire, Section 8: Agentic Architecture &amp; Domain Configuration</a:t>
            </a:r>
          </a:p>
          <a:p>
            <a:endParaRPr lang="en-US"/>
          </a:p>
          <a:p>
            <a:r>
              <a:rPr lang="en-US" sz="1200" dirty="0"/>
              <a:t>AUDIENCE NOTE: The "all five governors must concur" point always lands. Unanimous-consent governance is a rare animal. People will want to argue with it. Let them — the argument is the value.</a:t>
            </a: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
        <p:nvSpPr>
          <p:cNvPr id="3" name="Notes Placeholder"/>
          <p:cNvSpPr>
            <a:spLocks noGrp="1"/>
          </p:cNvSpPr>
          <p:nvPr>
            <p:ph type="body" idx="1"/>
          </p:nvPr>
        </p:nvSpPr>
        <p:spPr/>
        <p:txBody>
          <a:bodyPr/>
          <a:lstStyle/>
          <a:p>
            <a:r>
              <a:rPr lang="en-US" sz="1200" dirty="0"/>
              <a:t>NARRATOR SCRIPT — SLIDE 8: THE BOSS SCORE / BUSINESS OPERATIONS SOVEREIGNTY SCORE</a:t>
            </a:r>
          </a:p>
          <a:p>
            <a:endParaRPr lang="en-US" sz="1200" dirty="0"/>
          </a:p>
          <a:p>
            <a:r>
              <a:rPr lang="en-US" sz="1200" dirty="0"/>
              <a:t>NOTE: Boss Weights on this page are example only, not recommended values – each company can change these weights to </a:t>
            </a:r>
            <a:r>
              <a:rPr lang="en-US" sz="1200"/>
              <a:t>meet their own goals.</a:t>
            </a:r>
            <a:endParaRPr lang="en-US" sz="1200" dirty="0"/>
          </a:p>
          <a:p>
            <a:endParaRPr lang="en-US" dirty="0"/>
          </a:p>
          <a:p>
            <a:r>
              <a:rPr lang="en-US" sz="1200" dirty="0"/>
              <a:t>"BOSS — Business Operations Sovereignty Score, version 3.2. Every action an agent proposes gets scored across seven independent dimensions before it executes. And here's the part that separates BOSS from every 'AI risk scoring' vendor PDF floating around LinkedIn: each dimension is derived directly from established, peer-reviewed global frameworks. We did not invent the frameworks. We picked the ones your auditors already recognize and your regulators already require."</a:t>
            </a:r>
          </a:p>
          <a:p>
            <a:endParaRPr lang="en-US" dirty="0"/>
          </a:p>
          <a:p>
            <a:r>
              <a:rPr lang="en-US" sz="1200" dirty="0"/>
              <a:t>"Seven dimensions, each with a weight and a framework source:"</a:t>
            </a:r>
          </a:p>
          <a:p>
            <a:r>
              <a:rPr lang="en-US" sz="1200" dirty="0"/>
              <a:t>"Sovereignty Action — Top weight. EU SEAL + Eurotechguide Sovereignty Index. Published by the European Commission, not a vendor."</a:t>
            </a:r>
          </a:p>
          <a:p>
            <a:r>
              <a:rPr lang="en-US" sz="1200" dirty="0"/>
              <a:t>"Security Impact — Very High. NIST CSF + MITRE ATT&amp;CK."</a:t>
            </a:r>
          </a:p>
          <a:p>
            <a:r>
              <a:rPr lang="en-US" sz="1200" dirty="0"/>
              <a:t>"Financial Exposure — Very High. FAIR — the only open, internationally recognized standard for quantifying risk in financial terms — plus COSO ERM for portfolio-level risk."</a:t>
            </a:r>
          </a:p>
          <a:p>
            <a:r>
              <a:rPr lang="en-US" sz="1200" dirty="0"/>
              <a:t>"Regulatory Impact — High. EU AI Act risk classification + CMMC 2.0."</a:t>
            </a:r>
          </a:p>
          <a:p>
            <a:r>
              <a:rPr lang="en-US" sz="1200" dirty="0"/>
              <a:t>"Reputational Risk — Medium. RepTrak + SASB Materiality."</a:t>
            </a:r>
          </a:p>
          <a:p>
            <a:r>
              <a:rPr lang="en-US" sz="1200" dirty="0"/>
              <a:t>"Rights Certainty — High (displayed as Low-weighted priority but tied to 3.0 default weight). WIPO + Creative Commons frameworks."</a:t>
            </a:r>
          </a:p>
          <a:p>
            <a:r>
              <a:rPr lang="en-US" sz="1200" dirty="0"/>
              <a:t>"Doctrinal Alignment — Medium. CORE Drift, Versioned DNA. This one is ADAM's own — how far has the proposed action drifted from the company's declared identity?"</a:t>
            </a:r>
          </a:p>
          <a:p>
            <a:endParaRPr lang="en-US" dirty="0"/>
          </a:p>
          <a:p>
            <a:r>
              <a:rPr lang="en-US" sz="1200" dirty="0"/>
              <a:t>"Scores go through a weighted composite. A critical dimension override kicks in any time a single dimension exceeds 75 — you can't average your way out of a serious problem. And a non-idempotent penalty of +15 applies when an action can't be cleanly undone, because 'oops, can't unsend that' is a governance event all by itself."</a:t>
            </a:r>
          </a:p>
          <a:p>
            <a:endParaRPr lang="en-US" dirty="0"/>
          </a:p>
          <a:p>
            <a:r>
              <a:rPr lang="en-US" sz="1200" dirty="0"/>
              <a:t>"That composite drops you into an escalation tier. SOAP — 0 to 10 — Safe Optimum Autonomous Performance. MODERATE — 11 to 30 — constrained execution with enhanced logging. ELEVATED — 31 to 50 — exception likely, domain governor takes a look. HIGH — 51 to 75 — director review required, no execution without sign-off. And OHSHAT — 76 to 100 — Operational Hell, Send Humans. Act Today. Full CEO-plus-director escalation, system snaps to safe-mode automatically."</a:t>
            </a:r>
          </a:p>
          <a:p>
            <a:endParaRPr lang="en-US" dirty="0"/>
          </a:p>
          <a:p>
            <a:r>
              <a:rPr lang="en-US" sz="1200" dirty="0"/>
              <a:t>"Why the naming? Because at 3 AM when the pager fires, you need a tier name you will not forget. Nobody forgets OHSHAT."</a:t>
            </a:r>
          </a:p>
          <a:p>
            <a:endParaRPr lang="en-US" dirty="0"/>
          </a:p>
          <a:p>
            <a:r>
              <a:rPr lang="en-US" sz="1200" dirty="0"/>
              <a:t>"Not opinions. Not vibes. Published frameworks. Audit-ready formulas. Every score answers WHY."</a:t>
            </a:r>
          </a:p>
          <a:p>
            <a:endParaRPr lang="en-US" dirty="0"/>
          </a:p>
          <a:p>
            <a:r>
              <a:rPr lang="en-US" sz="1200" dirty="0"/>
              <a:t>REFERENCES:</a:t>
            </a:r>
          </a:p>
          <a:p>
            <a:r>
              <a:rPr lang="en-US" sz="1200" dirty="0"/>
              <a:t>- ADAM BOSS Score Formulas v3.2: Complete 7-dimension methodology with framework attributions</a:t>
            </a:r>
          </a:p>
          <a:p>
            <a:r>
              <a:rPr lang="en-US" sz="1200" dirty="0"/>
              <a:t>- BOSS Formulas v3.2, Section 2.1: The SOAP-to-OHSHAT Spectrum</a:t>
            </a:r>
          </a:p>
          <a:p>
            <a:r>
              <a:rPr lang="en-US" sz="1200" dirty="0"/>
              <a:t>- BOSS Formulas v3.2, Sections 4-10: Individual dimension framework sources</a:t>
            </a:r>
          </a:p>
          <a:p>
            <a:r>
              <a:rPr lang="en-US" sz="1200" dirty="0"/>
              <a:t>- DNA Questionnaire, Section 6: BOSS Scoring configuration</a:t>
            </a:r>
          </a:p>
          <a:p>
            <a:endParaRPr lang="en-US" dirty="0"/>
          </a:p>
          <a:p>
            <a:r>
              <a:rPr lang="en-US" sz="1200" dirty="0"/>
              <a:t>AUDIENCE NOTE: OHSHAT always gets a laugh. Ride it, but bring them back immediately to the framework list — that's the credibility anchor. FAIR, NIST, COSO, EU SEAL — those are the words that earn the room.</a:t>
            </a: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
        <p:nvSpPr>
          <p:cNvPr id="3" name="Notes Placeholder"/>
          <p:cNvSpPr>
            <a:spLocks noGrp="1"/>
          </p:cNvSpPr>
          <p:nvPr>
            <p:ph type="body" idx="1"/>
          </p:nvPr>
        </p:nvSpPr>
        <p:spPr/>
        <p:txBody>
          <a:bodyPr/>
          <a:lstStyle/>
          <a:p>
            <a:r>
              <a:rPr lang="en-US" sz="1200" dirty="0"/>
              <a:t>NARRATOR SCRIPT — SLIDE 9: THE FOUR GUARDRAIL PLANES / NO BYPASS</a:t>
            </a:r>
          </a:p>
          <a:p>
            <a:endParaRPr lang="en-US"/>
          </a:p>
          <a:p>
            <a:r>
              <a:rPr lang="en-US" sz="1200" dirty="0"/>
              <a:t>"One control plane. Four hooks. No bypass. These four planes cut across every single layer of the ADAM architecture. They are not policies you can choose to follow when it's convenient. They are architectural. They physically cannot be bypassed by agents, by orchestration logic, or by a very persuasive human."</a:t>
            </a:r>
          </a:p>
          <a:p>
            <a:endParaRPr lang="en-US"/>
          </a:p>
          <a:p>
            <a:r>
              <a:rPr lang="en-US" sz="1200" dirty="0"/>
              <a:t>"Policy &amp; Risk Plane — the arbiter of 'allowed.' Every action gets checked against legal, ethical, financial, and strategic constraints before it executes. Monetary thresholds. Regulatory triggers. Risk tiering. Approval routing. If it fails, it doesn't run."</a:t>
            </a:r>
          </a:p>
          <a:p>
            <a:endParaRPr lang="en-US"/>
          </a:p>
          <a:p>
            <a:r>
              <a:rPr lang="en-US" sz="1200" dirty="0"/>
              <a:t>"Evidence &amp; Audit Plane — evidence-first execution. Cryptographically anchored proof of what was known, decided, and done. Decision provenance, causal chains, tamper-resistant records. The Flight Recorder enables full replay with the why and the how. Audit = playback. Not narrative reconstruction."</a:t>
            </a:r>
          </a:p>
          <a:p>
            <a:endParaRPr lang="en-US"/>
          </a:p>
          <a:p>
            <a:r>
              <a:rPr lang="en-US" sz="1200" dirty="0"/>
              <a:t>"Security &amp; Trust Plane — identity enforcement, trust boundaries, prompt abuse resistance, behavioral constraints, autonomy throttling. Even if an agent gets socially engineered by a cleverly crafted prompt, the execution constraint doesn't care how persuasive the prompt was. Microsoft AGT integration is preferred and natively wired in."</a:t>
            </a:r>
          </a:p>
          <a:p>
            <a:endParaRPr lang="en-US"/>
          </a:p>
          <a:p>
            <a:r>
              <a:rPr lang="en-US" sz="1200" dirty="0"/>
              <a:t>"Stability &amp; Drift Plane — the quiet guardian. Monitors feedback loops and autonomy budgets. Detects when ADAM's behavior drifts from the current DNA graph or — and this is the phrase — enters Skynet territory. Think of this plane as the ADAM DNA baby-sitter. It catches the slow erosions that are the real operational killer: the 1% monthly drift that nobody notices until the system has quietly rewritten itself."</a:t>
            </a:r>
          </a:p>
          <a:p>
            <a:endParaRPr lang="en-US"/>
          </a:p>
          <a:p>
            <a:r>
              <a:rPr lang="en-US" sz="1200" dirty="0"/>
              <a:t>"The key sentence on this slide: because these planes are architectural, not procedural, they cannot be bypassed by agents, orchestration, or human pressure. By design. That's the difference between a guardrail and a suggestion."</a:t>
            </a:r>
          </a:p>
          <a:p>
            <a:endParaRPr lang="en-US"/>
          </a:p>
          <a:p>
            <a:r>
              <a:rPr lang="en-US" sz="1200" dirty="0"/>
              <a:t>REFERENCES:</a:t>
            </a:r>
          </a:p>
          <a:p>
            <a:r>
              <a:rPr lang="en-US" sz="1200" dirty="0"/>
              <a:t>- ADAM v1.0, Part IV, Sections 2-5: All four planes</a:t>
            </a:r>
          </a:p>
          <a:p>
            <a:r>
              <a:rPr lang="en-US" sz="1200" dirty="0"/>
              <a:t>- ADAM v1.0, Part IV, Section 1: Architectural vs. procedural controls</a:t>
            </a:r>
          </a:p>
          <a:p>
            <a:r>
              <a:rPr lang="en-US" sz="1200" dirty="0"/>
              <a:t>- ADAM Overview: Architecture layers and guardrails</a:t>
            </a:r>
          </a:p>
          <a:p>
            <a:endParaRPr lang="en-US"/>
          </a:p>
          <a:p>
            <a:r>
              <a:rPr lang="en-US" sz="1200" dirty="0"/>
              <a:t>AUDIENCE NOTE: "Skynet territory" is funny because it's also true. Don't sell it. Deliver it flat. Lands harder.</a:t>
            </a: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
        <p:nvSpPr>
          <p:cNvPr id="3" name="Notes Placeholder"/>
          <p:cNvSpPr>
            <a:spLocks noGrp="1"/>
          </p:cNvSpPr>
          <p:nvPr>
            <p:ph type="body" idx="1"/>
          </p:nvPr>
        </p:nvSpPr>
        <p:spPr/>
        <p:txBody>
          <a:bodyPr/>
          <a:lstStyle/>
          <a:p>
            <a:r>
              <a:rPr lang="en-US" sz="1200" dirty="0"/>
              <a:t>NARRATOR SCRIPT — SLIDE 10: THE HUMAN ELEMENT / FIVE DIRECTORS, NO MIDDLE MANAGEMENT</a:t>
            </a:r>
          </a:p>
          <a:p>
            <a:endParaRPr lang="en-US"/>
          </a:p>
          <a:p>
            <a:r>
              <a:rPr lang="en-US" sz="1200" dirty="0"/>
              <a:t>"Five humans. That is the entire governance structure. CEO. CFO. Legal Director. Market Director. CISO. No middle management. No committees-about-committees. No working groups producing PowerPoints about other PowerPoints."</a:t>
            </a:r>
          </a:p>
          <a:p>
            <a:endParaRPr lang="en-US"/>
          </a:p>
          <a:p>
            <a:r>
              <a:rPr lang="en-US" sz="1200" dirty="0"/>
              <a:t>"Each director has a specific accountability domain — not a managerial portfolio, an accountability one."</a:t>
            </a:r>
          </a:p>
          <a:p>
            <a:r>
              <a:rPr lang="en-US" sz="1200" dirty="0"/>
              <a:t>"CEO — Primary Accountability. Board reporting. Final escalation. The OHSHAT escalation ends here."</a:t>
            </a:r>
          </a:p>
          <a:p>
            <a:r>
              <a:rPr lang="en-US" sz="1200" dirty="0"/>
              <a:t>"CFO — Financial Stewardship. Thresholds. Capital allocation."</a:t>
            </a:r>
          </a:p>
          <a:p>
            <a:r>
              <a:rPr lang="en-US" sz="1200" dirty="0"/>
              <a:t>"Legal — Regulatory &amp; Risk. Risk appetite. Compliance owner."</a:t>
            </a:r>
          </a:p>
          <a:p>
            <a:r>
              <a:rPr lang="en-US" sz="1200" dirty="0"/>
              <a:t>"Market — Strategy &amp; Posture. The live arbitration of growth versus reputation."</a:t>
            </a:r>
          </a:p>
          <a:p>
            <a:r>
              <a:rPr lang="en-US" sz="1200" dirty="0"/>
              <a:t>"CISO — Security &amp; Resilience. Threat response. Trust boundaries. Has the authority to throttle autonomy when threat levels spike."</a:t>
            </a:r>
          </a:p>
          <a:p>
            <a:endParaRPr lang="en-US"/>
          </a:p>
          <a:p>
            <a:r>
              <a:rPr lang="en-US" sz="1200" dirty="0"/>
              <a:t>"Optional sixth director — a CPO/CTO — Chief Product or Technology Director. Activated when complexity or scale demands it. For organizations with three-plus product lines or a heavy technology portfolio, this role owns product-roadmap arbitration and technology posture."</a:t>
            </a:r>
          </a:p>
          <a:p>
            <a:endParaRPr lang="en-US"/>
          </a:p>
          <a:p>
            <a:r>
              <a:rPr lang="en-US" sz="1200" dirty="0"/>
              <a:t>"And here's the shape of director-to-ADAM interaction. Three interfaces. Exactly three. Intent Interpretation — say what you want. Trust Gateway — prove you're authorized to want it. Explain-Back — see what happened. Directors do not manage workflows. They do not approve routine tasks. They govern intent. Everything else is the mesh's job."</a:t>
            </a:r>
          </a:p>
          <a:p>
            <a:endParaRPr lang="en-US"/>
          </a:p>
          <a:p>
            <a:r>
              <a:rPr lang="en-US" sz="1200" dirty="0"/>
              <a:t>"This is the bit that causes the most gasps in the room: you are telling me five humans govern the whole enterprise? Yes. Because autonomy replaces management, not responsibility. The five are responsible for everything — precisely because they aren't distracted managing anything."</a:t>
            </a:r>
          </a:p>
          <a:p>
            <a:endParaRPr lang="en-US"/>
          </a:p>
          <a:p>
            <a:r>
              <a:rPr lang="en-US" sz="1200" dirty="0"/>
              <a:t>REFERENCES:</a:t>
            </a:r>
          </a:p>
          <a:p>
            <a:r>
              <a:rPr lang="en-US" sz="1200" dirty="0"/>
              <a:t>- ADAM Governance Charter, Sections A.4.1 through A.4.5: Director role definitions</a:t>
            </a:r>
          </a:p>
          <a:p>
            <a:r>
              <a:rPr lang="en-US" sz="1200" dirty="0"/>
              <a:t>- ADAM BOSS Score Formulas v3.2, Section 2.3: The 5-Director Constitution</a:t>
            </a:r>
          </a:p>
          <a:p>
            <a:r>
              <a:rPr lang="en-US" sz="1200" dirty="0"/>
              <a:t>- ADAM Legal &amp; Arbitration, Section I.4: Human directors as accountability anchors</a:t>
            </a:r>
          </a:p>
          <a:p>
            <a:endParaRPr lang="en-US"/>
          </a:p>
          <a:p>
            <a:r>
              <a:rPr lang="en-US" sz="1200" dirty="0"/>
              <a:t>AUDIENCE NOTE: The "no middle management" line is provocative on purpose. Expect pushback. Your answer: they're not gone — they've been re-platformed as intent-governing exception-handlers. Middle management didn't disappear; its job description got rewritten.</a:t>
            </a: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
        <p:nvSpPr>
          <p:cNvPr id="3" name="Notes Placeholder"/>
          <p:cNvSpPr>
            <a:spLocks noGrp="1"/>
          </p:cNvSpPr>
          <p:nvPr>
            <p:ph type="body" idx="1"/>
          </p:nvPr>
        </p:nvSpPr>
        <p:spPr/>
        <p:txBody>
          <a:bodyPr/>
          <a:lstStyle/>
          <a:p>
            <a:r>
              <a:rPr lang="en-US" sz="1200" dirty="0"/>
              <a:t>NARRATOR SCRIPT — SLIDE 11: THE DNA QUESTIONNAIRE / YOUR COMPANY'S GENOME</a:t>
            </a:r>
          </a:p>
          <a:p>
            <a:endParaRPr lang="en-US"/>
          </a:p>
          <a:p>
            <a:r>
              <a:rPr lang="en-US" sz="1200" dirty="0"/>
              <a:t>"This is where ADAM gets personal. The DNA Questionnaire is a 13-section deep-dive into your company's identity. And before any IT person in the room panics: this is NOT an asset inventory. ADAM does not care what CRM you bought or which cloud is on your MSA. ADAM cares about how your company thinks, decides, and competes."</a:t>
            </a:r>
          </a:p>
          <a:p>
            <a:endParaRPr lang="en-US"/>
          </a:p>
          <a:p>
            <a:r>
              <a:rPr lang="en-US" sz="1200" dirty="0"/>
              <a:t>"Sections 1 through 9 are the doctrine core — and these require directors, not analysts:"</a:t>
            </a:r>
          </a:p>
          <a:p>
            <a:r>
              <a:rPr lang="en-US" sz="1200" dirty="0"/>
              <a:t>"1. Doctrine Identity &amp; Constitution — the permanent principles your agents must never violate. NetStreamX's sacred boundaries live here: never sell viewing data, no child exploitation, no undisclosed AI-generated content."</a:t>
            </a:r>
          </a:p>
          <a:p>
            <a:r>
              <a:rPr lang="en-US" sz="1200" dirty="0"/>
              <a:t>"2-4. Culture, Objectives, Rules &amp; Expectations Graphs — the CORE Engine gets populated from these."</a:t>
            </a:r>
          </a:p>
          <a:p>
            <a:r>
              <a:rPr lang="en-US" sz="1200" dirty="0"/>
              <a:t>"5. Enterprise Memory — financials, rights, customers, suppliers, regulations."</a:t>
            </a:r>
          </a:p>
          <a:p>
            <a:r>
              <a:rPr lang="en-US" sz="1200" dirty="0"/>
              <a:t>"6. BOSS Scoring &amp; Exception Economy — escalation thresholds, dimension weights, exception budgets."</a:t>
            </a:r>
          </a:p>
          <a:p>
            <a:r>
              <a:rPr lang="en-US" sz="1200" dirty="0"/>
              <a:t>"7. Intent Objects &amp; Conflict Config — how structured intent flows and how irreconcilable conflicts get arbitrated."</a:t>
            </a:r>
          </a:p>
          <a:p>
            <a:r>
              <a:rPr lang="en-US" sz="1200" dirty="0"/>
              <a:t>"8. Agent Architecture &amp; Domains — the actual agent count and work-group shape for YOUR company."</a:t>
            </a:r>
          </a:p>
          <a:p>
            <a:r>
              <a:rPr lang="en-US" sz="1200" dirty="0"/>
              <a:t>"9. Flight Recorder &amp; Evidence — retention tiers, signing keys, replay posture."</a:t>
            </a:r>
          </a:p>
          <a:p>
            <a:endParaRPr lang="en-US"/>
          </a:p>
          <a:p>
            <a:r>
              <a:rPr lang="en-US" sz="1200" dirty="0"/>
              <a:t>"Sections 10 through 11 are your domain layer — products, services, temporal and regional variance. A streaming company has different seasonality than a tax prep firm. The questionnaire captures that."</a:t>
            </a:r>
          </a:p>
          <a:p>
            <a:endParaRPr lang="en-US"/>
          </a:p>
          <a:p>
            <a:r>
              <a:rPr lang="en-US" sz="1200" dirty="0"/>
              <a:t>"Sections 12 through 13 are the infrastructure and resilience posture — sovereignty choices, cloud or on-prem, security posture, failover design."</a:t>
            </a:r>
          </a:p>
          <a:p>
            <a:endParaRPr lang="en-US"/>
          </a:p>
          <a:p>
            <a:r>
              <a:rPr lang="en-US" sz="1200" dirty="0"/>
              <a:t>"Who fills this out? Directors for 1 through 9. Domain experts for 10 and 11. Architects for 12 and 13. This does not get delegated to an intern with a template. This is the company writing down who it actually is."</a:t>
            </a:r>
          </a:p>
          <a:p>
            <a:endParaRPr lang="en-US"/>
          </a:p>
          <a:p>
            <a:r>
              <a:rPr lang="en-US" sz="1200" dirty="0"/>
              <a:t>REFERENCES:</a:t>
            </a:r>
          </a:p>
          <a:p>
            <a:r>
              <a:rPr lang="en-US" sz="1200" dirty="0"/>
              <a:t>- ADAM DNA Questionnaire v1.0: Complete 13-section structure</a:t>
            </a:r>
          </a:p>
          <a:p>
            <a:r>
              <a:rPr lang="en-US" sz="1200" dirty="0"/>
              <a:t>- DNA Questionnaire, "How to Use This Questionnaire": Purpose and completion guidance</a:t>
            </a:r>
          </a:p>
          <a:p>
            <a:r>
              <a:rPr lang="en-US" sz="1200" dirty="0"/>
              <a:t>- ADAM v1.0, Part II: Maps directly to Sections 2-4</a:t>
            </a:r>
          </a:p>
          <a:p>
            <a:endParaRPr lang="en-US"/>
          </a:p>
          <a:p>
            <a:r>
              <a:rPr lang="en-US" sz="1200" dirty="0"/>
              <a:t>AUDIENCE NOTE: The "not an asset inventory" reframe is the audience-saver. People assume this is IT due diligence. It is not. It's organizational philosophy expressed in 13 files.</a:t>
            </a: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Notes Placeholder"/>
          <p:cNvSpPr>
            <a:spLocks noGrp="1"/>
          </p:cNvSpPr>
          <p:nvPr>
            <p:ph type="body" idx="1"/>
          </p:nvPr>
        </p:nvSpPr>
        <p:spPr/>
        <p:txBody>
          <a:bodyPr/>
          <a:lstStyle/>
          <a:p>
            <a:r>
              <a:rPr lang="en-US" sz="1200" dirty="0"/>
              <a:t>NARRATOR SCRIPT — SLIDE 12: THE DNA TOOL / CONVERSATIONAL CONFIGURATION</a:t>
            </a:r>
          </a:p>
          <a:p>
            <a:endParaRPr lang="en-US"/>
          </a:p>
          <a:p>
            <a:r>
              <a:rPr lang="en-US" sz="1200" dirty="0"/>
              <a:t>"This slide is the adoption unlock. The DNA Questionnaire is comprehensive — 13 sections of deep organizational introspection. Filling it out manually requires real ADAM expertise, weeks of director workshops, and carries real risk of misconfiguration. We've lived through it, and it works — but it is not the only path."</a:t>
            </a:r>
          </a:p>
          <a:p>
            <a:endParaRPr lang="en-US"/>
          </a:p>
          <a:p>
            <a:r>
              <a:rPr lang="en-US" sz="1200" dirty="0"/>
              <a:t>"On the left: the manual path. Directors, analysts, and architects sit in workshops and fill 13 sections by hand. It requires understanding ADAM structures. It requires coordination across the director bench. The output is a static document validated at upload. Powerful, customizable, complete — but slow."</a:t>
            </a:r>
          </a:p>
          <a:p>
            <a:endParaRPr lang="en-US"/>
          </a:p>
          <a:p>
            <a:r>
              <a:rPr lang="en-US" sz="1200" dirty="0"/>
              <a:t>"On the right: the DNA Tool. AI-powered conversational configuration. Upload the documents you already have — strategy decks, board updates, compliance reports, financial models, HR policy, rights agreements. The tool reads them, codifies what it finds into the DNA data graph, and then has a targeted conversation with you to fill the remaining gaps. It validates against the ADAM schema in real time, so you can't accidentally misweight BOSS dimensions or leave a sacred boundary undefined. And you choose your AI provider — OpenAI, Anthropic, Azure OpenAI, or whatever slots into the universal model plugin."</a:t>
            </a:r>
          </a:p>
          <a:p>
            <a:endParaRPr lang="en-US"/>
          </a:p>
          <a:p>
            <a:r>
              <a:rPr lang="en-US" sz="1200" dirty="0"/>
              <a:t>"Output: deployment-ready DNA JSON. Feeds directly into the DNA Deployment Tool on the next slide. No translation layer. No manual rekeying."</a:t>
            </a:r>
          </a:p>
          <a:p>
            <a:endParaRPr lang="en-US"/>
          </a:p>
          <a:p>
            <a:r>
              <a:rPr lang="en-US" sz="1200" dirty="0"/>
              <a:t>"The stack: FastAPI backend, React plus Tailwind front end, Helm/Kubernetes deployable, ingests DOCX, PDF, PPTX, CSV, XLSX — essentially every format your strategy documents already live in."</a:t>
            </a:r>
          </a:p>
          <a:p>
            <a:endParaRPr lang="en-US"/>
          </a:p>
          <a:p>
            <a:r>
              <a:rPr lang="en-US" sz="1200" dirty="0"/>
              <a:t>"This is what turns ADAM adoption from a months-long program into a single configuration sprint. Your company DNA codified in hours, not quarters."</a:t>
            </a:r>
          </a:p>
          <a:p>
            <a:endParaRPr lang="en-US"/>
          </a:p>
          <a:p>
            <a:r>
              <a:rPr lang="en-US" sz="1200" dirty="0"/>
              <a:t>REFERENCES:</a:t>
            </a:r>
          </a:p>
          <a:p>
            <a:r>
              <a:rPr lang="en-US" sz="1200" dirty="0"/>
              <a:t>- ADAM DNA Tool: /ADAM Book/ADAM - DNA Tool v1.0/</a:t>
            </a:r>
          </a:p>
          <a:p>
            <a:r>
              <a:rPr lang="en-US" sz="1200" dirty="0"/>
              <a:t>- DNA Tool backend: FastAPI with pluggable AI provider abstraction</a:t>
            </a:r>
          </a:p>
          <a:p>
            <a:r>
              <a:rPr lang="en-US" sz="1200" dirty="0"/>
              <a:t>- DNA Tool frontend: React + Vite + Tailwind</a:t>
            </a:r>
          </a:p>
          <a:p>
            <a:r>
              <a:rPr lang="en-US" sz="1200" dirty="0"/>
              <a:t>- DNA Tool deployment: Helm chart for Kubernetes</a:t>
            </a:r>
          </a:p>
          <a:p>
            <a:endParaRPr lang="en-US"/>
          </a:p>
          <a:p>
            <a:r>
              <a:rPr lang="en-US" sz="1200" dirty="0"/>
              <a:t>AUDIENCE NOTE: "Hours, not months" is the line that matters here. Say it once. Don't oversell it.</a:t>
            </a: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Notes Placeholder"/>
          <p:cNvSpPr>
            <a:spLocks noGrp="1"/>
          </p:cNvSpPr>
          <p:nvPr>
            <p:ph type="body" idx="1"/>
          </p:nvPr>
        </p:nvSpPr>
        <p:spPr/>
        <p:txBody>
          <a:bodyPr/>
          <a:lstStyle/>
          <a:p>
            <a:r>
              <a:rPr lang="en-US" sz="1200" dirty="0"/>
              <a:t>NARRATOR SCRIPT — SLIDE 13: THE DNA DEPLOYMENT TOOL / MACHINE-EXECUTABLE COMPANION</a:t>
            </a:r>
          </a:p>
          <a:p>
            <a:endParaRPr lang="en-US"/>
          </a:p>
          <a:p>
            <a:r>
              <a:rPr lang="en-US" sz="1200" dirty="0"/>
              <a:t>"The DNA Deployment Tool is the machine-executable companion to the DNA Questionnaire. You hand it a completed DNA — whether typed in manually or generated by the DNA Tool — and it compiles that DNA into actual running infrastructure. Six outputs, every one deployable today."</a:t>
            </a:r>
          </a:p>
          <a:p>
            <a:endParaRPr lang="en-US"/>
          </a:p>
          <a:p>
            <a:r>
              <a:rPr lang="en-US" sz="1200" dirty="0"/>
              <a:t>"Terraform IaC — complete multi-cloud topology. Azure primary with governance and CORE Engine components. AWS warm standby at 30% capacity that auto-scales to 100% on failover. On-premises failover via Azure Local connected through Azure Arc. Full networking, identity — Entra ID federated to AWS IAM — storage, and monitoring. Nine reference architectures ship in the box."</a:t>
            </a:r>
          </a:p>
          <a:p>
            <a:endParaRPr lang="en-US"/>
          </a:p>
          <a:p>
            <a:r>
              <a:rPr lang="en-US" sz="1200" dirty="0"/>
              <a:t>"Agent Runtime — LangGraph v0.3+ agent code for all 81 agents, deployed via Azure AI Foundry Agent Service. BOSS scoring engine pre-configured with YOUR DNA weights. Complete orchestration fabric."</a:t>
            </a:r>
          </a:p>
          <a:p>
            <a:endParaRPr lang="en-US"/>
          </a:p>
          <a:p>
            <a:r>
              <a:rPr lang="en-US" sz="1200" dirty="0"/>
              <a:t>"CORE Graphs — Culture, Objectives, Rules, and Expectations populated into Cosmos DB Gremlin API. Queryable by every agent from boot."</a:t>
            </a:r>
          </a:p>
          <a:p>
            <a:endParaRPr lang="en-US"/>
          </a:p>
          <a:p>
            <a:r>
              <a:rPr lang="en-US" sz="1200" dirty="0"/>
              <a:t>"Policy Engine — Open Policy Agent with Rego policies automatically generated from the Rules and Expectations sections of your DNA. Runtime enforcement. Not a Word document that gets waved at auditors."</a:t>
            </a:r>
          </a:p>
          <a:p>
            <a:endParaRPr lang="en-US"/>
          </a:p>
          <a:p>
            <a:r>
              <a:rPr lang="en-US" sz="1200" dirty="0"/>
              <a:t>"Flight Recorder — Azure Confidential Ledger for tamper-proof evidence plus immutable Blob Storage. Seven-year WORM retention, hash-chained audit trail operational from first boot. Hot/Cool/Archive tiers out of the box."</a:t>
            </a:r>
          </a:p>
          <a:p>
            <a:endParaRPr lang="en-US"/>
          </a:p>
          <a:p>
            <a:r>
              <a:rPr lang="en-US" sz="1200" dirty="0"/>
              <a:t>"GitOps Pipeline — Flux CD plus Azure DevOps Pipelines. Continuous deployment with scheduled drift detection. If the running system diverges from the declared DNA, you'll know before it matters."</a:t>
            </a:r>
          </a:p>
          <a:p>
            <a:endParaRPr lang="en-US"/>
          </a:p>
          <a:p>
            <a:r>
              <a:rPr lang="en-US" sz="1200" dirty="0"/>
              <a:t>"Infrastructure-agnostic: Azure, AWS, GCP, bare metal, sovereign on-prem via Azure Stack or AWS Outposts, or pure open-source Kubernetes. Nine draw.io reference diagrams ship with the book."</a:t>
            </a:r>
          </a:p>
          <a:p>
            <a:endParaRPr lang="en-US"/>
          </a:p>
          <a:p>
            <a:r>
              <a:rPr lang="en-US" sz="1200" dirty="0"/>
              <a:t>REFERENCES:</a:t>
            </a:r>
          </a:p>
          <a:p>
            <a:r>
              <a:rPr lang="en-US" sz="1200" dirty="0"/>
              <a:t>- ADAM DNA Deployment Specification v1.0</a:t>
            </a:r>
          </a:p>
          <a:p>
            <a:r>
              <a:rPr lang="en-US" sz="1200" dirty="0"/>
              <a:t>- DNA Deployment Spec, Section 1.1: Technology Stack Decisions</a:t>
            </a:r>
          </a:p>
          <a:p>
            <a:r>
              <a:rPr lang="en-US" sz="1200" dirty="0"/>
              <a:t>- DNA Deployment Spec, Section 2: Infrastructure-as-Code Specifications</a:t>
            </a:r>
          </a:p>
          <a:p>
            <a:r>
              <a:rPr lang="en-US" sz="1200" dirty="0"/>
              <a:t>- Architecture Diagrams: 9 draw.io files</a:t>
            </a:r>
          </a:p>
          <a:p>
            <a:endParaRPr lang="en-US"/>
          </a:p>
          <a:p>
            <a:r>
              <a:rPr lang="en-US" sz="1200" dirty="0"/>
              <a:t>AUDIENCE NOTE: This is where the technical audience leans in. Don't rush it. Name the tech stack — LangGraph, Cosmos Gremlin, OPA, Flux — those are the words that earn the engineers.</a:t>
            </a: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Notes Placeholder"/>
          <p:cNvSpPr>
            <a:spLocks noGrp="1"/>
          </p:cNvSpPr>
          <p:nvPr>
            <p:ph type="body" idx="1"/>
          </p:nvPr>
        </p:nvSpPr>
        <p:spPr/>
        <p:txBody>
          <a:bodyPr/>
          <a:lstStyle/>
          <a:p>
            <a:r>
              <a:rPr lang="en-US" sz="1200" dirty="0"/>
              <a:t>NARRATOR SCRIPT — SLIDE 14: FROM BOOK TO AUTONOMOUS COMPANY / THE DEPLOYMENT PIPELINE</a:t>
            </a:r>
          </a:p>
          <a:p>
            <a:endParaRPr lang="en-US"/>
          </a:p>
          <a:p>
            <a:r>
              <a:rPr lang="en-US" sz="1200" dirty="0"/>
              <a:t>"Here is the whole deployment pipeline on one slide — book to running autonomous enterprise. Two paths in; one pipeline out. Four steps."</a:t>
            </a:r>
          </a:p>
          <a:p>
            <a:endParaRPr lang="en-US"/>
          </a:p>
          <a:p>
            <a:r>
              <a:rPr lang="en-US" sz="1200" dirty="0"/>
              <a:t>"Step 1 — Define Your DNA. Fill out the 13-section DNA Questionnaire manually, OR use the AI DNA Tool. The manual path is the directors-in-a-room path. The AI path uploads your existing strategy documents, financial models, compliance reports, and HR policies, then has a conversational session to fill the gaps. Pick the one that matches your time, expertise, and risk tolerance. Most organizations start AI and finish manual — they let the tool do 80% of the lift and then a director session finalizes the last 20%."</a:t>
            </a:r>
          </a:p>
          <a:p>
            <a:endParaRPr lang="en-US"/>
          </a:p>
          <a:p>
            <a:r>
              <a:rPr lang="en-US" sz="1200" dirty="0"/>
              <a:t>"Step 2 — Auto-Generate. The DNA Tool outputs deployment-ready JSON. The manual path feeds the completed DNA document into the DNA Deployment Tool's questionnaire parser. Either way, you end up with a machine-readable DNA bundle that the next step can compile."</a:t>
            </a:r>
          </a:p>
          <a:p>
            <a:endParaRPr lang="en-US"/>
          </a:p>
          <a:p>
            <a:r>
              <a:rPr lang="en-US" sz="1200" dirty="0"/>
              <a:t>"Step 3 — Auto-Provision. The DNA Deployment Tool does its thing: Terraform modules for multi-cloud infrastructure, LangGraph agent code for all 81-plus agents, CORE graph data for Cosmos DB, OPA/Rego policy rules for runtime enforcement, Flight Recorder evidence chain, everything customized to your specific DNA."</a:t>
            </a:r>
          </a:p>
          <a:p>
            <a:endParaRPr lang="en-US"/>
          </a:p>
          <a:p>
            <a:r>
              <a:rPr lang="en-US" sz="1200" dirty="0"/>
              <a:t>"Step 4 — Go Live. Autonomous enterprise operational. Humans govern intent via Intent Objects. Machines execute within BOSS-scored policy boundaries. Evidence flows continuously through the Flight Recorder. The 5-Director Constitution takes effect from day one."</a:t>
            </a:r>
          </a:p>
          <a:p>
            <a:endParaRPr lang="en-US"/>
          </a:p>
          <a:p>
            <a:r>
              <a:rPr lang="en-US" sz="1200" dirty="0"/>
              <a:t>"On the right: ADAM IS a constitutional operating model, delegated authority that is explicit, scoped, revocable. EU AI Act plus DORA plus NIS2 compatible by design. Human accountability at every level. Sovereign, vendor-neutral architecture."</a:t>
            </a:r>
          </a:p>
          <a:p>
            <a:endParaRPr lang="en-US"/>
          </a:p>
          <a:p>
            <a:r>
              <a:rPr lang="en-US" sz="1200" dirty="0"/>
              <a:t>"The key innovation: hours, not months. The DNA Tool + Deployment Tool pipeline means a customized ADAM instance can be stood up in a single sprint. Configuration is hours. Provisioning is hours. You handle governance — that one isn't automatable, and that's the point."</a:t>
            </a:r>
          </a:p>
          <a:p>
            <a:endParaRPr lang="en-US"/>
          </a:p>
          <a:p>
            <a:r>
              <a:rPr lang="en-US" sz="1200" dirty="0"/>
              <a:t>REFERENCES:</a:t>
            </a:r>
          </a:p>
          <a:p>
            <a:r>
              <a:rPr lang="en-US" sz="1200" dirty="0"/>
              <a:t>- ADAM DNA Deployment Specification v1.0</a:t>
            </a:r>
          </a:p>
          <a:p>
            <a:r>
              <a:rPr lang="en-US" sz="1200" dirty="0"/>
              <a:t>- ADAM DNA Tool</a:t>
            </a:r>
          </a:p>
          <a:p>
            <a:r>
              <a:rPr lang="en-US" sz="1200" dirty="0"/>
              <a:t>- DNA Deployment Spec, Section 8: Deployment Sequence</a:t>
            </a:r>
          </a:p>
          <a:p>
            <a:endParaRPr lang="en-US"/>
          </a:p>
          <a:p>
            <a:r>
              <a:rPr lang="en-US" sz="1200" dirty="0"/>
              <a:t>AUDIENCE NOTE: This is the 'how fast' slide. Executives ask some version of "can I pilot this next quarter?" The answer is: yes, and your directors just need to show up for the workshops.</a:t>
            </a: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Notes Placeholder"/>
          <p:cNvSpPr>
            <a:spLocks noGrp="1"/>
          </p:cNvSpPr>
          <p:nvPr>
            <p:ph type="body" idx="1"/>
          </p:nvPr>
        </p:nvSpPr>
        <p:spPr/>
        <p:txBody>
          <a:bodyPr/>
          <a:lstStyle/>
          <a:p>
            <a:r>
              <a:rPr lang="en-US" sz="1200" dirty="0"/>
              <a:t>NARRATOR SCRIPT — SLIDE 15: THE ADAM MATURITY MODEL / MEASURING THE HUMAN ROLE</a:t>
            </a:r>
          </a:p>
          <a:p>
            <a:endParaRPr lang="en-US"/>
          </a:p>
          <a:p>
            <a:r>
              <a:rPr lang="en-US" sz="1200" dirty="0"/>
              <a:t>"ADAM is not an all-or-nothing proposition. Nobody wakes up one morning at Level 5 Adaptive Autonomy. The journey is six distinct levels — and this model is different from every other maturity ladder on the market because it measures the HUMAN role at each level, not the system's capability alone. Capability models let vendors score themselves. ADAM's model scores YOU."</a:t>
            </a:r>
          </a:p>
          <a:p>
            <a:endParaRPr lang="en-US"/>
          </a:p>
          <a:p>
            <a:r>
              <a:rPr lang="en-US" sz="1200" dirty="0"/>
              <a:t>"L0 — Manual + Tribal. Decisions live in heads and spreadsheets. No codified policy. Audit by archaeology. Human role: Operator. No ADAM."</a:t>
            </a:r>
          </a:p>
          <a:p>
            <a:endParaRPr lang="en-US"/>
          </a:p>
          <a:p>
            <a:r>
              <a:rPr lang="en-US" sz="1200" dirty="0"/>
              <a:t>"L1 — Documented Doctrine. DNA Questionnaire completed. CORE Engine loaded. Policies codified but not yet enforced at runtime. Humans still execute; ADAM advises. Human role: Operator. ADAM Advises."</a:t>
            </a:r>
          </a:p>
          <a:p>
            <a:endParaRPr lang="en-US"/>
          </a:p>
          <a:p>
            <a:r>
              <a:rPr lang="en-US" sz="1200" dirty="0"/>
              <a:t>"L2 — Assisted Autonomy. First agent work groups deployed for low-risk domains — think routine vendor onboarding at NetStreamX or expense classification. BOSS scoring active with conservative thresholds (escalation at 20 instead of 50). Flight Recorder capturing evidence. System proposes, humans confirm. Human role: Approver. BOSS + FR active."</a:t>
            </a:r>
          </a:p>
          <a:p>
            <a:endParaRPr lang="en-US"/>
          </a:p>
          <a:p>
            <a:r>
              <a:rPr lang="en-US" sz="1200" dirty="0"/>
              <a:t>"L3 — Domain Autonomy. Multiple domains running autonomously within BOSS thresholds. Exception Economy calibrated from real escalation data. Digital Twins and Governor Agents active. System operates; humans review exceptions. Human role: Consultant. BOSS, FR, Exception Economy, Digital Twins, Governor Agents."</a:t>
            </a:r>
          </a:p>
          <a:p>
            <a:endParaRPr lang="en-US"/>
          </a:p>
          <a:p>
            <a:r>
              <a:rPr lang="en-US" sz="1200" dirty="0"/>
              <a:t>"L4 — Enterprise Autonomy. Full 81-agent mesh operational. Cross-domain orchestration. Innovation Engine proposing doctrine updates for director review. Directors governing by intent alone. Human role: Observer plus ADAM."</a:t>
            </a:r>
          </a:p>
          <a:p>
            <a:endParaRPr lang="en-US"/>
          </a:p>
          <a:p>
            <a:r>
              <a:rPr lang="en-US" sz="1200" dirty="0"/>
              <a:t>"L5 — Adaptive Autonomy. Self-optimizing doctrine evolution within human-approved bounds. Predictive governance. Inter-enterprise federation. Humans design the boundaries of evolution itself. Human role: Architect plus ADAM."</a:t>
            </a:r>
          </a:p>
          <a:p>
            <a:endParaRPr lang="en-US"/>
          </a:p>
          <a:p>
            <a:r>
              <a:rPr lang="en-US" sz="1200" dirty="0"/>
              <a:t>"The implementation cadence shown at the bottom is the fast path: Foundations in month 1, Pilot Domain in months 2 through 4, Domain Expansion in months 5 through 7, Enterprise Integration in months 8 through 10. Aggressive but achievable with an engaged director bench. Conservative organizations will want 12 to 24 months to reach L4 fully — both paths are legitimate."</a:t>
            </a:r>
          </a:p>
          <a:p>
            <a:endParaRPr lang="en-US"/>
          </a:p>
          <a:p>
            <a:r>
              <a:rPr lang="en-US" sz="1200" dirty="0"/>
              <a:t>"The model draws on TM Forum AOMM v1.5, the Knight First Amendment Institute 5-Level Autonomy Taxonomy, SAE J3016, and Gartner's AI Maturity Model. ADAM maps its components directly onto the Knight and TM Forum models because they measure human role — which is the variable that actually matters in governance."</a:t>
            </a:r>
          </a:p>
          <a:p>
            <a:endParaRPr lang="en-US"/>
          </a:p>
          <a:p>
            <a:r>
              <a:rPr lang="en-US" sz="1200" dirty="0"/>
              <a:t>REFERENCES:</a:t>
            </a:r>
          </a:p>
          <a:p>
            <a:r>
              <a:rPr lang="en-US" sz="1200" dirty="0"/>
              <a:t>- ADAM v1.0, Part XIII-A: The ADAM Maturity Model</a:t>
            </a:r>
          </a:p>
          <a:p>
            <a:r>
              <a:rPr lang="en-US" sz="1200" dirty="0"/>
              <a:t>- ADAM v1.0, Part XIII-B: From Blueprint to Reality</a:t>
            </a:r>
          </a:p>
          <a:p>
            <a:r>
              <a:rPr lang="en-US" sz="1200" dirty="0"/>
              <a:t>- TM Forum AOMM v1.5.0</a:t>
            </a:r>
          </a:p>
          <a:p>
            <a:r>
              <a:rPr lang="en-US" sz="1200" dirty="0"/>
              <a:t>- Knight First Amendment Institute 5-Level Autonomy Taxonomy</a:t>
            </a:r>
          </a:p>
          <a:p>
            <a:r>
              <a:rPr lang="en-US" sz="1200" dirty="0"/>
              <a:t>- SAE J3016 Levels of Driving Automation</a:t>
            </a:r>
          </a:p>
          <a:p>
            <a:endParaRPr lang="en-US"/>
          </a:p>
          <a:p>
            <a:r>
              <a:rPr lang="en-US" sz="1200" dirty="0"/>
              <a:t>AUDIENCE NOTE: Executives always want to know "where am I today?" Walk them from L0 to L2 quickly — that's where 95% of the room sits. Everything above L2 is future-state and they'll instinctively know it.</a:t>
            </a: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p:cNvSpPr>
            <a:spLocks noGrp="1"/>
          </p:cNvSpPr>
          <p:nvPr>
            <p:ph type="body" idx="1"/>
          </p:nvPr>
        </p:nvSpPr>
        <p:spPr/>
        <p:txBody>
          <a:bodyPr/>
          <a:lstStyle/>
          <a:p>
            <a:r>
              <a:rPr lang="en-US" sz="1200" dirty="0"/>
              <a:t>NARRATOR SCRIPT — SLIDE 16: THE 81-AGENT DIRECTORY / THE FULL ORG CHART</a:t>
            </a:r>
          </a:p>
          <a:p>
            <a:endParaRPr lang="en-US"/>
          </a:p>
          <a:p>
            <a:r>
              <a:rPr lang="en-US" sz="1200" dirty="0"/>
              <a:t>"This is the full ADAM agent and governance org chart. It's dense on purpose — this is the reference model directors and architects use when they're configuring a deployment. Take a second to let it settle."</a:t>
            </a:r>
          </a:p>
          <a:p>
            <a:endParaRPr lang="en-US"/>
          </a:p>
          <a:p>
            <a:r>
              <a:rPr lang="en-US" sz="1200" dirty="0"/>
              <a:t>"At the top: five accountable directors — CEO, CFO, Legal, Market, CISO — plus optional CPO and CTO roles for organizations with heavier product or technology portfolios. This is the human layer. Everything below is machine."</a:t>
            </a:r>
          </a:p>
          <a:p>
            <a:endParaRPr lang="en-US"/>
          </a:p>
          <a:p>
            <a:r>
              <a:rPr lang="en-US" sz="1200" dirty="0"/>
              <a:t>"Directly beneath the directors: the three Intent-to-Action agents — Intent Interpretation, Trust Gateway, Explain-Back. These are the only surfaces humans touch. Say what you want, prove you're allowed to want it, see what happened."</a:t>
            </a:r>
          </a:p>
          <a:p>
            <a:endParaRPr lang="en-US"/>
          </a:p>
          <a:p>
            <a:r>
              <a:rPr lang="en-US" sz="1200" dirty="0"/>
              <a:t>"Next layer down: Orchestration and Oversight. Four agents — Global Orchestration, Policy Enforcement, Exception &amp; Escalation, Evidence-First Execution Orchestrator. This is the deterministic sequencing layer. No improvisation. No 'the model felt like it.'"</a:t>
            </a:r>
          </a:p>
          <a:p>
            <a:endParaRPr lang="en-US"/>
          </a:p>
          <a:p>
            <a:r>
              <a:rPr lang="en-US" sz="1200" dirty="0"/>
              <a:t>"Governor - Domain Governance: five domain governors — Financial Governance, Legal &amp; Compliance, Enterprise Risk, Market &amp; Ecosystem, Enterprise Strategy. Unanimous consent required before execution. This is where the five-headed consensus model lives."</a:t>
            </a:r>
          </a:p>
          <a:p>
            <a:endParaRPr lang="en-US"/>
          </a:p>
          <a:p>
            <a:r>
              <a:rPr lang="en-US" sz="1200" dirty="0"/>
              <a:t>"AI-Native Functions &amp; Work Group Oversight — 23 agents. Autonomy Governance, Audit &amp; Evidence, Ethics &amp; Risk OS, Model/Data Lifecycle, Innovate &amp; Create, CORE Graphs, Stakeholder &amp; Market, Corporate Governance OS. This is the AI-centric governance stack — the system watching the system."</a:t>
            </a:r>
          </a:p>
          <a:p>
            <a:endParaRPr lang="en-US"/>
          </a:p>
          <a:p>
            <a:r>
              <a:rPr lang="en-US" sz="1200" dirty="0"/>
              <a:t>"Corporate Functions &amp; Operations Work Groups — 39 corporate agents. Financial Stewardship, Legal/Regulatory Authority, Risk &amp; Liability, Market &amp; External, Objective Strategy, Continuity &amp; Resilience, Security &amp; Trust, Products &amp; Support, Corporate Governance. Each work group follows the Watcher-plus-Workers pattern from the 81-agent spec."</a:t>
            </a:r>
          </a:p>
          <a:p>
            <a:endParaRPr lang="en-US"/>
          </a:p>
          <a:p>
            <a:r>
              <a:rPr lang="en-US" sz="1200" dirty="0"/>
              <a:t>"Rule of thumb: you are not reading every box in the room. You're showing that the framework is complete, auditable, and configurable. Every one of these agent classes has a defined scope, a bounded set of actions, a BOSS weight vector, and an escalation path. It is not cosplay. It is a deployable org chart."</a:t>
            </a:r>
          </a:p>
          <a:p>
            <a:endParaRPr lang="en-US"/>
          </a:p>
          <a:p>
            <a:r>
              <a:rPr lang="en-US" sz="1200" dirty="0"/>
              <a:t>REFERENCES:</a:t>
            </a:r>
          </a:p>
          <a:p>
            <a:r>
              <a:rPr lang="en-US" sz="1200" dirty="0"/>
              <a:t>- ADAM Agent Org Chart v1.0: Full 81-agent directory with class definitions</a:t>
            </a:r>
          </a:p>
          <a:p>
            <a:r>
              <a:rPr lang="en-US" sz="1200" dirty="0"/>
              <a:t>- ADAM v1.0, Part III, Sections 1-3: Agent layers, work groups, Watcher/Worker pattern</a:t>
            </a:r>
          </a:p>
          <a:p>
            <a:r>
              <a:rPr lang="en-US" sz="1200" dirty="0"/>
              <a:t>- DNA Questionnaire, Section 8: Agent Architecture &amp; Domain Configuration</a:t>
            </a:r>
          </a:p>
          <a:p>
            <a:endParaRPr lang="en-US"/>
          </a:p>
          <a:p>
            <a:r>
              <a:rPr lang="en-US" sz="1200" dirty="0"/>
              <a:t>AUDIENCE NOTE: Do NOT try to narrate every box. This slide is a visual proof that the framework is complete. Walk them down the five layers, then move on. Anyone who wants detail should read the Agent Org Chart doc.</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Notes Placeholder"/>
          <p:cNvSpPr>
            <a:spLocks noGrp="1"/>
          </p:cNvSpPr>
          <p:nvPr>
            <p:ph type="body" idx="1"/>
          </p:nvPr>
        </p:nvSpPr>
        <p:spPr/>
        <p:txBody>
          <a:bodyPr/>
          <a:lstStyle/>
          <a:p>
            <a:r>
              <a:rPr lang="en-US" sz="1200" dirty="0"/>
              <a:t>NARRATOR SCRIPT — SLIDE 17: THE VISION / THE ADAM ECOSYSTEM / CLOSING</a:t>
            </a:r>
          </a:p>
          <a:p>
            <a:endParaRPr lang="en-US"/>
          </a:p>
          <a:p>
            <a:r>
              <a:rPr lang="en-US" sz="1200" dirty="0"/>
              <a:t>"The Future Isn't AI. It's ADAM."</a:t>
            </a:r>
          </a:p>
          <a:p>
            <a:endParaRPr lang="en-US"/>
          </a:p>
          <a:p>
            <a:r>
              <a:rPr lang="en-US" sz="1200" dirty="0"/>
              <a:t>"That's not optimism. It's architecture. It's an enterprise where humans set intent and machines execute with precision. Where every action is scored across seven dimensions — each one mapped to a global framework auditors already recognize — before it happens, and provable after it happens. Where five directors govern what matters instead of a thousand people managing what doesn't."</a:t>
            </a:r>
          </a:p>
          <a:p>
            <a:endParaRPr lang="en-US"/>
          </a:p>
          <a:p>
            <a:r>
              <a:rPr lang="en-US" sz="1200" dirty="0"/>
              <a:t>"And the whole ecosystem is open source, industry-agnostic, and deployable today. Five pieces:"</a:t>
            </a:r>
          </a:p>
          <a:p>
            <a:endParaRPr lang="en-US"/>
          </a:p>
          <a:p>
            <a:r>
              <a:rPr lang="en-US" sz="1200" dirty="0"/>
              <a:t>"The Book — the constitutional blueprint. Currently at v1.0, covering 15 parts, from the autonomy shift through what comes after ADAM."</a:t>
            </a:r>
          </a:p>
          <a:p>
            <a:endParaRPr lang="en-US"/>
          </a:p>
          <a:p>
            <a:r>
              <a:rPr lang="en-US" sz="1200" dirty="0"/>
              <a:t>"The DNA Questionnaire — the 13-section configuration interface that captures your company's identity."</a:t>
            </a:r>
          </a:p>
          <a:p>
            <a:endParaRPr lang="en-US"/>
          </a:p>
          <a:p>
            <a:r>
              <a:rPr lang="en-US" sz="1200" dirty="0"/>
              <a:t>"The DNA Tool — AI-powered conversational configuration that extracts your DNA from existing strategy documents in hours, not weeks."</a:t>
            </a:r>
          </a:p>
          <a:p>
            <a:endParaRPr lang="en-US"/>
          </a:p>
          <a:p>
            <a:r>
              <a:rPr lang="en-US" sz="1200" dirty="0"/>
              <a:t>"The DNA Deployment Tool — the machine-executable companion that compiles your DNA into Terraform, agent code, CORE graphs, policy rules, and Flight Recorder infrastructure."</a:t>
            </a:r>
          </a:p>
          <a:p>
            <a:endParaRPr lang="en-US"/>
          </a:p>
          <a:p>
            <a:r>
              <a:rPr lang="en-US" sz="1200" dirty="0"/>
              <a:t>"Nine Architecture Diagrams — reference deployments from AWS, Azure, or GCP primary to multi-cloud with failover, on-prem via Azure Stack or AWS Outposts, fully sovereign on-prem, and pure open-source Kubernetes."</a:t>
            </a:r>
          </a:p>
          <a:p>
            <a:endParaRPr lang="en-US"/>
          </a:p>
          <a:p>
            <a:r>
              <a:rPr lang="en-US" sz="1200" dirty="0"/>
              <a:t>"Plus the supporting cast: BOSS Score Formulas v3.2, Agent Org Chart, Governance Charter, Intent Object Definition, Legal &amp; Arbitration framework, and the Maturity Model."</a:t>
            </a:r>
          </a:p>
          <a:p>
            <a:endParaRPr lang="en-US"/>
          </a:p>
          <a:p>
            <a:r>
              <a:rPr lang="en-US" sz="1200" dirty="0"/>
              <a:t>"Autonomy replaces management, not responsibility. That's not just a principle. That's the architecture of the next operating model."</a:t>
            </a:r>
          </a:p>
          <a:p>
            <a:endParaRPr lang="en-US"/>
          </a:p>
          <a:p>
            <a:r>
              <a:rPr lang="en-US" sz="1200" dirty="0"/>
              <a:t>"If this resonates — share it. If it challenges you — good, that's the point. If you want to build it — the blueprints are open."</a:t>
            </a:r>
          </a:p>
          <a:p>
            <a:endParaRPr lang="en-US"/>
          </a:p>
          <a:p>
            <a:r>
              <a:rPr lang="en-US" sz="1200" dirty="0"/>
              <a:t>CALL TO ACTION: "Tag the person who most needs to hear that the future isn't scary — it's structured."</a:t>
            </a:r>
          </a:p>
          <a:p>
            <a:endParaRPr lang="en-US"/>
          </a:p>
          <a:p>
            <a:r>
              <a:rPr lang="en-US" sz="1200" dirty="0"/>
              <a:t>REFERENCES:</a:t>
            </a:r>
          </a:p>
          <a:p>
            <a:r>
              <a:rPr lang="en-US" sz="1200" dirty="0"/>
              <a:t>- ADAM v1.0: Complete book (all 15 parts)</a:t>
            </a:r>
          </a:p>
          <a:p>
            <a:r>
              <a:rPr lang="en-US" sz="1200" dirty="0"/>
              <a:t>- All ADAM companion documents</a:t>
            </a:r>
          </a:p>
          <a:p>
            <a:r>
              <a:rPr lang="en-US" sz="1200" dirty="0"/>
              <a:t>- ADAM DNA Tool and DNA Deployment Tool</a:t>
            </a:r>
          </a:p>
          <a:p>
            <a:endParaRPr lang="en-US"/>
          </a:p>
          <a:p>
            <a:r>
              <a:rPr lang="en-US" sz="1200" dirty="0"/>
              <a:t>AUDIENCE NOTE: Closing slide. Slow down. Don't read the ecosystem list — point to it and let the audience read. The tagline does the work.</a:t>
            </a: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Notes Placeholder"/>
          <p:cNvSpPr>
            <a:spLocks noGrp="1"/>
          </p:cNvSpPr>
          <p:nvPr>
            <p:ph type="body" idx="1"/>
          </p:nvPr>
        </p:nvSpPr>
        <p:spPr/>
        <p:txBody>
          <a:bodyPr/>
          <a:lstStyle/>
          <a:p>
            <a:r>
              <a:rPr lang="en-US" sz="1200" dirty="0"/>
              <a:t>NARRATOR SCRIPT — SLIDE 18: WHY ADAM AS A GLOBAL AI DOCTRINE (appendix / deep-dive)</a:t>
            </a:r>
          </a:p>
          <a:p>
            <a:endParaRPr lang="en-US"/>
          </a:p>
          <a:p>
            <a:r>
              <a:rPr lang="en-US" sz="1200" dirty="0"/>
              <a:t>"Use this one when you have time for the 'why ADAM specifically' argument. Six reasons ADAM is uniquely positioned as the constitutional model for AI governance worldwide."</a:t>
            </a:r>
          </a:p>
          <a:p>
            <a:endParaRPr lang="en-US"/>
          </a:p>
          <a:p>
            <a:r>
              <a:rPr lang="en-US" sz="1200" dirty="0"/>
              <a:t>"Constitutional, Not Procedural. Most AI governance frameworks tell you WHAT to do — fill this form, run that assessment, check the box. ADAM encodes WHY decisions are made. Doctrine is a living, versioned artifact that evolves with the enterprise. When an unprecedented situation shows up at 2 AM, ADAM's agents can reason about what the rule SHOULD be — not just follow the old one and hope."</a:t>
            </a:r>
          </a:p>
          <a:p>
            <a:endParaRPr lang="en-US"/>
          </a:p>
          <a:p>
            <a:r>
              <a:rPr lang="en-US" sz="1200" dirty="0"/>
              <a:t>"Sovereignty by Design — not sovereignty by product lock-in. Vendor-neutral, jurisdiction-aware, data-sovereign. Nine reference architectures from hyperscale cloud to fully sovereign on-premises. You choose your data residency, your AI providers, your orchestration framework. ADAM doesn't care — ADAM is the doctrine, not the vendor."</a:t>
            </a:r>
          </a:p>
          <a:p>
            <a:endParaRPr lang="en-US"/>
          </a:p>
          <a:p>
            <a:r>
              <a:rPr lang="en-US" sz="1200" dirty="0"/>
              <a:t>"Accountability Preserved. ADAM does not create a liability shield. Legal responsibility stays attached to identifiable humans through delegation, constraints, and evidence. The 5-Director Constitution ensures someone is always named and responsible. The book has an entire section on what ADAM is NOT — a legal person, a DAO, a liability laundromat. Read it before the first skeptic in the room raises their hand."</a:t>
            </a:r>
          </a:p>
          <a:p>
            <a:endParaRPr lang="en-US"/>
          </a:p>
          <a:p>
            <a:r>
              <a:rPr lang="en-US" sz="1200" dirty="0"/>
              <a:t>"Framework-Grounded Scoring. Every BOSS dimension maps to published, peer-reviewed frameworks. Not proprietary algorithms. Not opinions. Not vibes. When the auditor arrives, you point to the same frameworks they already use — EU SEAL, FAIR, COSO, EU AI Act, CMMC, NIST, MITRE, WIPO, RepTrak, SASB."</a:t>
            </a:r>
          </a:p>
          <a:p>
            <a:endParaRPr lang="en-US"/>
          </a:p>
          <a:p>
            <a:r>
              <a:rPr lang="en-US" sz="1200" dirty="0"/>
              <a:t>"Industry-Agnostic Architecture. From media to healthcare to financial services to manufacturing. The CORE Engine adapts to any industry. The agent mesh scales to any size. NetStreamX and a regional credit union use the same framework — only their DNA files differ."</a:t>
            </a:r>
          </a:p>
          <a:p>
            <a:endParaRPr lang="en-US"/>
          </a:p>
          <a:p>
            <a:r>
              <a:rPr lang="en-US" sz="1200" dirty="0"/>
              <a:t>"Deployable Today. Complete book, DNA Questionnaire, DNA Tool, DNA Deployment Tool, nine architecture diagrams, BOSS formulas, legal framework, maturity model. Not a white paper promising future capability. A blueprint with the tools to build it."</a:t>
            </a:r>
          </a:p>
          <a:p>
            <a:endParaRPr lang="en-US"/>
          </a:p>
          <a:p>
            <a:r>
              <a:rPr lang="en-US" sz="1200" dirty="0"/>
              <a:t>"And the credibility anchor at the bottom of the slide: independently validated by CMR Berkeley AOM (March 2026), Microsoft Frontier Firm Research, TM Forum AOMM v1.5, and Singapore AI Governance. Not a vendor's marketing deck."</a:t>
            </a:r>
          </a:p>
          <a:p>
            <a:endParaRPr lang="en-US"/>
          </a:p>
          <a:p>
            <a:r>
              <a:rPr lang="en-US" sz="1200" dirty="0"/>
              <a:t>REFERENCES:</a:t>
            </a:r>
          </a:p>
          <a:p>
            <a:r>
              <a:rPr lang="en-US" sz="1200" dirty="0"/>
              <a:t>- ADAM v1.0: Complete book (all 15 parts)</a:t>
            </a:r>
          </a:p>
          <a:p>
            <a:r>
              <a:rPr lang="en-US" sz="1200" dirty="0"/>
              <a:t>- ADAM Comprehensive Gap Analysis April 2026: Competitive positioning</a:t>
            </a:r>
          </a:p>
          <a:p>
            <a:r>
              <a:rPr lang="en-US" sz="1200" dirty="0"/>
              <a:t>- CMR Berkeley AOM, Microsoft AGT, TM Forum AOMM: External validation</a:t>
            </a:r>
          </a:p>
          <a:p>
            <a:endParaRPr lang="en-US"/>
          </a:p>
          <a:p>
            <a:r>
              <a:rPr lang="en-US" sz="1200" dirty="0"/>
              <a:t>AUDIENCE NOTE: This slide is in the hidden/backup section. Pull it out when someone asks "why your framework?" — don't lead with it. Skeptics respect that you're not leading with the sales pitch.</a:t>
            </a: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p:cNvSpPr>
            <a:spLocks noGrp="1"/>
          </p:cNvSpPr>
          <p:nvPr>
            <p:ph type="body" idx="1"/>
          </p:nvPr>
        </p:nvSpPr>
        <p:spPr/>
        <p:txBody>
          <a:bodyPr/>
          <a:lstStyle/>
          <a:p>
            <a:r>
              <a:rPr lang="en-US" sz="1200" dirty="0"/>
              <a:t>NARRATOR SCRIPT — SLIDE 19: ARCHITECTURE LAYERS, PLANES &amp; GUARDRAILS (appendix / architect deep-dive)</a:t>
            </a:r>
          </a:p>
          <a:p>
            <a:endParaRPr lang="en-US"/>
          </a:p>
          <a:p>
            <a:r>
              <a:rPr lang="en-US" sz="1200" dirty="0"/>
              <a:t>"This is the one for the architects. It shows how intent flows left-to-right through the system, and how the guardrail planes cut perpendicular across every layer."</a:t>
            </a:r>
          </a:p>
          <a:p>
            <a:endParaRPr lang="en-US"/>
          </a:p>
          <a:p>
            <a:r>
              <a:rPr lang="en-US" sz="1200" dirty="0"/>
              <a:t>"Left to right — the Intent Flow:"</a:t>
            </a:r>
          </a:p>
          <a:p>
            <a:r>
              <a:rPr lang="en-US" sz="1200" dirty="0"/>
              <a:t>"Human Interface — Intent Interpretation, Trust Gateway, Explain-Back. Intent enters here."</a:t>
            </a:r>
          </a:p>
          <a:p>
            <a:r>
              <a:rPr lang="en-US" sz="1200" dirty="0"/>
              <a:t>"Domain Governor Agents — Financial Governance, Legal &amp; Compliance, Enterprise Risk, Market &amp; Strategy. All must concur before the intent becomes an executable plan."</a:t>
            </a:r>
          </a:p>
          <a:p>
            <a:r>
              <a:rPr lang="en-US" sz="1200" dirty="0"/>
              <a:t>"Orchestration Plane — four enforcement hooks: Policy, Exception, Evidence, Recovery. Deterministic execution plus rollback. No improv."</a:t>
            </a:r>
          </a:p>
          <a:p>
            <a:r>
              <a:rPr lang="en-US" sz="1200" dirty="0"/>
              <a:t>"Agentic Work Groups — split into Corporate (Finance, Legal/Risk, Market, Ops, Security, Governance) and AI-Centric (Autonomy, Audit, Ethics). This is where the work actually lands."</a:t>
            </a:r>
          </a:p>
          <a:p>
            <a:endParaRPr lang="en-US"/>
          </a:p>
          <a:p>
            <a:r>
              <a:rPr lang="en-US" sz="1200" dirty="0"/>
              <a:t>"Top to bottom — the Guardrail Planes. These cut across every single layer above:"</a:t>
            </a:r>
          </a:p>
          <a:p>
            <a:r>
              <a:rPr lang="en-US" sz="1200" dirty="0"/>
              <a:t>"Policy &amp; Risk Plane — runtime constraint enforcement. Monetary thresholds, regulatory triggers, risk tiering, approval routing."</a:t>
            </a:r>
          </a:p>
          <a:p>
            <a:r>
              <a:rPr lang="en-US" sz="1200" dirty="0"/>
              <a:t>"Evidence &amp; Audit Plane — evidence-first execution. Decision provenance, causal chains, tamper-resistant records, replay capability."</a:t>
            </a:r>
          </a:p>
          <a:p>
            <a:r>
              <a:rPr lang="en-US" sz="1200" dirty="0"/>
              <a:t>"Security &amp; Trust Plane — identity enforcement, trust boundaries, prompt abuse resistance, behavioral constraints, autonomy throttling."</a:t>
            </a:r>
          </a:p>
          <a:p>
            <a:r>
              <a:rPr lang="en-US" sz="1200" dirty="0"/>
              <a:t>"Stability &amp; Drift Plane — behavioral drift detection, feedback loop monitoring, autonomy budget management, doctrine alignment."</a:t>
            </a:r>
          </a:p>
          <a:p>
            <a:endParaRPr lang="en-US"/>
          </a:p>
          <a:p>
            <a:r>
              <a:rPr lang="en-US" sz="1200" dirty="0"/>
              <a:t>"Supporting infrastructure across the bottom:"</a:t>
            </a:r>
          </a:p>
          <a:p>
            <a:r>
              <a:rPr lang="en-US" sz="1200" dirty="0"/>
              <a:t>"Digital Twin Control Plane — Enterprise, Operational, Economic, and Risk &amp; Compliance twins. Consulted by agents before, during, and after execution."</a:t>
            </a:r>
          </a:p>
          <a:p>
            <a:r>
              <a:rPr lang="en-US" sz="1200" dirty="0"/>
              <a:t>"CORE Engine &amp; Graph — Culture, Objectives, Rules, Expectations. The doctrine backbone."</a:t>
            </a:r>
          </a:p>
          <a:p>
            <a:r>
              <a:rPr lang="en-US" sz="1200" dirty="0"/>
              <a:t>"Meta-Governance — Stability, CORE Integrity, Self-Audit. The system that watches the system."</a:t>
            </a:r>
          </a:p>
          <a:p>
            <a:endParaRPr lang="en-US"/>
          </a:p>
          <a:p>
            <a:r>
              <a:rPr lang="en-US" sz="1200" dirty="0"/>
              <a:t>"The whole architecture is designed so nothing can skip a layer and nothing can bypass a plane. Intent flows left. Guardrails enforce top-down. Evidence flows both ways and gets written to an immutable store. This is what makes 'audit = playback' a technical guarantee instead of a marketing claim."</a:t>
            </a:r>
          </a:p>
          <a:p>
            <a:endParaRPr lang="en-US"/>
          </a:p>
          <a:p>
            <a:r>
              <a:rPr lang="en-US" sz="1200" dirty="0"/>
              <a:t>REFERENCES:</a:t>
            </a:r>
          </a:p>
          <a:p>
            <a:r>
              <a:rPr lang="en-US" sz="1200" dirty="0"/>
              <a:t>- ADAM v1.0, Part III: Agent Architecture</a:t>
            </a:r>
          </a:p>
          <a:p>
            <a:r>
              <a:rPr lang="en-US" sz="1200" dirty="0"/>
              <a:t>- ADAM v1.0, Part IV, Sections 1-5: All four guardrail planes</a:t>
            </a:r>
          </a:p>
          <a:p>
            <a:r>
              <a:rPr lang="en-US" sz="1200" dirty="0"/>
              <a:t>- ADAM Architecture Diagrams (9 draw.io reference files)</a:t>
            </a:r>
          </a:p>
          <a:p>
            <a:endParaRPr lang="en-US"/>
          </a:p>
          <a:p>
            <a:r>
              <a:rPr lang="en-US" sz="1200" dirty="0"/>
              <a:t>AUDIENCE NOTE: This is the architect slide. Pull it up when engineering leadership starts asking implementation questions. Keep it in the back pocket otherwise — it's a dense read and will lose a CEO audience.</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42CE1-58D4-D34B-7880-6158172395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B09F8B-9503-1008-ACCD-00DB5470F069}"/>
              </a:ext>
            </a:extLst>
          </p:cNvPr>
          <p:cNvSpPr>
            <a:spLocks noGrp="1" noRot="1" noChangeAspect="1"/>
          </p:cNvSpPr>
          <p:nvPr>
            <p:ph type="sldImg"/>
          </p:nvPr>
        </p:nvSpPr>
        <p:spPr/>
      </p:sp>
      <p:sp>
        <p:nvSpPr>
          <p:cNvPr id="4" name="Slide Number Placeholder 3">
            <a:extLst>
              <a:ext uri="{FF2B5EF4-FFF2-40B4-BE49-F238E27FC236}">
                <a16:creationId xmlns:a16="http://schemas.microsoft.com/office/drawing/2014/main" id="{BFDEAAEE-6F23-CFC5-1F6E-9D775A25366E}"/>
              </a:ext>
            </a:extLst>
          </p:cNvPr>
          <p:cNvSpPr>
            <a:spLocks noGrp="1"/>
          </p:cNvSpPr>
          <p:nvPr>
            <p:ph type="sldNum" sz="quarter" idx="10"/>
          </p:nvPr>
        </p:nvSpPr>
        <p:spPr/>
        <p:txBody>
          <a:bodyPr/>
          <a:lstStyle/>
          <a:p>
            <a:fld id="{F7021451-1387-4CA6-816F-3879F97B5CBC}" type="slidenum">
              <a:rPr lang="en-US"/>
              <a:t>20</a:t>
            </a:fld>
            <a:endParaRPr lang="en-US"/>
          </a:p>
        </p:txBody>
      </p:sp>
      <p:sp>
        <p:nvSpPr>
          <p:cNvPr id="3" name="Notes Placeholder"/>
          <p:cNvSpPr>
            <a:spLocks noGrp="1"/>
          </p:cNvSpPr>
          <p:nvPr>
            <p:ph type="body" idx="1"/>
          </p:nvPr>
        </p:nvSpPr>
        <p:spPr/>
        <p:txBody>
          <a:bodyPr/>
          <a:lstStyle/>
          <a:p>
            <a:r>
              <a:rPr lang="en-US" sz="1200" dirty="0"/>
              <a:t>NARRATOR SCRIPT — SLIDE 20: AGENT &amp; GOVERNANCE MODEL LAYERS (appendix / concentric view)</a:t>
            </a:r>
          </a:p>
          <a:p>
            <a:endParaRPr lang="en-US"/>
          </a:p>
          <a:p>
            <a:r>
              <a:rPr lang="en-US" sz="1200" dirty="0"/>
              <a:t>"Same architecture, different projection. Where slide 19 is a flow diagram, this is a concentric layers diagram — the way an enterprise architect draws an onion."</a:t>
            </a:r>
          </a:p>
          <a:p>
            <a:endParaRPr lang="en-US"/>
          </a:p>
          <a:p>
            <a:r>
              <a:rPr lang="en-US" sz="1200" dirty="0"/>
              <a:t>"From outside in:"</a:t>
            </a:r>
          </a:p>
          <a:p>
            <a:r>
              <a:rPr lang="en-US" sz="1200" dirty="0"/>
              <a:t>"Trust Gateway Interface and Explain-Back Interface on the outer faces — the human-facing surfaces."</a:t>
            </a:r>
          </a:p>
          <a:p>
            <a:r>
              <a:rPr lang="en-US" sz="1200" dirty="0"/>
              <a:t>"Human Interface: Intent Interpretation Interface — the top band where director intent enters."</a:t>
            </a:r>
          </a:p>
          <a:p>
            <a:r>
              <a:rPr lang="en-US" sz="1200" dirty="0"/>
              <a:t>"AI-Facing Digital Twins: Enterprise Twin, Operational Twin, Economic Twin — concentric layers each agent consults before acting."</a:t>
            </a:r>
          </a:p>
          <a:p>
            <a:r>
              <a:rPr lang="en-US" sz="1200" dirty="0"/>
              <a:t>"Meta-Governance: Autonomy Stability, Self-Audit Readiness, CORE Graph Integrity — the ring that enforces doctrine alignment."</a:t>
            </a:r>
          </a:p>
          <a:p>
            <a:r>
              <a:rPr lang="en-US" sz="1200" dirty="0"/>
              <a:t>"Orchestration: Policy &amp; Governance, Evidence Capture, Exception &amp; Escalation, Recovery &amp; Rollback — the execution fabric."</a:t>
            </a:r>
          </a:p>
          <a:p>
            <a:r>
              <a:rPr lang="en-US" sz="1200" dirty="0"/>
              <a:t>"Domain Governance: Financial Governance, Legal &amp; Compliance, Enterprise Risk, Market &amp; Ecosystem, Enterprise Strategy, Ethics/Risk/Trust, Model, Data &amp; Knowledge, Innovation, Corp Strategy — the five governors plus the AI-native governance stack."</a:t>
            </a:r>
          </a:p>
          <a:p>
            <a:r>
              <a:rPr lang="en-US" sz="1200" dirty="0"/>
              <a:t>"Agent Work Groups at the center — Watcher agents supervising Worker agents. Every work group follows this pattern: one Watcher, many Workers. The Workers do the job. The Watcher asks 'should we really be doing this job?' Both must agree for execution to proceed."</a:t>
            </a:r>
          </a:p>
          <a:p>
            <a:endParaRPr lang="en-US"/>
          </a:p>
          <a:p>
            <a:r>
              <a:rPr lang="en-US" sz="1200" dirty="0"/>
              <a:t>"Why two architecture slides? Because audiences split about 60/40 on how they prefer to see systems. Flow-first people (slide 19) read left-to-right through the pipeline. Layer-first people (this slide) read outside-to-in through the nesting. Same ADAM. Different cognitive doors."</a:t>
            </a:r>
          </a:p>
          <a:p>
            <a:endParaRPr lang="en-US"/>
          </a:p>
          <a:p>
            <a:r>
              <a:rPr lang="en-US" sz="1200" dirty="0"/>
              <a:t>"Key takeaway for either view: every agent sits inside a bounded ring of governance. Nothing at the center acts without the outer rings having already granted permission, evidence channels having already opened, and the Watcher having already concurred."</a:t>
            </a:r>
          </a:p>
          <a:p>
            <a:endParaRPr lang="en-US"/>
          </a:p>
          <a:p>
            <a:r>
              <a:rPr lang="en-US" sz="1200" dirty="0"/>
              <a:t>REFERENCES:</a:t>
            </a:r>
          </a:p>
          <a:p>
            <a:r>
              <a:rPr lang="en-US" sz="1200" dirty="0"/>
              <a:t>- ADAM Agent Org Chart v1.0: Watcher/Worker pattern</a:t>
            </a:r>
          </a:p>
          <a:p>
            <a:r>
              <a:rPr lang="en-US" sz="1200" dirty="0"/>
              <a:t>- ADAM v1.0, Part III, Section 1: The Hierarchical Autonomous Model</a:t>
            </a:r>
          </a:p>
          <a:p>
            <a:r>
              <a:rPr lang="en-US" sz="1200" dirty="0"/>
              <a:t>- ADAM v1.0, Part IV: Guardrail Planes</a:t>
            </a:r>
          </a:p>
          <a:p>
            <a:endParaRPr lang="en-US"/>
          </a:p>
          <a:p>
            <a:r>
              <a:rPr lang="en-US" sz="1200" dirty="0"/>
              <a:t>AUDIENCE NOTE: Only show this slide to audiences that really want to see the architecture two ways. Most audiences are done after slide 19 or slide 7. Keep this one in reserve.</a:t>
            </a:r>
          </a:p>
        </p:txBody>
      </p:sp>
    </p:spTree>
    <p:extLst>
      <p:ext uri="{BB962C8B-B14F-4D97-AF65-F5344CB8AC3E}">
        <p14:creationId xmlns:p14="http://schemas.microsoft.com/office/powerpoint/2010/main" val="342253536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
        <p:nvSpPr>
          <p:cNvPr id="3" name="Notes Placeholder"/>
          <p:cNvSpPr>
            <a:spLocks noGrp="1"/>
          </p:cNvSpPr>
          <p:nvPr>
            <p:ph type="body" idx="1"/>
          </p:nvPr>
        </p:nvSpPr>
        <p:spPr/>
        <p:txBody>
          <a:bodyPr/>
          <a:lstStyle/>
          <a:p>
            <a:r>
              <a:rPr lang="en-US" sz="1200" dirty="0"/>
              <a:t>NARRATOR SCRIPT — SLIDE 21: LEGALLY GROUNDED, GLOBALLY MAPPED (appendix / legal deep-dive)</a:t>
            </a:r>
          </a:p>
          <a:p>
            <a:endParaRPr lang="en-US"/>
          </a:p>
          <a:p>
            <a:r>
              <a:rPr lang="en-US" sz="1200" dirty="0"/>
              <a:t>"Before anybody in Legal has a panic attack — or worse, a quiet nervous breakdown in the corner — let's get the legal posture on the table explicitly."</a:t>
            </a:r>
          </a:p>
          <a:p>
            <a:endParaRPr lang="en-US"/>
          </a:p>
          <a:p>
            <a:r>
              <a:rPr lang="en-US" sz="1200" dirty="0"/>
              <a:t>"ADAM IS:"</a:t>
            </a:r>
          </a:p>
          <a:p>
            <a:r>
              <a:rPr lang="en-US" sz="1200" dirty="0"/>
              <a:t>"A constitutional operating model with delegated authority that is explicit, scoped, revocable, and auditable."</a:t>
            </a:r>
          </a:p>
          <a:p>
            <a:r>
              <a:rPr lang="en-US" sz="1200" dirty="0"/>
              <a:t>"EU AI Act compatible by design — not retrofitted, not hoping, by design."</a:t>
            </a:r>
          </a:p>
          <a:p>
            <a:r>
              <a:rPr lang="en-US" sz="1200" dirty="0"/>
              <a:t>"Human-accountable at every level."</a:t>
            </a:r>
          </a:p>
          <a:p>
            <a:r>
              <a:rPr lang="en-US" sz="1200" dirty="0"/>
              <a:t>"Sovereign and vendor-neutral in architecture."</a:t>
            </a:r>
          </a:p>
          <a:p>
            <a:endParaRPr lang="en-US"/>
          </a:p>
          <a:p>
            <a:r>
              <a:rPr lang="en-US" sz="1200" dirty="0"/>
              <a:t>"ADAM IS NOT:"</a:t>
            </a:r>
          </a:p>
          <a:p>
            <a:r>
              <a:rPr lang="en-US" sz="1200" dirty="0"/>
              <a:t>"A legal person or entity. Machines do not hold liability. People do."</a:t>
            </a:r>
          </a:p>
          <a:p>
            <a:r>
              <a:rPr lang="en-US" sz="1200" dirty="0"/>
              <a:t>"A DAO or blockchain governance. Privacy Lockbox does the cryptographic ledgering without any external blockchain dependency."</a:t>
            </a:r>
          </a:p>
          <a:p>
            <a:r>
              <a:rPr lang="en-US" sz="1200" dirty="0"/>
              <a:t>"A chatbot framework or AI wrapper. If somebody pitches you 'ADAM-like' and it's a LangChain app, walk away."</a:t>
            </a:r>
          </a:p>
          <a:p>
            <a:r>
              <a:rPr lang="en-US" sz="1200" dirty="0"/>
              <a:t>"A claim that liability shifts to machines. Liability stays exactly where it started — on named humans through delegation and evidence."</a:t>
            </a:r>
          </a:p>
          <a:p>
            <a:r>
              <a:rPr lang="en-US" sz="1200" dirty="0"/>
              <a:t>"Self-amending without human approval. Every doctrine change requires director sign-off. Always."</a:t>
            </a:r>
          </a:p>
          <a:p>
            <a:endParaRPr lang="en-US"/>
          </a:p>
          <a:p>
            <a:r>
              <a:rPr lang="en-US" sz="1200" dirty="0"/>
              <a:t>"And here's the clincher — the sentence that ties the legal story to the technical story: every single BOSS dimension maps directly to a global compliance framework your auditor already uses."</a:t>
            </a:r>
          </a:p>
          <a:p>
            <a:endParaRPr lang="en-US"/>
          </a:p>
          <a:p>
            <a:r>
              <a:rPr lang="en-US" sz="1200" dirty="0"/>
              <a:t>"Sovereignty → EU SEAL. Financial → FAIR + COSO. Regulatory → EU AI Act + CMMC. Security → NIST + MITRE. Rights → WIPO. Reputation → RepTrak + SASB."</a:t>
            </a:r>
          </a:p>
          <a:p>
            <a:endParaRPr lang="en-US"/>
          </a:p>
          <a:p>
            <a:r>
              <a:rPr lang="en-US" sz="1200" dirty="0"/>
              <a:t>"When the auditor asks 'how do you assess risk of autonomous action?' — you do not point to a proprietary algorithm with a confidence score from a black box. You point to the frameworks they already recognize, applied systematically to every single action, scored with published formulas, recorded with replayable evidence."</a:t>
            </a:r>
          </a:p>
          <a:p>
            <a:endParaRPr lang="en-US"/>
          </a:p>
          <a:p>
            <a:r>
              <a:rPr lang="en-US" sz="1200" dirty="0"/>
              <a:t>"ADAM did not invent the frameworks. ADAM applied them consistently, automatically, and provably to every autonomous decision your company makes. That is the legal story. That is the regulator story. That is the audit story. Same story, three audiences."</a:t>
            </a:r>
          </a:p>
          <a:p>
            <a:endParaRPr lang="en-US"/>
          </a:p>
          <a:p>
            <a:r>
              <a:rPr lang="en-US" sz="1200" dirty="0"/>
              <a:t>REFERENCES:</a:t>
            </a:r>
          </a:p>
          <a:p>
            <a:r>
              <a:rPr lang="en-US" sz="1200" dirty="0"/>
              <a:t>- ADAM Legal &amp; Arbitration v1.0: All sections</a:t>
            </a:r>
          </a:p>
          <a:p>
            <a:r>
              <a:rPr lang="en-US" sz="1200" dirty="0"/>
              <a:t>- ADAM BOSS Score Formulas v3.2: Framework attributions per dimension</a:t>
            </a:r>
          </a:p>
          <a:p>
            <a:r>
              <a:rPr lang="en-US" sz="1200" dirty="0"/>
              <a:t>- ADAM Legal &amp; Arbitration, Section III: ADAM Controls-to-Obligations Mappings</a:t>
            </a:r>
          </a:p>
          <a:p>
            <a:r>
              <a:rPr lang="en-US" sz="1200" dirty="0"/>
              <a:t>- ADAM Legal &amp; Arbitration, Section I.5: Meaningful oversight under risk-based regimes</a:t>
            </a:r>
          </a:p>
          <a:p>
            <a:endParaRPr lang="en-US"/>
          </a:p>
          <a:p>
            <a:r>
              <a:rPr lang="en-US" sz="1200" dirty="0"/>
              <a:t>AUDIENCE NOTE: This is the 'keep Legal in the room' slide. Do not skip the IS NOT list. That list is what earns the General Counsel's trust. If Legal is satisfied, the rest of the C-suite relaxes.</a:t>
            </a: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597819"/>
            <a:ext cx="5829300" cy="1102519"/>
          </a:xfrm>
        </p:spPr>
        <p:txBody>
          <a:bodyPr/>
          <a:lstStyle/>
          <a:p>
            <a:r>
              <a:rPr lang="en-US"/>
              <a:t>Click to edit Master title style</a:t>
            </a:r>
          </a:p>
        </p:txBody>
      </p:sp>
      <p:sp>
        <p:nvSpPr>
          <p:cNvPr id="3" name="Subtitle 2"/>
          <p:cNvSpPr>
            <a:spLocks noGrp="1"/>
          </p:cNvSpPr>
          <p:nvPr>
            <p:ph type="subTitle" idx="1"/>
          </p:nvPr>
        </p:nvSpPr>
        <p:spPr>
          <a:xfrm>
            <a:off x="1028700" y="2914650"/>
            <a:ext cx="48006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78740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5467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3305176"/>
            <a:ext cx="58293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541735" y="2180035"/>
            <a:ext cx="58293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728251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1200151"/>
            <a:ext cx="302895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1200151"/>
            <a:ext cx="302895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87713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1151335"/>
            <a:ext cx="3030141"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342900" y="1631156"/>
            <a:ext cx="3030141"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1151335"/>
            <a:ext cx="3031331"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83769" y="1631156"/>
            <a:ext cx="3031331"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30826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679408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590167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204787"/>
            <a:ext cx="2256235"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2681287" y="204788"/>
            <a:ext cx="3833813"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076326"/>
            <a:ext cx="2256235"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561359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3600450"/>
            <a:ext cx="41148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344216" y="459581"/>
            <a:ext cx="41148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344216" y="4025503"/>
            <a:ext cx="41148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42362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325152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205979"/>
            <a:ext cx="154305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205979"/>
            <a:ext cx="451485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523484"/>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theme" Target="../theme/theme2.xml"/><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0" Type="http://schemas.openxmlformats.org/officeDocument/2006/relationships/slideLayout" Target="../slideLayouts/slideLayout11.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205979"/>
            <a:ext cx="61722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1200151"/>
            <a:ext cx="61722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4767263"/>
            <a:ext cx="16002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4/21/2026</a:t>
            </a:fld>
            <a:endParaRPr lang="en-US"/>
          </a:p>
        </p:txBody>
      </p:sp>
      <p:sp>
        <p:nvSpPr>
          <p:cNvPr id="5" name="Footer Placeholder 4"/>
          <p:cNvSpPr>
            <a:spLocks noGrp="1"/>
          </p:cNvSpPr>
          <p:nvPr>
            <p:ph type="ftr" sz="quarter" idx="3"/>
          </p:nvPr>
        </p:nvSpPr>
        <p:spPr>
          <a:xfrm>
            <a:off x="2343150" y="4767263"/>
            <a:ext cx="21717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4767263"/>
            <a:ext cx="16002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31978230"/>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8.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8.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3.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14.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hyperlink" Target="https://commons.wikimedia.org/wiki/File:Group_people_icon.jpg" TargetMode="Externa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0B4D8"/>
          </a:solidFill>
          <a:ln/>
        </p:spPr>
      </p:sp>
      <p:sp>
        <p:nvSpPr>
          <p:cNvPr id="3" name="Shape 1"/>
          <p:cNvSpPr/>
          <p:nvPr/>
        </p:nvSpPr>
        <p:spPr>
          <a:xfrm>
            <a:off x="0" y="4754880"/>
            <a:ext cx="9144000" cy="388620"/>
          </a:xfrm>
          <a:prstGeom prst="rect">
            <a:avLst/>
          </a:prstGeom>
          <a:solidFill>
            <a:srgbClr val="0077B6">
              <a:alpha val="60000"/>
            </a:srgbClr>
          </a:solidFill>
          <a:ln/>
        </p:spPr>
      </p:sp>
      <p:pic>
        <p:nvPicPr>
          <p:cNvPr id="4" name="Image 0" descr="preencoded.png"/>
          <p:cNvPicPr>
            <a:picLocks noChangeAspect="1"/>
          </p:cNvPicPr>
          <p:nvPr/>
        </p:nvPicPr>
        <p:blipFill>
          <a:blip r:embed="rId3">
            <a:alphaModFix amt="18000"/>
          </a:blip>
          <a:stretch>
            <a:fillRect/>
          </a:stretch>
        </p:blipFill>
        <p:spPr>
          <a:xfrm>
            <a:off x="6400800" y="182880"/>
            <a:ext cx="1645920" cy="1645920"/>
          </a:xfrm>
          <a:prstGeom prst="rect">
            <a:avLst/>
          </a:prstGeom>
        </p:spPr>
      </p:pic>
      <p:pic>
        <p:nvPicPr>
          <p:cNvPr id="5" name="Image 1" descr="preencoded.png"/>
          <p:cNvPicPr>
            <a:picLocks noChangeAspect="1"/>
          </p:cNvPicPr>
          <p:nvPr/>
        </p:nvPicPr>
        <p:blipFill>
          <a:blip r:embed="rId4">
            <a:alphaModFix amt="20000"/>
          </a:blip>
          <a:stretch>
            <a:fillRect/>
          </a:stretch>
        </p:blipFill>
        <p:spPr>
          <a:xfrm>
            <a:off x="7498080" y="1463040"/>
            <a:ext cx="1371600" cy="1371600"/>
          </a:xfrm>
          <a:prstGeom prst="rect">
            <a:avLst/>
          </a:prstGeom>
        </p:spPr>
      </p:pic>
      <p:pic>
        <p:nvPicPr>
          <p:cNvPr id="6" name="Image 2" descr="preencoded.png"/>
          <p:cNvPicPr>
            <a:picLocks noChangeAspect="1"/>
          </p:cNvPicPr>
          <p:nvPr/>
        </p:nvPicPr>
        <p:blipFill>
          <a:blip r:embed="rId5">
            <a:alphaModFix amt="15000"/>
          </a:blip>
          <a:stretch>
            <a:fillRect/>
          </a:stretch>
        </p:blipFill>
        <p:spPr>
          <a:xfrm>
            <a:off x="6766560" y="2560320"/>
            <a:ext cx="1188720" cy="1188720"/>
          </a:xfrm>
          <a:prstGeom prst="rect">
            <a:avLst/>
          </a:prstGeom>
        </p:spPr>
      </p:pic>
      <p:sp>
        <p:nvSpPr>
          <p:cNvPr id="7" name="Text 2"/>
          <p:cNvSpPr/>
          <p:nvPr/>
        </p:nvSpPr>
        <p:spPr>
          <a:xfrm>
            <a:off x="640080" y="274320"/>
            <a:ext cx="6400800" cy="1371600"/>
          </a:xfrm>
          <a:prstGeom prst="rect">
            <a:avLst/>
          </a:prstGeom>
          <a:noFill/>
          <a:ln/>
        </p:spPr>
        <p:txBody>
          <a:bodyPr wrap="square" lIns="0" tIns="0" rIns="0" bIns="0" rtlCol="0" anchor="ctr"/>
          <a:lstStyle/>
          <a:p>
            <a:pPr marL="0" indent="0">
              <a:buNone/>
            </a:pPr>
            <a:r>
              <a:rPr lang="en-US" sz="7200" b="1" kern="0" spc="800" dirty="0">
                <a:solidFill>
                  <a:srgbClr val="00B4D8"/>
                </a:solidFill>
                <a:latin typeface="Trebuchet MS" pitchFamily="34" charset="0"/>
                <a:ea typeface="Trebuchet MS" pitchFamily="34" charset="-122"/>
                <a:cs typeface="Trebuchet MS" pitchFamily="34" charset="-120"/>
              </a:rPr>
              <a:t>ADAM</a:t>
            </a:r>
            <a:endParaRPr lang="en-US" sz="7200" dirty="0"/>
          </a:p>
        </p:txBody>
      </p:sp>
      <p:sp>
        <p:nvSpPr>
          <p:cNvPr id="8" name="Text 3"/>
          <p:cNvSpPr/>
          <p:nvPr/>
        </p:nvSpPr>
        <p:spPr>
          <a:xfrm>
            <a:off x="640080" y="1508760"/>
            <a:ext cx="6400800" cy="548640"/>
          </a:xfrm>
          <a:prstGeom prst="rect">
            <a:avLst/>
          </a:prstGeom>
          <a:noFill/>
          <a:ln/>
        </p:spPr>
        <p:txBody>
          <a:bodyPr wrap="square" lIns="0" tIns="0" rIns="0" bIns="0" rtlCol="0" anchor="ctr"/>
          <a:lstStyle/>
          <a:p>
            <a:pPr marL="0" indent="0">
              <a:buNone/>
            </a:pPr>
            <a:r>
              <a:rPr lang="en-US" sz="2000" dirty="0">
                <a:solidFill>
                  <a:srgbClr val="EDF2F4"/>
                </a:solidFill>
                <a:latin typeface="Calibri" pitchFamily="34" charset="0"/>
                <a:ea typeface="Calibri" pitchFamily="34" charset="-122"/>
                <a:cs typeface="Calibri" pitchFamily="34" charset="-120"/>
              </a:rPr>
              <a:t>Autonomy Doctrine &amp; Architecture Model</a:t>
            </a:r>
            <a:endParaRPr lang="en-US" sz="2000" dirty="0"/>
          </a:p>
        </p:txBody>
      </p:sp>
      <p:sp>
        <p:nvSpPr>
          <p:cNvPr id="9" name="Text 4"/>
          <p:cNvSpPr/>
          <p:nvPr/>
        </p:nvSpPr>
        <p:spPr>
          <a:xfrm>
            <a:off x="640080" y="2377440"/>
            <a:ext cx="6400800" cy="914400"/>
          </a:xfrm>
          <a:prstGeom prst="rect">
            <a:avLst/>
          </a:prstGeom>
          <a:noFill/>
          <a:ln/>
        </p:spPr>
        <p:txBody>
          <a:bodyPr wrap="square" lIns="0" tIns="0" rIns="0" bIns="0" rtlCol="0" anchor="ctr"/>
          <a:lstStyle/>
          <a:p>
            <a:pPr marL="0" indent="0">
              <a:buNone/>
            </a:pPr>
            <a:r>
              <a:rPr lang="en-US" sz="3200" b="1" dirty="0">
                <a:solidFill>
                  <a:srgbClr val="FFB703"/>
                </a:solidFill>
                <a:latin typeface="Trebuchet MS" pitchFamily="34" charset="0"/>
                <a:ea typeface="Trebuchet MS" pitchFamily="34" charset="-122"/>
                <a:cs typeface="Trebuchet MS" pitchFamily="34" charset="-120"/>
              </a:rPr>
              <a:t>Constitutional Governance</a:t>
            </a:r>
          </a:p>
          <a:p>
            <a:pPr marL="0" indent="0">
              <a:buNone/>
            </a:pPr>
            <a:r>
              <a:rPr lang="en-US" sz="3200" b="1" dirty="0">
                <a:solidFill>
                  <a:srgbClr val="FFB703"/>
                </a:solidFill>
                <a:latin typeface="Trebuchet MS" pitchFamily="34" charset="0"/>
                <a:ea typeface="Trebuchet MS" pitchFamily="34" charset="-122"/>
                <a:cs typeface="Trebuchet MS" pitchFamily="34" charset="-120"/>
              </a:rPr>
              <a:t>At Enterprise Scale </a:t>
            </a:r>
            <a:endParaRPr lang="en-US" sz="3200" dirty="0"/>
          </a:p>
        </p:txBody>
      </p:sp>
      <p:pic>
        <p:nvPicPr>
          <p:cNvPr id="10" name="Image 3" descr="preencoded.png"/>
          <p:cNvPicPr>
            <a:picLocks noChangeAspect="1"/>
          </p:cNvPicPr>
          <p:nvPr/>
        </p:nvPicPr>
        <p:blipFill>
          <a:blip r:embed="rId6"/>
          <a:stretch>
            <a:fillRect/>
          </a:stretch>
        </p:blipFill>
        <p:spPr>
          <a:xfrm>
            <a:off x="640080" y="3701304"/>
            <a:ext cx="365760" cy="365760"/>
          </a:xfrm>
          <a:prstGeom prst="rect">
            <a:avLst/>
          </a:prstGeom>
        </p:spPr>
      </p:pic>
      <p:sp>
        <p:nvSpPr>
          <p:cNvPr id="11" name="Text 5"/>
          <p:cNvSpPr/>
          <p:nvPr/>
        </p:nvSpPr>
        <p:spPr>
          <a:xfrm>
            <a:off x="1097280" y="3701304"/>
            <a:ext cx="1828800" cy="36576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Humans Define Intent</a:t>
            </a:r>
            <a:endParaRPr lang="en-US" sz="1300" dirty="0"/>
          </a:p>
        </p:txBody>
      </p:sp>
      <p:pic>
        <p:nvPicPr>
          <p:cNvPr id="12" name="Image 4" descr="preencoded.png"/>
          <p:cNvPicPr>
            <a:picLocks noChangeAspect="1"/>
          </p:cNvPicPr>
          <p:nvPr/>
        </p:nvPicPr>
        <p:blipFill>
          <a:blip r:embed="rId3"/>
          <a:stretch>
            <a:fillRect/>
          </a:stretch>
        </p:blipFill>
        <p:spPr>
          <a:xfrm>
            <a:off x="2926080" y="3701304"/>
            <a:ext cx="365760" cy="365760"/>
          </a:xfrm>
          <a:prstGeom prst="rect">
            <a:avLst/>
          </a:prstGeom>
        </p:spPr>
      </p:pic>
      <p:sp>
        <p:nvSpPr>
          <p:cNvPr id="13" name="Text 6"/>
          <p:cNvSpPr/>
          <p:nvPr/>
        </p:nvSpPr>
        <p:spPr>
          <a:xfrm>
            <a:off x="3383280" y="3701304"/>
            <a:ext cx="1828800" cy="36576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Machines Execute</a:t>
            </a:r>
            <a:endParaRPr lang="en-US" sz="1300" dirty="0"/>
          </a:p>
        </p:txBody>
      </p:sp>
      <p:pic>
        <p:nvPicPr>
          <p:cNvPr id="14" name="Image 5" descr="preencoded.png"/>
          <p:cNvPicPr>
            <a:picLocks noChangeAspect="1"/>
          </p:cNvPicPr>
          <p:nvPr/>
        </p:nvPicPr>
        <p:blipFill>
          <a:blip r:embed="rId7"/>
          <a:stretch>
            <a:fillRect/>
          </a:stretch>
        </p:blipFill>
        <p:spPr>
          <a:xfrm>
            <a:off x="5011120" y="3701304"/>
            <a:ext cx="365760" cy="365760"/>
          </a:xfrm>
          <a:prstGeom prst="rect">
            <a:avLst/>
          </a:prstGeom>
        </p:spPr>
      </p:pic>
      <p:sp>
        <p:nvSpPr>
          <p:cNvPr id="15" name="Text 7"/>
          <p:cNvSpPr/>
          <p:nvPr/>
        </p:nvSpPr>
        <p:spPr>
          <a:xfrm>
            <a:off x="5468320" y="3701304"/>
            <a:ext cx="2743200" cy="365760"/>
          </a:xfrm>
          <a:prstGeom prst="rect">
            <a:avLst/>
          </a:prstGeom>
          <a:noFill/>
          <a:ln/>
        </p:spPr>
        <p:txBody>
          <a:bodyPr wrap="square" lIns="0" tIns="0" rIns="0" bIns="0" rtlCol="0" anchor="ct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Evidence Proves Everything</a:t>
            </a:r>
            <a:endParaRPr lang="en-US" sz="1300" dirty="0"/>
          </a:p>
        </p:txBody>
      </p:sp>
      <p:sp>
        <p:nvSpPr>
          <p:cNvPr id="16" name="Text 8"/>
          <p:cNvSpPr/>
          <p:nvPr/>
        </p:nvSpPr>
        <p:spPr>
          <a:xfrm>
            <a:off x="640080" y="4251960"/>
            <a:ext cx="7772400" cy="365760"/>
          </a:xfrm>
          <a:prstGeom prst="rect">
            <a:avLst/>
          </a:prstGeom>
          <a:noFill/>
          <a:ln/>
        </p:spPr>
        <p:txBody>
          <a:bodyPr wrap="square" lIns="0" tIns="0" rIns="0" bIns="0" rtlCol="0" anchor="ctr"/>
          <a:lstStyle/>
          <a:p>
            <a:pPr marL="0" indent="0">
              <a:buNone/>
            </a:pPr>
            <a:r>
              <a:rPr lang="en-US" sz="1100" dirty="0">
                <a:solidFill>
                  <a:srgbClr val="8D99AE"/>
                </a:solidFill>
                <a:latin typeface="Calibri" pitchFamily="34" charset="0"/>
                <a:ea typeface="Calibri" pitchFamily="34" charset="-122"/>
                <a:cs typeface="Calibri" pitchFamily="34" charset="-120"/>
              </a:rPr>
              <a:t>A Constitutional Operating Model  |  Industry-Agnostic  |  Sovereign by Design  |  Self-Deployable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640080" y="189624"/>
            <a:ext cx="8229600" cy="429314"/>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The World IS AI. Now, how can you govern it? </a:t>
            </a:r>
          </a:p>
        </p:txBody>
      </p:sp>
      <p:sp>
        <p:nvSpPr>
          <p:cNvPr id="3" name="Shape 1"/>
          <p:cNvSpPr/>
          <p:nvPr/>
        </p:nvSpPr>
        <p:spPr>
          <a:xfrm>
            <a:off x="411480" y="872571"/>
            <a:ext cx="2697480" cy="3383280"/>
          </a:xfrm>
          <a:prstGeom prst="rect">
            <a:avLst/>
          </a:prstGeom>
          <a:solidFill>
            <a:srgbClr val="1E3A5F"/>
          </a:solidFill>
          <a:ln/>
          <a:effectLst>
            <a:outerShdw blurRad="101600" dist="38100" dir="8100000" algn="bl" rotWithShape="0">
              <a:srgbClr val="000000">
                <a:alpha val="25000"/>
              </a:srgbClr>
            </a:outerShdw>
          </a:effectLst>
        </p:spPr>
      </p:sp>
      <p:sp>
        <p:nvSpPr>
          <p:cNvPr id="4" name="Shape 2"/>
          <p:cNvSpPr/>
          <p:nvPr/>
        </p:nvSpPr>
        <p:spPr>
          <a:xfrm>
            <a:off x="411480" y="872571"/>
            <a:ext cx="2697480" cy="54864"/>
          </a:xfrm>
          <a:prstGeom prst="rect">
            <a:avLst/>
          </a:prstGeom>
          <a:solidFill>
            <a:srgbClr val="FFB703"/>
          </a:solidFill>
          <a:ln/>
        </p:spPr>
      </p:sp>
      <p:pic>
        <p:nvPicPr>
          <p:cNvPr id="5" name="Image 0" descr="preencoded.png"/>
          <p:cNvPicPr>
            <a:picLocks noChangeAspect="1"/>
          </p:cNvPicPr>
          <p:nvPr/>
        </p:nvPicPr>
        <p:blipFill>
          <a:blip r:embed="rId3"/>
          <a:stretch>
            <a:fillRect/>
          </a:stretch>
        </p:blipFill>
        <p:spPr>
          <a:xfrm>
            <a:off x="1325880" y="1055451"/>
            <a:ext cx="731520" cy="731520"/>
          </a:xfrm>
          <a:prstGeom prst="rect">
            <a:avLst/>
          </a:prstGeom>
        </p:spPr>
      </p:pic>
      <p:sp>
        <p:nvSpPr>
          <p:cNvPr id="6" name="Text 3"/>
          <p:cNvSpPr/>
          <p:nvPr/>
        </p:nvSpPr>
        <p:spPr>
          <a:xfrm>
            <a:off x="594360" y="1878411"/>
            <a:ext cx="2331720" cy="640080"/>
          </a:xfrm>
          <a:prstGeom prst="rect">
            <a:avLst/>
          </a:prstGeom>
          <a:noFill/>
          <a:ln/>
        </p:spPr>
        <p:txBody>
          <a:bodyPr wrap="square" lIns="0" tIns="0" rIns="0" bIns="0" rtlCol="0" anchor="ctr"/>
          <a:lstStyle/>
          <a:p>
            <a:pPr marL="0" indent="0" algn="ctr">
              <a:buNone/>
            </a:pPr>
            <a:r>
              <a:rPr lang="en-US" sz="4200" b="1" dirty="0">
                <a:solidFill>
                  <a:srgbClr val="FFB703"/>
                </a:solidFill>
                <a:latin typeface="Trebuchet MS" pitchFamily="34" charset="0"/>
                <a:ea typeface="Trebuchet MS" pitchFamily="34" charset="-122"/>
                <a:cs typeface="Trebuchet MS" pitchFamily="34" charset="-120"/>
              </a:rPr>
              <a:t>71%</a:t>
            </a:r>
            <a:endParaRPr lang="en-US" sz="4200" dirty="0"/>
          </a:p>
        </p:txBody>
      </p:sp>
      <p:sp>
        <p:nvSpPr>
          <p:cNvPr id="7" name="Text 4"/>
          <p:cNvSpPr/>
          <p:nvPr/>
        </p:nvSpPr>
        <p:spPr>
          <a:xfrm>
            <a:off x="594360" y="2427051"/>
            <a:ext cx="2331720" cy="274320"/>
          </a:xfrm>
          <a:prstGeom prst="rect">
            <a:avLst/>
          </a:prstGeom>
          <a:noFill/>
          <a:ln/>
        </p:spPr>
        <p:txBody>
          <a:bodyPr wrap="square" lIns="0" tIns="0" rIns="0" bIns="0" rtlCol="0" anchor="ctr"/>
          <a:lstStyle/>
          <a:p>
            <a:pPr marL="0" indent="0" algn="ctr">
              <a:buNone/>
            </a:pPr>
            <a:r>
              <a:rPr lang="en-US" sz="1000" dirty="0">
                <a:solidFill>
                  <a:srgbClr val="8D99AE"/>
                </a:solidFill>
                <a:latin typeface="Calibri" pitchFamily="34" charset="0"/>
                <a:ea typeface="Calibri" pitchFamily="34" charset="-122"/>
                <a:cs typeface="Calibri" pitchFamily="34" charset="-120"/>
              </a:rPr>
              <a:t>Of Enterprises lack formal governance or compliance frameworks (Forrester 2026)</a:t>
            </a:r>
            <a:endParaRPr lang="en-US" sz="1000" dirty="0"/>
          </a:p>
        </p:txBody>
      </p:sp>
      <p:sp>
        <p:nvSpPr>
          <p:cNvPr id="8" name="Text 5"/>
          <p:cNvSpPr/>
          <p:nvPr/>
        </p:nvSpPr>
        <p:spPr>
          <a:xfrm>
            <a:off x="594360" y="2792811"/>
            <a:ext cx="233172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Complexity Exploded</a:t>
            </a:r>
            <a:endParaRPr lang="en-US" sz="1500" dirty="0"/>
          </a:p>
        </p:txBody>
      </p:sp>
      <p:sp>
        <p:nvSpPr>
          <p:cNvPr id="9" name="Text 6"/>
          <p:cNvSpPr/>
          <p:nvPr/>
        </p:nvSpPr>
        <p:spPr>
          <a:xfrm>
            <a:off x="594360" y="3135662"/>
            <a:ext cx="2331720" cy="960120"/>
          </a:xfrm>
          <a:prstGeom prst="rect">
            <a:avLst/>
          </a:prstGeom>
          <a:noFill/>
          <a:ln/>
        </p:spPr>
        <p:txBody>
          <a:bodyPr wrap="square" lIns="0" tIns="0" rIns="0" bIns="0" rtlCol="0" anchor="ctr"/>
          <a:lstStyle/>
          <a:p>
            <a:pPr marL="0" indent="0" algn="ctr">
              <a:buNone/>
            </a:pPr>
            <a:r>
              <a:rPr lang="en-US" sz="1050" dirty="0">
                <a:solidFill>
                  <a:srgbClr val="CAD2C5"/>
                </a:solidFill>
                <a:latin typeface="Calibri" pitchFamily="34" charset="0"/>
                <a:ea typeface="Calibri" pitchFamily="34" charset="-122"/>
                <a:cs typeface="Calibri" pitchFamily="34" charset="-120"/>
              </a:rPr>
              <a:t>Regulations multiply across jurisdictions. Governance at AI scale is uncharted. A single product touches dozens of compliance regimes. </a:t>
            </a:r>
          </a:p>
          <a:p>
            <a:pPr marL="0" indent="0" algn="ctr">
              <a:buNone/>
            </a:pPr>
            <a:r>
              <a:rPr lang="en-US" sz="1050" dirty="0">
                <a:solidFill>
                  <a:srgbClr val="CAD2C5"/>
                </a:solidFill>
                <a:latin typeface="Calibri" pitchFamily="34" charset="0"/>
                <a:ea typeface="Calibri" pitchFamily="34" charset="-122"/>
                <a:cs typeface="Calibri" pitchFamily="34" charset="-120"/>
              </a:rPr>
              <a:t>Human coordination can't keep pace.</a:t>
            </a:r>
            <a:endParaRPr lang="en-US" sz="1050" dirty="0"/>
          </a:p>
        </p:txBody>
      </p:sp>
      <p:sp>
        <p:nvSpPr>
          <p:cNvPr id="10" name="Shape 7"/>
          <p:cNvSpPr/>
          <p:nvPr/>
        </p:nvSpPr>
        <p:spPr>
          <a:xfrm>
            <a:off x="3291840" y="872571"/>
            <a:ext cx="2697480" cy="3383280"/>
          </a:xfrm>
          <a:prstGeom prst="rect">
            <a:avLst/>
          </a:prstGeom>
          <a:solidFill>
            <a:srgbClr val="1E3A5F"/>
          </a:solidFill>
          <a:ln/>
          <a:effectLst>
            <a:outerShdw blurRad="101600" dist="38100" dir="8100000" algn="bl" rotWithShape="0">
              <a:srgbClr val="000000">
                <a:alpha val="25000"/>
              </a:srgbClr>
            </a:outerShdw>
          </a:effectLst>
        </p:spPr>
      </p:sp>
      <p:sp>
        <p:nvSpPr>
          <p:cNvPr id="11" name="Shape 8"/>
          <p:cNvSpPr/>
          <p:nvPr/>
        </p:nvSpPr>
        <p:spPr>
          <a:xfrm>
            <a:off x="3291840" y="872571"/>
            <a:ext cx="2697480" cy="54864"/>
          </a:xfrm>
          <a:prstGeom prst="rect">
            <a:avLst/>
          </a:prstGeom>
          <a:solidFill>
            <a:srgbClr val="FFB703"/>
          </a:solidFill>
          <a:ln/>
        </p:spPr>
      </p:sp>
      <p:pic>
        <p:nvPicPr>
          <p:cNvPr id="12" name="Image 1" descr="preencoded.png"/>
          <p:cNvPicPr>
            <a:picLocks noChangeAspect="1"/>
          </p:cNvPicPr>
          <p:nvPr/>
        </p:nvPicPr>
        <p:blipFill>
          <a:blip r:embed="rId4"/>
          <a:stretch>
            <a:fillRect/>
          </a:stretch>
        </p:blipFill>
        <p:spPr>
          <a:xfrm>
            <a:off x="4206240" y="1055451"/>
            <a:ext cx="731520" cy="731520"/>
          </a:xfrm>
          <a:prstGeom prst="rect">
            <a:avLst/>
          </a:prstGeom>
        </p:spPr>
      </p:pic>
      <p:sp>
        <p:nvSpPr>
          <p:cNvPr id="13" name="Text 9"/>
          <p:cNvSpPr/>
          <p:nvPr/>
        </p:nvSpPr>
        <p:spPr>
          <a:xfrm>
            <a:off x="3474720" y="1878411"/>
            <a:ext cx="2331720" cy="640080"/>
          </a:xfrm>
          <a:prstGeom prst="rect">
            <a:avLst/>
          </a:prstGeom>
          <a:noFill/>
          <a:ln/>
        </p:spPr>
        <p:txBody>
          <a:bodyPr wrap="square" lIns="0" tIns="0" rIns="0" bIns="0" rtlCol="0" anchor="ctr"/>
          <a:lstStyle/>
          <a:p>
            <a:pPr marL="0" indent="0" algn="ctr">
              <a:buNone/>
            </a:pPr>
            <a:r>
              <a:rPr lang="en-US" sz="4200" b="1" dirty="0">
                <a:solidFill>
                  <a:srgbClr val="FFB703"/>
                </a:solidFill>
                <a:latin typeface="Trebuchet MS" pitchFamily="34" charset="0"/>
                <a:ea typeface="Trebuchet MS" pitchFamily="34" charset="-122"/>
                <a:cs typeface="Trebuchet MS" pitchFamily="34" charset="-120"/>
              </a:rPr>
              <a:t>Aug 26</a:t>
            </a:r>
            <a:endParaRPr lang="en-US" sz="4200" dirty="0"/>
          </a:p>
        </p:txBody>
      </p:sp>
      <p:sp>
        <p:nvSpPr>
          <p:cNvPr id="14" name="Text 10"/>
          <p:cNvSpPr/>
          <p:nvPr/>
        </p:nvSpPr>
        <p:spPr>
          <a:xfrm>
            <a:off x="3474720" y="2427051"/>
            <a:ext cx="2331720" cy="274320"/>
          </a:xfrm>
          <a:prstGeom prst="rect">
            <a:avLst/>
          </a:prstGeom>
          <a:noFill/>
          <a:ln/>
        </p:spPr>
        <p:txBody>
          <a:bodyPr wrap="square" lIns="0" tIns="0" rIns="0" bIns="0" rtlCol="0" anchor="ctr"/>
          <a:lstStyle/>
          <a:p>
            <a:pPr marL="0" indent="0" algn="ctr">
              <a:buNone/>
            </a:pPr>
            <a:r>
              <a:rPr lang="en-US" sz="1000" dirty="0">
                <a:solidFill>
                  <a:srgbClr val="8D99AE"/>
                </a:solidFill>
                <a:latin typeface="Calibri" pitchFamily="34" charset="0"/>
                <a:ea typeface="Calibri" pitchFamily="34" charset="-122"/>
                <a:cs typeface="Calibri" pitchFamily="34" charset="-120"/>
              </a:rPr>
              <a:t>When EU AI Act Enforcement starts!!!</a:t>
            </a:r>
            <a:endParaRPr lang="en-US" sz="1000" dirty="0"/>
          </a:p>
        </p:txBody>
      </p:sp>
      <p:sp>
        <p:nvSpPr>
          <p:cNvPr id="15" name="Text 11"/>
          <p:cNvSpPr/>
          <p:nvPr/>
        </p:nvSpPr>
        <p:spPr>
          <a:xfrm>
            <a:off x="3474720" y="2792811"/>
            <a:ext cx="233172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EU AI ACT Now</a:t>
            </a:r>
            <a:endParaRPr lang="en-US" sz="1500" dirty="0"/>
          </a:p>
        </p:txBody>
      </p:sp>
      <p:sp>
        <p:nvSpPr>
          <p:cNvPr id="16" name="Text 12"/>
          <p:cNvSpPr/>
          <p:nvPr/>
        </p:nvSpPr>
        <p:spPr>
          <a:xfrm>
            <a:off x="3474720" y="3059496"/>
            <a:ext cx="2331720" cy="960120"/>
          </a:xfrm>
          <a:prstGeom prst="rect">
            <a:avLst/>
          </a:prstGeom>
          <a:noFill/>
          <a:ln/>
        </p:spPr>
        <p:txBody>
          <a:bodyPr wrap="square" lIns="0" tIns="0" rIns="0" bIns="0" rtlCol="0" anchor="ctr"/>
          <a:lstStyle/>
          <a:p>
            <a:pPr marL="0" indent="0" algn="ctr">
              <a:buNone/>
            </a:pPr>
            <a:r>
              <a:rPr lang="en-US" sz="1050" dirty="0">
                <a:solidFill>
                  <a:srgbClr val="CAD2C5"/>
                </a:solidFill>
                <a:latin typeface="Calibri" pitchFamily="34" charset="0"/>
                <a:ea typeface="Calibri" pitchFamily="34" charset="-122"/>
                <a:cs typeface="Calibri" pitchFamily="34" charset="-120"/>
              </a:rPr>
              <a:t>The provisions of the EU AI Act become law in Aug 2026. Do you know what your responsibilities are? </a:t>
            </a:r>
          </a:p>
          <a:p>
            <a:pPr marL="0" indent="0" algn="ctr">
              <a:buNone/>
            </a:pPr>
            <a:endParaRPr lang="en-US" sz="1050" dirty="0">
              <a:solidFill>
                <a:srgbClr val="CAD2C5"/>
              </a:solidFill>
              <a:latin typeface="Calibri" pitchFamily="34" charset="0"/>
              <a:ea typeface="Calibri" pitchFamily="34" charset="-122"/>
              <a:cs typeface="Calibri" pitchFamily="34" charset="-120"/>
            </a:endParaRPr>
          </a:p>
          <a:p>
            <a:pPr marL="0" indent="0" algn="ctr">
              <a:buNone/>
            </a:pPr>
            <a:r>
              <a:rPr lang="en-US" sz="1050" b="1" dirty="0">
                <a:solidFill>
                  <a:srgbClr val="CAD2C5"/>
                </a:solidFill>
                <a:latin typeface="Calibri" pitchFamily="34" charset="0"/>
                <a:ea typeface="Calibri" pitchFamily="34" charset="-122"/>
                <a:cs typeface="Calibri" pitchFamily="34" charset="-120"/>
              </a:rPr>
              <a:t>DOES YOUR AI?</a:t>
            </a:r>
            <a:endParaRPr lang="en-US" sz="1050" b="1" dirty="0"/>
          </a:p>
        </p:txBody>
      </p:sp>
      <p:sp>
        <p:nvSpPr>
          <p:cNvPr id="17" name="Shape 13"/>
          <p:cNvSpPr/>
          <p:nvPr/>
        </p:nvSpPr>
        <p:spPr>
          <a:xfrm>
            <a:off x="6172200" y="872571"/>
            <a:ext cx="2697480" cy="3383280"/>
          </a:xfrm>
          <a:prstGeom prst="rect">
            <a:avLst/>
          </a:prstGeom>
          <a:solidFill>
            <a:srgbClr val="1E3A5F"/>
          </a:solidFill>
          <a:ln/>
          <a:effectLst>
            <a:outerShdw blurRad="101600" dist="38100" dir="8100000" algn="bl" rotWithShape="0">
              <a:srgbClr val="000000">
                <a:alpha val="25000"/>
              </a:srgbClr>
            </a:outerShdw>
          </a:effectLst>
        </p:spPr>
      </p:sp>
      <p:sp>
        <p:nvSpPr>
          <p:cNvPr id="18" name="Shape 14"/>
          <p:cNvSpPr/>
          <p:nvPr/>
        </p:nvSpPr>
        <p:spPr>
          <a:xfrm>
            <a:off x="6172200" y="872571"/>
            <a:ext cx="2697480" cy="54864"/>
          </a:xfrm>
          <a:prstGeom prst="rect">
            <a:avLst/>
          </a:prstGeom>
          <a:solidFill>
            <a:srgbClr val="FFB703"/>
          </a:solidFill>
          <a:ln/>
        </p:spPr>
      </p:sp>
      <p:pic>
        <p:nvPicPr>
          <p:cNvPr id="19" name="Image 2" descr="preencoded.png"/>
          <p:cNvPicPr>
            <a:picLocks noChangeAspect="1"/>
          </p:cNvPicPr>
          <p:nvPr/>
        </p:nvPicPr>
        <p:blipFill>
          <a:blip r:embed="rId5"/>
          <a:stretch>
            <a:fillRect/>
          </a:stretch>
        </p:blipFill>
        <p:spPr>
          <a:xfrm>
            <a:off x="7086600" y="1055451"/>
            <a:ext cx="731520" cy="731520"/>
          </a:xfrm>
          <a:prstGeom prst="rect">
            <a:avLst/>
          </a:prstGeom>
        </p:spPr>
      </p:pic>
      <p:sp>
        <p:nvSpPr>
          <p:cNvPr id="20" name="Text 15"/>
          <p:cNvSpPr/>
          <p:nvPr/>
        </p:nvSpPr>
        <p:spPr>
          <a:xfrm>
            <a:off x="6355080" y="1878411"/>
            <a:ext cx="2331720" cy="640080"/>
          </a:xfrm>
          <a:prstGeom prst="rect">
            <a:avLst/>
          </a:prstGeom>
          <a:noFill/>
          <a:ln/>
        </p:spPr>
        <p:txBody>
          <a:bodyPr wrap="square" lIns="0" tIns="0" rIns="0" bIns="0" rtlCol="0" anchor="ctr"/>
          <a:lstStyle/>
          <a:p>
            <a:pPr marL="0" indent="0" algn="ctr">
              <a:buNone/>
            </a:pPr>
            <a:r>
              <a:rPr lang="en-US" sz="4200" b="1" dirty="0">
                <a:solidFill>
                  <a:srgbClr val="FFB703"/>
                </a:solidFill>
                <a:latin typeface="Trebuchet MS" pitchFamily="34" charset="0"/>
              </a:rPr>
              <a:t>6%</a:t>
            </a:r>
            <a:endParaRPr lang="en-US" sz="4200" dirty="0"/>
          </a:p>
        </p:txBody>
      </p:sp>
      <p:sp>
        <p:nvSpPr>
          <p:cNvPr id="21" name="Text 16"/>
          <p:cNvSpPr/>
          <p:nvPr/>
        </p:nvSpPr>
        <p:spPr>
          <a:xfrm>
            <a:off x="6355080" y="2427051"/>
            <a:ext cx="2331720" cy="274320"/>
          </a:xfrm>
          <a:prstGeom prst="rect">
            <a:avLst/>
          </a:prstGeom>
          <a:noFill/>
          <a:ln/>
        </p:spPr>
        <p:txBody>
          <a:bodyPr wrap="square" lIns="0" tIns="0" rIns="0" bIns="0" rtlCol="0" anchor="ctr"/>
          <a:lstStyle/>
          <a:p>
            <a:pPr marL="0" indent="0" algn="ctr">
              <a:buNone/>
            </a:pPr>
            <a:r>
              <a:rPr lang="en-US" sz="1000" dirty="0">
                <a:solidFill>
                  <a:srgbClr val="8D99AE"/>
                </a:solidFill>
                <a:latin typeface="Calibri" pitchFamily="34" charset="0"/>
                <a:ea typeface="Calibri" pitchFamily="34" charset="-122"/>
                <a:cs typeface="Calibri" pitchFamily="34" charset="-120"/>
              </a:rPr>
              <a:t>Of companies fully trust their AI (HBR)</a:t>
            </a:r>
            <a:endParaRPr lang="en-US" sz="1000" dirty="0"/>
          </a:p>
        </p:txBody>
      </p:sp>
      <p:sp>
        <p:nvSpPr>
          <p:cNvPr id="22" name="Text 17"/>
          <p:cNvSpPr/>
          <p:nvPr/>
        </p:nvSpPr>
        <p:spPr>
          <a:xfrm>
            <a:off x="6355080" y="2792811"/>
            <a:ext cx="2331720" cy="36576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Trust Was Never Built</a:t>
            </a:r>
            <a:endParaRPr lang="en-US" sz="1500" dirty="0"/>
          </a:p>
        </p:txBody>
      </p:sp>
      <p:sp>
        <p:nvSpPr>
          <p:cNvPr id="23" name="Text 18"/>
          <p:cNvSpPr/>
          <p:nvPr/>
        </p:nvSpPr>
        <p:spPr>
          <a:xfrm>
            <a:off x="6355080" y="3040812"/>
            <a:ext cx="2331720" cy="1093389"/>
          </a:xfrm>
          <a:prstGeom prst="rect">
            <a:avLst/>
          </a:prstGeom>
          <a:noFill/>
          <a:ln/>
        </p:spPr>
        <p:txBody>
          <a:bodyPr wrap="square" lIns="0" tIns="0" rIns="0" bIns="0" rtlCol="0" anchor="ctr"/>
          <a:lstStyle/>
          <a:p>
            <a:pPr marL="0" indent="0" algn="ctr">
              <a:buNone/>
            </a:pPr>
            <a:r>
              <a:rPr lang="en-US" sz="1050" dirty="0">
                <a:solidFill>
                  <a:srgbClr val="CAD2C5"/>
                </a:solidFill>
                <a:latin typeface="Calibri" pitchFamily="34" charset="0"/>
                <a:ea typeface="Calibri" pitchFamily="34" charset="-122"/>
                <a:cs typeface="Calibri" pitchFamily="34" charset="-120"/>
              </a:rPr>
              <a:t>AI executes tasks but never builds trust. Nobody can explain why a decision was made in standard agentic flows. </a:t>
            </a:r>
          </a:p>
          <a:p>
            <a:pPr marL="0" indent="0" algn="ctr">
              <a:buNone/>
            </a:pPr>
            <a:r>
              <a:rPr lang="en-US" sz="1050" dirty="0">
                <a:solidFill>
                  <a:srgbClr val="CAD2C5"/>
                </a:solidFill>
                <a:latin typeface="Calibri" pitchFamily="34" charset="0"/>
                <a:ea typeface="Calibri" pitchFamily="34" charset="-122"/>
                <a:cs typeface="Calibri" pitchFamily="34" charset="-120"/>
              </a:rPr>
              <a:t>Audit is archaeology — digging through logs like ancient ruins.</a:t>
            </a:r>
            <a:br>
              <a:rPr lang="en-US" sz="1050" dirty="0">
                <a:solidFill>
                  <a:srgbClr val="CAD2C5"/>
                </a:solidFill>
                <a:latin typeface="Calibri" pitchFamily="34" charset="0"/>
                <a:ea typeface="Calibri" pitchFamily="34" charset="-122"/>
                <a:cs typeface="Calibri" pitchFamily="34" charset="-120"/>
              </a:rPr>
            </a:br>
            <a:endParaRPr lang="en-US" sz="1050" dirty="0"/>
          </a:p>
        </p:txBody>
      </p:sp>
      <p:sp>
        <p:nvSpPr>
          <p:cNvPr id="24" name="Text 20">
            <a:extLst>
              <a:ext uri="{FF2B5EF4-FFF2-40B4-BE49-F238E27FC236}">
                <a16:creationId xmlns:a16="http://schemas.microsoft.com/office/drawing/2014/main" id="{91750ABA-0D35-EB4E-BFB0-0FE680CC6DB5}"/>
              </a:ext>
            </a:extLst>
          </p:cNvPr>
          <p:cNvSpPr/>
          <p:nvPr/>
        </p:nvSpPr>
        <p:spPr>
          <a:xfrm>
            <a:off x="735572" y="4549140"/>
            <a:ext cx="8278725" cy="320040"/>
          </a:xfrm>
          <a:prstGeom prst="rect">
            <a:avLst/>
          </a:prstGeom>
          <a:noFill/>
          <a:ln/>
        </p:spPr>
        <p:txBody>
          <a:bodyPr wrap="square" lIns="0" tIns="0" rIns="0" bIns="0" rtlCol="0" anchor="ctr"/>
          <a:lstStyle/>
          <a:p>
            <a:pPr marL="0" indent="0">
              <a:buNone/>
            </a:pPr>
            <a:r>
              <a:rPr lang="en-US" sz="1400" i="1" dirty="0">
                <a:solidFill>
                  <a:schemeClr val="bg1"/>
                </a:solidFill>
                <a:latin typeface="Georgia" pitchFamily="34" charset="0"/>
                <a:ea typeface="Georgia" pitchFamily="34" charset="-122"/>
                <a:cs typeface="Georgia" pitchFamily="34" charset="-120"/>
              </a:rPr>
              <a:t>This is a constitutional gap. The speed of AI outgrew our other models…..</a:t>
            </a:r>
            <a:endParaRPr lang="en-US" sz="1400" dirty="0">
              <a:solidFill>
                <a:schemeClr val="bg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274320"/>
            <a:ext cx="8229600" cy="8229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What If Your Company Had a Constitution?</a:t>
            </a:r>
            <a:endParaRPr lang="en-US" sz="2800" dirty="0"/>
          </a:p>
        </p:txBody>
      </p:sp>
      <p:pic>
        <p:nvPicPr>
          <p:cNvPr id="3" name="Image 0" descr="preencoded.png"/>
          <p:cNvPicPr>
            <a:picLocks noChangeAspect="1"/>
          </p:cNvPicPr>
          <p:nvPr/>
        </p:nvPicPr>
        <p:blipFill>
          <a:blip r:embed="rId3">
            <a:alphaModFix amt="70000"/>
          </a:blip>
          <a:stretch>
            <a:fillRect/>
          </a:stretch>
        </p:blipFill>
        <p:spPr>
          <a:xfrm>
            <a:off x="7543800" y="288918"/>
            <a:ext cx="716156" cy="716156"/>
          </a:xfrm>
          <a:prstGeom prst="rect">
            <a:avLst/>
          </a:prstGeom>
        </p:spPr>
      </p:pic>
      <p:sp>
        <p:nvSpPr>
          <p:cNvPr id="4" name="Shape 1"/>
          <p:cNvSpPr/>
          <p:nvPr/>
        </p:nvSpPr>
        <p:spPr>
          <a:xfrm>
            <a:off x="320040" y="1408872"/>
            <a:ext cx="2743200" cy="3147760"/>
          </a:xfrm>
          <a:prstGeom prst="rect">
            <a:avLst/>
          </a:prstGeom>
          <a:solidFill>
            <a:srgbClr val="1E3A5F"/>
          </a:solidFill>
          <a:ln/>
          <a:effectLst>
            <a:outerShdw blurRad="101600" dist="38100" dir="8100000" algn="bl" rotWithShape="0">
              <a:srgbClr val="000000">
                <a:alpha val="25000"/>
              </a:srgbClr>
            </a:outerShdw>
          </a:effectLst>
        </p:spPr>
      </p:sp>
      <p:sp>
        <p:nvSpPr>
          <p:cNvPr id="5" name="Shape 2"/>
          <p:cNvSpPr/>
          <p:nvPr/>
        </p:nvSpPr>
        <p:spPr>
          <a:xfrm>
            <a:off x="320040" y="1408872"/>
            <a:ext cx="2743200" cy="54864"/>
          </a:xfrm>
          <a:prstGeom prst="rect">
            <a:avLst/>
          </a:prstGeom>
          <a:solidFill>
            <a:srgbClr val="00B4D8"/>
          </a:solidFill>
          <a:ln/>
        </p:spPr>
      </p:sp>
      <p:sp>
        <p:nvSpPr>
          <p:cNvPr id="6" name="Shape 3"/>
          <p:cNvSpPr/>
          <p:nvPr/>
        </p:nvSpPr>
        <p:spPr>
          <a:xfrm>
            <a:off x="457200" y="1591752"/>
            <a:ext cx="502920" cy="502920"/>
          </a:xfrm>
          <a:prstGeom prst="ellipse">
            <a:avLst/>
          </a:prstGeom>
          <a:solidFill>
            <a:srgbClr val="00B4D8"/>
          </a:solidFill>
          <a:ln/>
        </p:spPr>
      </p:sp>
      <p:sp>
        <p:nvSpPr>
          <p:cNvPr id="7" name="Text 4"/>
          <p:cNvSpPr/>
          <p:nvPr/>
        </p:nvSpPr>
        <p:spPr>
          <a:xfrm>
            <a:off x="457200" y="1591752"/>
            <a:ext cx="502920" cy="502920"/>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1</a:t>
            </a:r>
            <a:endParaRPr lang="en-US" sz="2200" dirty="0"/>
          </a:p>
        </p:txBody>
      </p:sp>
      <p:pic>
        <p:nvPicPr>
          <p:cNvPr id="8" name="Image 1" descr="preencoded.png"/>
          <p:cNvPicPr>
            <a:picLocks noChangeAspect="1"/>
          </p:cNvPicPr>
          <p:nvPr/>
        </p:nvPicPr>
        <p:blipFill>
          <a:blip r:embed="rId4"/>
          <a:stretch>
            <a:fillRect/>
          </a:stretch>
        </p:blipFill>
        <p:spPr>
          <a:xfrm>
            <a:off x="1097280" y="1591752"/>
            <a:ext cx="411480" cy="411480"/>
          </a:xfrm>
          <a:prstGeom prst="rect">
            <a:avLst/>
          </a:prstGeom>
        </p:spPr>
      </p:pic>
      <p:sp>
        <p:nvSpPr>
          <p:cNvPr id="9" name="Text 5"/>
          <p:cNvSpPr/>
          <p:nvPr/>
        </p:nvSpPr>
        <p:spPr>
          <a:xfrm>
            <a:off x="457200" y="2186112"/>
            <a:ext cx="2468880" cy="365760"/>
          </a:xfrm>
          <a:prstGeom prst="rect">
            <a:avLst/>
          </a:prstGeom>
          <a:noFill/>
          <a:ln/>
        </p:spPr>
        <p:txBody>
          <a:bodyPr wrap="square" lIns="0" tIns="0" rIns="0" bIns="0" rtlCol="0" anchor="ctr"/>
          <a:lstStyle/>
          <a:p>
            <a:pPr marL="0" indent="0">
              <a:buNone/>
            </a:pPr>
            <a:r>
              <a:rPr lang="en-US" sz="1600" b="1" dirty="0">
                <a:solidFill>
                  <a:srgbClr val="00B4D8"/>
                </a:solidFill>
                <a:latin typeface="Trebuchet MS" pitchFamily="34" charset="0"/>
                <a:ea typeface="Trebuchet MS" pitchFamily="34" charset="-122"/>
                <a:cs typeface="Trebuchet MS" pitchFamily="34" charset="-120"/>
              </a:rPr>
              <a:t>Humans Define Intent</a:t>
            </a:r>
            <a:endParaRPr lang="en-US" sz="1600" dirty="0"/>
          </a:p>
        </p:txBody>
      </p:sp>
      <p:sp>
        <p:nvSpPr>
          <p:cNvPr id="10" name="Text 6"/>
          <p:cNvSpPr/>
          <p:nvPr/>
        </p:nvSpPr>
        <p:spPr>
          <a:xfrm>
            <a:off x="457200" y="2597592"/>
            <a:ext cx="2468880" cy="1143000"/>
          </a:xfrm>
          <a:prstGeom prst="rect">
            <a:avLst/>
          </a:prstGeom>
          <a:noFill/>
          <a:ln/>
        </p:spPr>
        <p:txBody>
          <a:bodyPr wrap="square" lIns="0" tIns="0" rIns="0" bIns="0" rtlCol="0" anchor="ctr"/>
          <a:lstStyle/>
          <a:p>
            <a:pPr marL="0" indent="0">
              <a:buNone/>
            </a:pPr>
            <a:r>
              <a:rPr lang="en-US" sz="1050" dirty="0">
                <a:solidFill>
                  <a:srgbClr val="CAD2C5"/>
                </a:solidFill>
                <a:latin typeface="Calibri" pitchFamily="34" charset="0"/>
                <a:ea typeface="Calibri" pitchFamily="34" charset="-122"/>
                <a:cs typeface="Calibri" pitchFamily="34" charset="-120"/>
              </a:rPr>
              <a:t>Directors set what the company wants: outcomes, constraints, risk tolerance. They express intent — not commands. They never touch a workflow or approve a routine task.</a:t>
            </a:r>
          </a:p>
          <a:p>
            <a:pPr marL="0" indent="0">
              <a:buNone/>
            </a:pPr>
            <a:endParaRPr lang="en-US" sz="1050" dirty="0">
              <a:solidFill>
                <a:srgbClr val="CAD2C5"/>
              </a:solidFill>
              <a:latin typeface="Calibri" pitchFamily="34" charset="0"/>
              <a:ea typeface="Calibri" pitchFamily="34" charset="-122"/>
              <a:cs typeface="Calibri" pitchFamily="34" charset="-120"/>
            </a:endParaRPr>
          </a:p>
          <a:p>
            <a:pPr marL="0" indent="0">
              <a:buNone/>
            </a:pPr>
            <a:r>
              <a:rPr lang="en-US" sz="1050" dirty="0">
                <a:solidFill>
                  <a:srgbClr val="CAD2C5"/>
                </a:solidFill>
                <a:latin typeface="Calibri" pitchFamily="34" charset="0"/>
                <a:ea typeface="Calibri" pitchFamily="34" charset="-122"/>
                <a:cs typeface="Calibri" pitchFamily="34" charset="-120"/>
              </a:rPr>
              <a:t>ADAM has an Exception Economy that strategically governs human involvement at scale: Exceptions &amp; Innovation.</a:t>
            </a:r>
            <a:endParaRPr lang="en-US" sz="1050" dirty="0"/>
          </a:p>
        </p:txBody>
      </p:sp>
      <p:sp>
        <p:nvSpPr>
          <p:cNvPr id="11" name="Shape 7"/>
          <p:cNvSpPr/>
          <p:nvPr/>
        </p:nvSpPr>
        <p:spPr>
          <a:xfrm>
            <a:off x="3246120" y="1408872"/>
            <a:ext cx="2743200" cy="3147760"/>
          </a:xfrm>
          <a:prstGeom prst="rect">
            <a:avLst/>
          </a:prstGeom>
          <a:solidFill>
            <a:srgbClr val="1E3A5F"/>
          </a:solidFill>
          <a:ln/>
          <a:effectLst>
            <a:outerShdw blurRad="101600" dist="38100" dir="8100000" algn="bl" rotWithShape="0">
              <a:srgbClr val="000000">
                <a:alpha val="25000"/>
              </a:srgbClr>
            </a:outerShdw>
          </a:effectLst>
        </p:spPr>
      </p:sp>
      <p:sp>
        <p:nvSpPr>
          <p:cNvPr id="12" name="Shape 8"/>
          <p:cNvSpPr/>
          <p:nvPr/>
        </p:nvSpPr>
        <p:spPr>
          <a:xfrm>
            <a:off x="3246120" y="1408872"/>
            <a:ext cx="2743200" cy="54864"/>
          </a:xfrm>
          <a:prstGeom prst="rect">
            <a:avLst/>
          </a:prstGeom>
          <a:solidFill>
            <a:srgbClr val="FFB703"/>
          </a:solidFill>
          <a:ln/>
        </p:spPr>
      </p:sp>
      <p:sp>
        <p:nvSpPr>
          <p:cNvPr id="13" name="Shape 9"/>
          <p:cNvSpPr/>
          <p:nvPr/>
        </p:nvSpPr>
        <p:spPr>
          <a:xfrm>
            <a:off x="3383280" y="1591752"/>
            <a:ext cx="502920" cy="502920"/>
          </a:xfrm>
          <a:prstGeom prst="ellipse">
            <a:avLst/>
          </a:prstGeom>
          <a:solidFill>
            <a:srgbClr val="FFB703"/>
          </a:solidFill>
          <a:ln/>
        </p:spPr>
      </p:sp>
      <p:sp>
        <p:nvSpPr>
          <p:cNvPr id="14" name="Text 10"/>
          <p:cNvSpPr/>
          <p:nvPr/>
        </p:nvSpPr>
        <p:spPr>
          <a:xfrm>
            <a:off x="3383280" y="1591752"/>
            <a:ext cx="502920" cy="502920"/>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2</a:t>
            </a:r>
            <a:endParaRPr lang="en-US" sz="2200" dirty="0"/>
          </a:p>
        </p:txBody>
      </p:sp>
      <p:pic>
        <p:nvPicPr>
          <p:cNvPr id="15" name="Image 2" descr="preencoded.png"/>
          <p:cNvPicPr>
            <a:picLocks noChangeAspect="1"/>
          </p:cNvPicPr>
          <p:nvPr/>
        </p:nvPicPr>
        <p:blipFill>
          <a:blip r:embed="rId5"/>
          <a:stretch>
            <a:fillRect/>
          </a:stretch>
        </p:blipFill>
        <p:spPr>
          <a:xfrm>
            <a:off x="4023360" y="1591752"/>
            <a:ext cx="411480" cy="411480"/>
          </a:xfrm>
          <a:prstGeom prst="rect">
            <a:avLst/>
          </a:prstGeom>
        </p:spPr>
      </p:pic>
      <p:sp>
        <p:nvSpPr>
          <p:cNvPr id="16" name="Text 11"/>
          <p:cNvSpPr/>
          <p:nvPr/>
        </p:nvSpPr>
        <p:spPr>
          <a:xfrm>
            <a:off x="3383280" y="2186112"/>
            <a:ext cx="2468880" cy="365760"/>
          </a:xfrm>
          <a:prstGeom prst="rect">
            <a:avLst/>
          </a:prstGeom>
          <a:noFill/>
          <a:ln/>
        </p:spPr>
        <p:txBody>
          <a:bodyPr wrap="square" lIns="0" tIns="0" rIns="0" bIns="0" rtlCol="0" anchor="ctr"/>
          <a:lstStyle/>
          <a:p>
            <a:pPr marL="0" indent="0">
              <a:buNone/>
            </a:pPr>
            <a:r>
              <a:rPr lang="en-US" sz="1600" b="1" dirty="0">
                <a:solidFill>
                  <a:srgbClr val="FFB703"/>
                </a:solidFill>
                <a:latin typeface="Trebuchet MS" pitchFamily="34" charset="0"/>
                <a:ea typeface="Trebuchet MS" pitchFamily="34" charset="-122"/>
                <a:cs typeface="Trebuchet MS" pitchFamily="34" charset="-120"/>
              </a:rPr>
              <a:t>Machines Execute</a:t>
            </a:r>
            <a:endParaRPr lang="en-US" sz="1600" dirty="0"/>
          </a:p>
        </p:txBody>
      </p:sp>
      <p:sp>
        <p:nvSpPr>
          <p:cNvPr id="17" name="Text 12"/>
          <p:cNvSpPr/>
          <p:nvPr/>
        </p:nvSpPr>
        <p:spPr>
          <a:xfrm>
            <a:off x="3383280" y="2597591"/>
            <a:ext cx="2468880" cy="1759255"/>
          </a:xfrm>
          <a:prstGeom prst="rect">
            <a:avLst/>
          </a:prstGeom>
          <a:noFill/>
          <a:ln/>
        </p:spPr>
        <p:txBody>
          <a:bodyPr wrap="square" lIns="0" tIns="0" rIns="0" bIns="0" rtlCol="0" anchor="ctr"/>
          <a:lstStyle/>
          <a:p>
            <a:pPr marL="0" indent="0">
              <a:buNone/>
            </a:pPr>
            <a:r>
              <a:rPr lang="en-US" sz="1050" dirty="0">
                <a:solidFill>
                  <a:srgbClr val="CAD2C5"/>
                </a:solidFill>
                <a:latin typeface="Calibri" pitchFamily="34" charset="0"/>
                <a:ea typeface="Calibri" pitchFamily="34" charset="-122"/>
                <a:cs typeface="Calibri" pitchFamily="34" charset="-120"/>
              </a:rPr>
              <a:t>A structured mesh of purpose-built agents turns intent into coordinated action. Deterministic orchestration, policy enforcement, recovery built in. Not AI 'figuring it out.’</a:t>
            </a:r>
          </a:p>
          <a:p>
            <a:pPr marL="0" indent="0">
              <a:buNone/>
            </a:pPr>
            <a:endParaRPr lang="en-US" sz="1050" dirty="0">
              <a:solidFill>
                <a:srgbClr val="CAD2C5"/>
              </a:solidFill>
              <a:latin typeface="Calibri" pitchFamily="34" charset="0"/>
              <a:ea typeface="Calibri" pitchFamily="34" charset="-122"/>
              <a:cs typeface="Calibri" pitchFamily="34" charset="-120"/>
            </a:endParaRPr>
          </a:p>
          <a:p>
            <a:pPr marL="0" indent="0">
              <a:buNone/>
            </a:pPr>
            <a:r>
              <a:rPr lang="en-US" sz="1050" dirty="0">
                <a:solidFill>
                  <a:srgbClr val="CAD2C5"/>
                </a:solidFill>
                <a:latin typeface="Calibri" pitchFamily="34" charset="0"/>
                <a:ea typeface="Calibri" pitchFamily="34" charset="-122"/>
                <a:cs typeface="Calibri" pitchFamily="34" charset="-120"/>
              </a:rPr>
              <a:t>Dimensional governance with technical and support ties to 14+ industry and government frameworks.</a:t>
            </a:r>
          </a:p>
          <a:p>
            <a:pPr marL="0" indent="0">
              <a:buNone/>
            </a:pPr>
            <a:endParaRPr lang="en-US" sz="1050" dirty="0">
              <a:solidFill>
                <a:srgbClr val="CAD2C5"/>
              </a:solidFill>
              <a:latin typeface="Calibri" pitchFamily="34" charset="0"/>
              <a:ea typeface="Calibri" pitchFamily="34" charset="-122"/>
              <a:cs typeface="Calibri" pitchFamily="34" charset="-120"/>
            </a:endParaRPr>
          </a:p>
          <a:p>
            <a:pPr marL="0" indent="0">
              <a:buNone/>
            </a:pPr>
            <a:endParaRPr lang="en-US" sz="1050" dirty="0"/>
          </a:p>
        </p:txBody>
      </p:sp>
      <p:sp>
        <p:nvSpPr>
          <p:cNvPr id="18" name="Shape 13"/>
          <p:cNvSpPr/>
          <p:nvPr/>
        </p:nvSpPr>
        <p:spPr>
          <a:xfrm>
            <a:off x="6172200" y="1408872"/>
            <a:ext cx="2743200" cy="3147760"/>
          </a:xfrm>
          <a:prstGeom prst="rect">
            <a:avLst/>
          </a:prstGeom>
          <a:solidFill>
            <a:srgbClr val="1E3A5F"/>
          </a:solidFill>
          <a:ln/>
          <a:effectLst>
            <a:outerShdw blurRad="101600" dist="38100" dir="8100000" algn="bl" rotWithShape="0">
              <a:srgbClr val="000000">
                <a:alpha val="25000"/>
              </a:srgbClr>
            </a:outerShdw>
          </a:effectLst>
        </p:spPr>
      </p:sp>
      <p:sp>
        <p:nvSpPr>
          <p:cNvPr id="19" name="Shape 14"/>
          <p:cNvSpPr/>
          <p:nvPr/>
        </p:nvSpPr>
        <p:spPr>
          <a:xfrm>
            <a:off x="6172200" y="1408872"/>
            <a:ext cx="2743200" cy="54864"/>
          </a:xfrm>
          <a:prstGeom prst="rect">
            <a:avLst/>
          </a:prstGeom>
          <a:solidFill>
            <a:srgbClr val="2A9D8F"/>
          </a:solidFill>
          <a:ln/>
        </p:spPr>
      </p:sp>
      <p:sp>
        <p:nvSpPr>
          <p:cNvPr id="20" name="Shape 15"/>
          <p:cNvSpPr/>
          <p:nvPr/>
        </p:nvSpPr>
        <p:spPr>
          <a:xfrm>
            <a:off x="6309360" y="1591752"/>
            <a:ext cx="502920" cy="502920"/>
          </a:xfrm>
          <a:prstGeom prst="ellipse">
            <a:avLst/>
          </a:prstGeom>
          <a:solidFill>
            <a:srgbClr val="2A9D8F"/>
          </a:solidFill>
          <a:ln/>
        </p:spPr>
      </p:sp>
      <p:sp>
        <p:nvSpPr>
          <p:cNvPr id="21" name="Text 16"/>
          <p:cNvSpPr/>
          <p:nvPr/>
        </p:nvSpPr>
        <p:spPr>
          <a:xfrm>
            <a:off x="6309360" y="1591752"/>
            <a:ext cx="502920" cy="502920"/>
          </a:xfrm>
          <a:prstGeom prst="rect">
            <a:avLst/>
          </a:prstGeom>
          <a:noFill/>
          <a:ln/>
        </p:spPr>
        <p:txBody>
          <a:bodyPr wrap="square" lIns="0" tIns="0" rIns="0" bIns="0" rtlCol="0" anchor="ctr"/>
          <a:lstStyle/>
          <a:p>
            <a:pPr marL="0" indent="0" algn="ctr">
              <a:buNone/>
            </a:pPr>
            <a:r>
              <a:rPr lang="en-US" sz="2200" b="1" dirty="0">
                <a:solidFill>
                  <a:srgbClr val="0D1B2A"/>
                </a:solidFill>
                <a:latin typeface="Trebuchet MS" pitchFamily="34" charset="0"/>
                <a:ea typeface="Trebuchet MS" pitchFamily="34" charset="-122"/>
                <a:cs typeface="Trebuchet MS" pitchFamily="34" charset="-120"/>
              </a:rPr>
              <a:t>3</a:t>
            </a:r>
            <a:endParaRPr lang="en-US" sz="2200" dirty="0"/>
          </a:p>
        </p:txBody>
      </p:sp>
      <p:pic>
        <p:nvPicPr>
          <p:cNvPr id="22" name="Image 3" descr="preencoded.png"/>
          <p:cNvPicPr>
            <a:picLocks noChangeAspect="1"/>
          </p:cNvPicPr>
          <p:nvPr/>
        </p:nvPicPr>
        <p:blipFill>
          <a:blip r:embed="rId6"/>
          <a:stretch>
            <a:fillRect/>
          </a:stretch>
        </p:blipFill>
        <p:spPr>
          <a:xfrm>
            <a:off x="6949440" y="1591752"/>
            <a:ext cx="411480" cy="411480"/>
          </a:xfrm>
          <a:prstGeom prst="rect">
            <a:avLst/>
          </a:prstGeom>
        </p:spPr>
      </p:pic>
      <p:sp>
        <p:nvSpPr>
          <p:cNvPr id="23" name="Text 17"/>
          <p:cNvSpPr/>
          <p:nvPr/>
        </p:nvSpPr>
        <p:spPr>
          <a:xfrm>
            <a:off x="6309360" y="2186112"/>
            <a:ext cx="2514600" cy="365760"/>
          </a:xfrm>
          <a:prstGeom prst="rect">
            <a:avLst/>
          </a:prstGeom>
          <a:noFill/>
          <a:ln/>
        </p:spPr>
        <p:txBody>
          <a:bodyPr wrap="square" lIns="0" tIns="0" rIns="0" bIns="0" rtlCol="0" anchor="ctr"/>
          <a:lstStyle/>
          <a:p>
            <a:pPr marL="0" indent="0">
              <a:buNone/>
            </a:pPr>
            <a:r>
              <a:rPr lang="en-US" sz="1600" b="1" dirty="0">
                <a:solidFill>
                  <a:srgbClr val="2A9D8F"/>
                </a:solidFill>
                <a:latin typeface="Trebuchet MS" pitchFamily="34" charset="0"/>
                <a:ea typeface="Trebuchet MS" pitchFamily="34" charset="-122"/>
                <a:cs typeface="Trebuchet MS" pitchFamily="34" charset="-120"/>
              </a:rPr>
              <a:t>Evidence Proves Everything</a:t>
            </a:r>
            <a:endParaRPr lang="en-US" sz="1600" dirty="0"/>
          </a:p>
        </p:txBody>
      </p:sp>
      <p:sp>
        <p:nvSpPr>
          <p:cNvPr id="24" name="Text 18"/>
          <p:cNvSpPr/>
          <p:nvPr/>
        </p:nvSpPr>
        <p:spPr>
          <a:xfrm>
            <a:off x="6309360" y="2597591"/>
            <a:ext cx="2468880" cy="1367369"/>
          </a:xfrm>
          <a:prstGeom prst="rect">
            <a:avLst/>
          </a:prstGeom>
          <a:noFill/>
          <a:ln/>
        </p:spPr>
        <p:txBody>
          <a:bodyPr wrap="square" lIns="0" tIns="0" rIns="0" bIns="0" rtlCol="0" anchor="ctr"/>
          <a:lstStyle/>
          <a:p>
            <a:pPr marL="0" indent="0">
              <a:buNone/>
            </a:pPr>
            <a:r>
              <a:rPr lang="en-US" sz="1050" dirty="0">
                <a:solidFill>
                  <a:srgbClr val="CAD2C5"/>
                </a:solidFill>
                <a:latin typeface="Calibri" pitchFamily="34" charset="0"/>
                <a:ea typeface="Calibri" pitchFamily="34" charset="-122"/>
                <a:cs typeface="Calibri" pitchFamily="34" charset="-120"/>
              </a:rPr>
              <a:t>Every decision produces governance-grade forensic evidence by construction. Audit = playback, not archaeology. Replayable, tamper-resistant, and regulator-ready.</a:t>
            </a:r>
          </a:p>
          <a:p>
            <a:pPr marL="0" indent="0">
              <a:buNone/>
            </a:pPr>
            <a:endParaRPr lang="en-US" sz="1050" dirty="0">
              <a:solidFill>
                <a:srgbClr val="CAD2C5"/>
              </a:solidFill>
              <a:latin typeface="Calibri" pitchFamily="34" charset="0"/>
              <a:ea typeface="Calibri" pitchFamily="34" charset="-122"/>
              <a:cs typeface="Calibri" pitchFamily="34" charset="-120"/>
            </a:endParaRPr>
          </a:p>
          <a:p>
            <a:pPr marL="0" indent="0">
              <a:buNone/>
            </a:pPr>
            <a:r>
              <a:rPr lang="en-US" sz="1050" dirty="0">
                <a:solidFill>
                  <a:srgbClr val="CAD2C5"/>
                </a:solidFill>
                <a:latin typeface="Calibri" pitchFamily="34" charset="0"/>
                <a:ea typeface="Calibri" pitchFamily="34" charset="-122"/>
                <a:cs typeface="Calibri" pitchFamily="34" charset="-120"/>
              </a:rPr>
              <a:t>The Flight Recorder and Evidence Objects provide replay with cryptographic locks to prove how, why, and what occurred.</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411480" y="137160"/>
            <a:ext cx="6858000" cy="377190"/>
          </a:xfrm>
          <a:prstGeom prst="rect">
            <a:avLst/>
          </a:prstGeom>
          <a:noFill/>
        </p:spPr>
        <p:txBody>
          <a:bodyPr wrap="square"/>
          <a:lstStyle/>
          <a:p>
            <a:pPr defTabSz="342900">
              <a:defRPr sz="2800" b="1">
                <a:solidFill>
                  <a:srgbClr val="FFFFFF"/>
                </a:solidFill>
                <a:latin typeface="Calibri"/>
              </a:defRPr>
            </a:pPr>
            <a:r>
              <a:rPr sz="2100" b="1" dirty="0">
                <a:solidFill>
                  <a:srgbClr val="FFFFFF"/>
                </a:solidFill>
                <a:latin typeface="Calibri"/>
              </a:rPr>
              <a:t>ADAM at a Glance: The Operati</a:t>
            </a:r>
            <a:r>
              <a:rPr lang="en-US" sz="2100" b="1" dirty="0">
                <a:solidFill>
                  <a:srgbClr val="FFFFFF"/>
                </a:solidFill>
                <a:latin typeface="Calibri"/>
              </a:rPr>
              <a:t>on</a:t>
            </a:r>
            <a:r>
              <a:rPr sz="2100" b="1" dirty="0">
                <a:solidFill>
                  <a:srgbClr val="FFFFFF"/>
                </a:solidFill>
                <a:latin typeface="Calibri"/>
              </a:rPr>
              <a:t> Model</a:t>
            </a:r>
          </a:p>
        </p:txBody>
      </p:sp>
      <p:sp>
        <p:nvSpPr>
          <p:cNvPr id="3" name="TextBox 2"/>
          <p:cNvSpPr txBox="1"/>
          <p:nvPr/>
        </p:nvSpPr>
        <p:spPr>
          <a:xfrm>
            <a:off x="411480" y="466344"/>
            <a:ext cx="8229600" cy="205740"/>
          </a:xfrm>
          <a:prstGeom prst="rect">
            <a:avLst/>
          </a:prstGeom>
          <a:noFill/>
        </p:spPr>
        <p:txBody>
          <a:bodyPr wrap="square"/>
          <a:lstStyle/>
          <a:p>
            <a:pPr defTabSz="342900">
              <a:defRPr sz="1100" b="0">
                <a:solidFill>
                  <a:srgbClr val="A0B0C0"/>
                </a:solidFill>
                <a:latin typeface="Calibri"/>
              </a:defRPr>
            </a:pPr>
            <a:r>
              <a:rPr sz="825" dirty="0">
                <a:solidFill>
                  <a:srgbClr val="A0B0C0"/>
                </a:solidFill>
                <a:latin typeface="Calibri"/>
              </a:rPr>
              <a:t>A </a:t>
            </a:r>
            <a:r>
              <a:rPr sz="825" dirty="0">
                <a:solidFill>
                  <a:srgbClr val="FFC000"/>
                </a:solidFill>
                <a:latin typeface="Calibri"/>
              </a:rPr>
              <a:t>constitutional</a:t>
            </a:r>
            <a:r>
              <a:rPr sz="825" dirty="0">
                <a:solidFill>
                  <a:srgbClr val="A0B0C0"/>
                </a:solidFill>
                <a:latin typeface="Calibri"/>
              </a:rPr>
              <a:t>, prescriptive autonomous operation model — sovereign by design, industry-agnostic, implementable today</a:t>
            </a:r>
          </a:p>
        </p:txBody>
      </p:sp>
      <p:sp>
        <p:nvSpPr>
          <p:cNvPr id="4" name="Rounded Rectangle 3"/>
          <p:cNvSpPr/>
          <p:nvPr/>
        </p:nvSpPr>
        <p:spPr>
          <a:xfrm>
            <a:off x="342900" y="788670"/>
            <a:ext cx="2743200" cy="2242566"/>
          </a:xfrm>
          <a:prstGeom prst="roundRect">
            <a:avLst/>
          </a:prstGeom>
          <a:solidFill>
            <a:srgbClr val="162038"/>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2000">
              <a:solidFill>
                <a:prstClr val="white"/>
              </a:solidFill>
              <a:latin typeface="Calibri"/>
            </a:endParaRPr>
          </a:p>
        </p:txBody>
      </p:sp>
      <p:sp>
        <p:nvSpPr>
          <p:cNvPr id="5" name="TextBox 4"/>
          <p:cNvSpPr txBox="1"/>
          <p:nvPr/>
        </p:nvSpPr>
        <p:spPr>
          <a:xfrm>
            <a:off x="555498" y="781812"/>
            <a:ext cx="2400300" cy="205740"/>
          </a:xfrm>
          <a:prstGeom prst="rect">
            <a:avLst/>
          </a:prstGeom>
          <a:noFill/>
        </p:spPr>
        <p:txBody>
          <a:bodyPr wrap="square"/>
          <a:lstStyle/>
          <a:p>
            <a:pPr defTabSz="342900">
              <a:defRPr sz="1200" b="1">
                <a:solidFill>
                  <a:srgbClr val="00B4D8"/>
                </a:solidFill>
                <a:latin typeface="Calibri"/>
              </a:defRPr>
            </a:pPr>
            <a:r>
              <a:rPr sz="1400" b="1" dirty="0">
                <a:solidFill>
                  <a:srgbClr val="00B4D8"/>
                </a:solidFill>
                <a:latin typeface="Calibri"/>
              </a:rPr>
              <a:t>WHAT ADAM IS</a:t>
            </a:r>
          </a:p>
        </p:txBody>
      </p:sp>
      <p:sp>
        <p:nvSpPr>
          <p:cNvPr id="6" name="TextBox 5"/>
          <p:cNvSpPr txBox="1"/>
          <p:nvPr/>
        </p:nvSpPr>
        <p:spPr>
          <a:xfrm>
            <a:off x="437708" y="1069848"/>
            <a:ext cx="2400300" cy="1796796"/>
          </a:xfrm>
          <a:prstGeom prst="rect">
            <a:avLst/>
          </a:prstGeom>
          <a:noFill/>
        </p:spPr>
        <p:txBody>
          <a:bodyPr wrap="square"/>
          <a:lstStyle/>
          <a:p>
            <a:pPr defTabSz="342900">
              <a:spcAft>
                <a:spcPts val="150"/>
              </a:spcAft>
              <a:defRPr sz="1000" b="1">
                <a:solidFill>
                  <a:srgbClr val="FFFFFF"/>
                </a:solidFill>
                <a:latin typeface="Calibri"/>
              </a:defRPr>
            </a:pPr>
            <a:r>
              <a:rPr sz="900" b="1" u="sng" dirty="0">
                <a:solidFill>
                  <a:srgbClr val="FFFFFF"/>
                </a:solidFill>
                <a:latin typeface="Calibri"/>
              </a:rPr>
              <a:t>Constitutional operating model for autonomous enterprises</a:t>
            </a:r>
          </a:p>
          <a:p>
            <a:pPr defTabSz="342900">
              <a:spcAft>
                <a:spcPts val="150"/>
              </a:spcAft>
              <a:defRPr sz="400" b="0">
                <a:solidFill>
                  <a:srgbClr val="162038"/>
                </a:solidFill>
                <a:latin typeface="Calibri"/>
              </a:defRPr>
            </a:pPr>
            <a:endParaRPr sz="600" dirty="0">
              <a:solidFill>
                <a:srgbClr val="162038"/>
              </a:solidFill>
              <a:latin typeface="Calibri"/>
            </a:endParaRPr>
          </a:p>
          <a:p>
            <a:pPr marL="128588" indent="-128588" defTabSz="342900">
              <a:spcAft>
                <a:spcPts val="150"/>
              </a:spcAft>
              <a:buFont typeface="Arial" panose="020B0604020202020204" pitchFamily="34" charset="0"/>
              <a:buChar char="•"/>
              <a:defRPr sz="1000" b="0">
                <a:solidFill>
                  <a:srgbClr val="E8ECF0"/>
                </a:solidFill>
                <a:latin typeface="Calibri"/>
              </a:defRPr>
            </a:pPr>
            <a:r>
              <a:rPr sz="900" dirty="0">
                <a:solidFill>
                  <a:srgbClr val="E8ECF0"/>
                </a:solidFill>
                <a:latin typeface="Calibri"/>
              </a:rPr>
              <a:t>Humans govern INTENT, not execution</a:t>
            </a:r>
          </a:p>
          <a:p>
            <a:pPr marL="128588" indent="-128588" defTabSz="342900">
              <a:spcAft>
                <a:spcPts val="150"/>
              </a:spcAft>
              <a:buFont typeface="Arial" panose="020B0604020202020204" pitchFamily="34" charset="0"/>
              <a:buChar char="•"/>
              <a:defRPr sz="1000" b="0">
                <a:solidFill>
                  <a:srgbClr val="E8ECF0"/>
                </a:solidFill>
                <a:latin typeface="Calibri"/>
              </a:defRPr>
            </a:pPr>
            <a:r>
              <a:rPr sz="900" dirty="0">
                <a:solidFill>
                  <a:srgbClr val="E8ECF0"/>
                </a:solidFill>
                <a:latin typeface="Calibri"/>
              </a:rPr>
              <a:t>5-7 directors manage exceptions</a:t>
            </a:r>
            <a:r>
              <a:rPr lang="en-US" sz="900" dirty="0">
                <a:solidFill>
                  <a:srgbClr val="E8ECF0"/>
                </a:solidFill>
                <a:latin typeface="Calibri"/>
              </a:rPr>
              <a:t> &amp; Innovation</a:t>
            </a:r>
            <a:endParaRPr sz="900" dirty="0">
              <a:solidFill>
                <a:srgbClr val="E8ECF0"/>
              </a:solidFill>
              <a:latin typeface="Calibri"/>
            </a:endParaRPr>
          </a:p>
          <a:p>
            <a:pPr marL="128588" indent="-128588" defTabSz="342900">
              <a:spcAft>
                <a:spcPts val="150"/>
              </a:spcAft>
              <a:buFont typeface="Arial" panose="020B0604020202020204" pitchFamily="34" charset="0"/>
              <a:buChar char="•"/>
              <a:defRPr sz="1000" b="0">
                <a:solidFill>
                  <a:srgbClr val="E8ECF0"/>
                </a:solidFill>
                <a:latin typeface="Calibri"/>
              </a:defRPr>
            </a:pPr>
            <a:r>
              <a:rPr sz="900" dirty="0">
                <a:solidFill>
                  <a:srgbClr val="E8ECF0"/>
                </a:solidFill>
                <a:latin typeface="Calibri"/>
              </a:rPr>
              <a:t>Autonomy bounded by doctrine</a:t>
            </a:r>
          </a:p>
          <a:p>
            <a:pPr marL="128588" indent="-128588" defTabSz="342900">
              <a:spcAft>
                <a:spcPts val="150"/>
              </a:spcAft>
              <a:buFont typeface="Arial" panose="020B0604020202020204" pitchFamily="34" charset="0"/>
              <a:buChar char="•"/>
              <a:defRPr sz="1000" b="0">
                <a:solidFill>
                  <a:srgbClr val="E8ECF0"/>
                </a:solidFill>
                <a:latin typeface="Calibri"/>
              </a:defRPr>
            </a:pPr>
            <a:r>
              <a:rPr sz="900" dirty="0">
                <a:solidFill>
                  <a:srgbClr val="E8ECF0"/>
                </a:solidFill>
                <a:latin typeface="Calibri"/>
              </a:rPr>
              <a:t>Evidence-first: every action provable</a:t>
            </a:r>
          </a:p>
          <a:p>
            <a:pPr marL="128588" indent="-128588" defTabSz="342900">
              <a:spcAft>
                <a:spcPts val="150"/>
              </a:spcAft>
              <a:buFont typeface="Arial" panose="020B0604020202020204" pitchFamily="34" charset="0"/>
              <a:buChar char="•"/>
              <a:defRPr sz="1000" b="0">
                <a:solidFill>
                  <a:srgbClr val="E8ECF0"/>
                </a:solidFill>
                <a:latin typeface="Calibri"/>
              </a:defRPr>
            </a:pPr>
            <a:r>
              <a:rPr sz="900" dirty="0">
                <a:solidFill>
                  <a:srgbClr val="E8ECF0"/>
                </a:solidFill>
                <a:latin typeface="Calibri"/>
              </a:rPr>
              <a:t>Sovereign by design, </a:t>
            </a:r>
            <a:endParaRPr lang="en-US" sz="900" dirty="0">
              <a:solidFill>
                <a:srgbClr val="E8ECF0"/>
              </a:solidFill>
              <a:latin typeface="Calibri"/>
            </a:endParaRPr>
          </a:p>
          <a:p>
            <a:pPr marL="128588" indent="-128588" defTabSz="342900">
              <a:spcAft>
                <a:spcPts val="150"/>
              </a:spcAft>
              <a:buFont typeface="Arial" panose="020B0604020202020204" pitchFamily="34" charset="0"/>
              <a:buChar char="•"/>
              <a:defRPr sz="1000" b="0">
                <a:solidFill>
                  <a:srgbClr val="E8ECF0"/>
                </a:solidFill>
                <a:latin typeface="Calibri"/>
              </a:defRPr>
            </a:pPr>
            <a:r>
              <a:rPr lang="en-US" sz="900" dirty="0">
                <a:solidFill>
                  <a:srgbClr val="E8ECF0"/>
                </a:solidFill>
                <a:latin typeface="Calibri"/>
              </a:rPr>
              <a:t>V</a:t>
            </a:r>
            <a:r>
              <a:rPr sz="900" dirty="0">
                <a:solidFill>
                  <a:srgbClr val="E8ECF0"/>
                </a:solidFill>
                <a:latin typeface="Calibri"/>
              </a:rPr>
              <a:t>endor-neutral</a:t>
            </a:r>
            <a:r>
              <a:rPr lang="en-US" sz="900" dirty="0">
                <a:solidFill>
                  <a:srgbClr val="E8ECF0"/>
                </a:solidFill>
                <a:latin typeface="Calibri"/>
              </a:rPr>
              <a:t>, Product-agnostic</a:t>
            </a:r>
            <a:endParaRPr sz="900" dirty="0">
              <a:solidFill>
                <a:srgbClr val="E8ECF0"/>
              </a:solidFill>
              <a:latin typeface="Calibri"/>
            </a:endParaRPr>
          </a:p>
          <a:p>
            <a:pPr defTabSz="342900">
              <a:spcAft>
                <a:spcPts val="150"/>
              </a:spcAft>
              <a:defRPr sz="1000" b="0">
                <a:solidFill>
                  <a:srgbClr val="FF8C42"/>
                </a:solidFill>
                <a:latin typeface="Calibri"/>
              </a:defRPr>
            </a:pPr>
            <a:r>
              <a:rPr sz="900" dirty="0">
                <a:solidFill>
                  <a:srgbClr val="FF8C42"/>
                </a:solidFill>
                <a:latin typeface="Calibri"/>
              </a:rPr>
              <a:t>Not a legal person, not a DAO, not a chatbot framework</a:t>
            </a:r>
          </a:p>
        </p:txBody>
      </p:sp>
      <p:sp>
        <p:nvSpPr>
          <p:cNvPr id="7" name="Rounded Rectangle 6"/>
          <p:cNvSpPr/>
          <p:nvPr/>
        </p:nvSpPr>
        <p:spPr>
          <a:xfrm>
            <a:off x="3223260" y="788670"/>
            <a:ext cx="2743200" cy="2242566"/>
          </a:xfrm>
          <a:prstGeom prst="roundRect">
            <a:avLst/>
          </a:prstGeom>
          <a:solidFill>
            <a:srgbClr val="162038"/>
          </a:solidFill>
          <a:ln w="1905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2000">
              <a:solidFill>
                <a:prstClr val="white"/>
              </a:solidFill>
              <a:latin typeface="Calibri"/>
            </a:endParaRPr>
          </a:p>
        </p:txBody>
      </p:sp>
      <p:sp>
        <p:nvSpPr>
          <p:cNvPr id="8" name="TextBox 7"/>
          <p:cNvSpPr txBox="1"/>
          <p:nvPr/>
        </p:nvSpPr>
        <p:spPr>
          <a:xfrm>
            <a:off x="3435858" y="781812"/>
            <a:ext cx="2400300" cy="205740"/>
          </a:xfrm>
          <a:prstGeom prst="rect">
            <a:avLst/>
          </a:prstGeom>
          <a:noFill/>
        </p:spPr>
        <p:txBody>
          <a:bodyPr wrap="square"/>
          <a:lstStyle/>
          <a:p>
            <a:pPr defTabSz="342900">
              <a:defRPr sz="1200" b="1">
                <a:solidFill>
                  <a:srgbClr val="FF8C42"/>
                </a:solidFill>
                <a:latin typeface="Calibri"/>
              </a:defRPr>
            </a:pPr>
            <a:r>
              <a:rPr sz="1400" b="1" dirty="0">
                <a:solidFill>
                  <a:srgbClr val="FF8C42"/>
                </a:solidFill>
                <a:latin typeface="Calibri"/>
              </a:rPr>
              <a:t>THE DOCTRINE (CORE)</a:t>
            </a:r>
          </a:p>
        </p:txBody>
      </p:sp>
      <p:sp>
        <p:nvSpPr>
          <p:cNvPr id="9" name="TextBox 8"/>
          <p:cNvSpPr txBox="1"/>
          <p:nvPr/>
        </p:nvSpPr>
        <p:spPr>
          <a:xfrm>
            <a:off x="3318068" y="1069848"/>
            <a:ext cx="2400300" cy="1796796"/>
          </a:xfrm>
          <a:prstGeom prst="rect">
            <a:avLst/>
          </a:prstGeom>
          <a:noFill/>
        </p:spPr>
        <p:txBody>
          <a:bodyPr wrap="square"/>
          <a:lstStyle/>
          <a:p>
            <a:pPr defTabSz="342900">
              <a:spcAft>
                <a:spcPts val="150"/>
              </a:spcAft>
              <a:defRPr sz="1000" b="1">
                <a:solidFill>
                  <a:srgbClr val="FFFFFF"/>
                </a:solidFill>
                <a:latin typeface="Calibri"/>
              </a:defRPr>
            </a:pPr>
            <a:r>
              <a:rPr sz="900" b="1" dirty="0">
                <a:solidFill>
                  <a:srgbClr val="FFFFFF"/>
                </a:solidFill>
                <a:latin typeface="Calibri"/>
              </a:rPr>
              <a:t>CORE = Culture, Objectives, Rules, Expectations</a:t>
            </a:r>
          </a:p>
          <a:p>
            <a:pPr defTabSz="342900">
              <a:spcAft>
                <a:spcPts val="150"/>
              </a:spcAft>
              <a:defRPr sz="400" b="0">
                <a:solidFill>
                  <a:srgbClr val="162038"/>
                </a:solidFill>
                <a:latin typeface="Calibri"/>
              </a:defRPr>
            </a:pPr>
            <a:endParaRPr sz="600" dirty="0">
              <a:solidFill>
                <a:srgbClr val="162038"/>
              </a:solidFill>
              <a:latin typeface="Calibri"/>
            </a:endParaRPr>
          </a:p>
          <a:p>
            <a:pPr defTabSz="342900">
              <a:spcAft>
                <a:spcPts val="150"/>
              </a:spcAft>
              <a:defRPr sz="1000" b="0">
                <a:solidFill>
                  <a:srgbClr val="E8ECF0"/>
                </a:solidFill>
                <a:latin typeface="Calibri"/>
              </a:defRPr>
            </a:pPr>
            <a:r>
              <a:rPr sz="900" u="sng" dirty="0">
                <a:solidFill>
                  <a:srgbClr val="E8ECF0"/>
                </a:solidFill>
                <a:latin typeface="Calibri"/>
              </a:rPr>
              <a:t>Machine-readable semantic graph of company identity</a:t>
            </a:r>
            <a:r>
              <a:rPr lang="en-US" sz="900" u="sng" dirty="0">
                <a:solidFill>
                  <a:srgbClr val="E8ECF0"/>
                </a:solidFill>
                <a:latin typeface="Calibri"/>
              </a:rPr>
              <a:t> (DNA)</a:t>
            </a:r>
            <a:endParaRPr sz="900" u="sng" dirty="0">
              <a:solidFill>
                <a:srgbClr val="E8ECF0"/>
              </a:solidFill>
              <a:latin typeface="Calibri"/>
            </a:endParaRPr>
          </a:p>
          <a:p>
            <a:pPr marL="128588" indent="-128588" defTabSz="342900">
              <a:spcAft>
                <a:spcPts val="150"/>
              </a:spcAft>
              <a:buFont typeface="Arial" panose="020B0604020202020204" pitchFamily="34" charset="0"/>
              <a:buChar char="•"/>
              <a:defRPr sz="1000" b="0">
                <a:solidFill>
                  <a:srgbClr val="E8ECF0"/>
                </a:solidFill>
                <a:latin typeface="Calibri"/>
              </a:defRPr>
            </a:pPr>
            <a:r>
              <a:rPr sz="900" dirty="0">
                <a:solidFill>
                  <a:srgbClr val="E8ECF0"/>
                </a:solidFill>
                <a:latin typeface="Calibri"/>
              </a:rPr>
              <a:t>Live configuration, not static document</a:t>
            </a:r>
          </a:p>
          <a:p>
            <a:pPr marL="128588" indent="-128588" defTabSz="342900">
              <a:spcAft>
                <a:spcPts val="150"/>
              </a:spcAft>
              <a:buFont typeface="Arial" panose="020B0604020202020204" pitchFamily="34" charset="0"/>
              <a:buChar char="•"/>
              <a:defRPr sz="1000" b="0">
                <a:solidFill>
                  <a:srgbClr val="E8ECF0"/>
                </a:solidFill>
                <a:latin typeface="Calibri"/>
              </a:defRPr>
            </a:pPr>
            <a:r>
              <a:rPr sz="900" dirty="0">
                <a:solidFill>
                  <a:srgbClr val="E8ECF0"/>
                </a:solidFill>
                <a:latin typeface="Calibri"/>
              </a:rPr>
              <a:t>Versioned, testable, </a:t>
            </a:r>
            <a:r>
              <a:rPr sz="900" dirty="0" err="1">
                <a:solidFill>
                  <a:srgbClr val="E8ECF0"/>
                </a:solidFill>
                <a:latin typeface="Calibri"/>
              </a:rPr>
              <a:t>rollbackable</a:t>
            </a:r>
            <a:endParaRPr sz="900" dirty="0">
              <a:solidFill>
                <a:srgbClr val="E8ECF0"/>
              </a:solidFill>
              <a:latin typeface="Calibri"/>
            </a:endParaRPr>
          </a:p>
          <a:p>
            <a:pPr marL="128588" indent="-128588" defTabSz="342900">
              <a:spcAft>
                <a:spcPts val="150"/>
              </a:spcAft>
              <a:buFont typeface="Arial" panose="020B0604020202020204" pitchFamily="34" charset="0"/>
              <a:buChar char="•"/>
              <a:defRPr sz="1000" b="0">
                <a:solidFill>
                  <a:srgbClr val="E8ECF0"/>
                </a:solidFill>
                <a:latin typeface="Calibri"/>
              </a:defRPr>
            </a:pPr>
            <a:r>
              <a:rPr sz="900" dirty="0">
                <a:solidFill>
                  <a:srgbClr val="E8ECF0"/>
                </a:solidFill>
                <a:latin typeface="Calibri"/>
              </a:rPr>
              <a:t>Subgraphs: Financial, Rights, Customer,</a:t>
            </a:r>
            <a:r>
              <a:rPr lang="en-US" sz="900" dirty="0">
                <a:solidFill>
                  <a:srgbClr val="E8ECF0"/>
                </a:solidFill>
                <a:latin typeface="Calibri"/>
              </a:rPr>
              <a:t> </a:t>
            </a:r>
            <a:r>
              <a:rPr sz="900" dirty="0">
                <a:solidFill>
                  <a:srgbClr val="E8ECF0"/>
                </a:solidFill>
                <a:latin typeface="Calibri"/>
              </a:rPr>
              <a:t>Regulatory, Supplier, Strategy Drif</a:t>
            </a:r>
            <a:r>
              <a:rPr lang="en-US" sz="900" dirty="0">
                <a:solidFill>
                  <a:srgbClr val="E8ECF0"/>
                </a:solidFill>
                <a:latin typeface="Calibri"/>
              </a:rPr>
              <a:t>t</a:t>
            </a:r>
          </a:p>
          <a:p>
            <a:pPr marL="128588" indent="-128588" defTabSz="342900">
              <a:spcAft>
                <a:spcPts val="150"/>
              </a:spcAft>
              <a:buFont typeface="Arial" panose="020B0604020202020204" pitchFamily="34" charset="0"/>
              <a:buChar char="•"/>
              <a:defRPr sz="1000" b="0">
                <a:solidFill>
                  <a:srgbClr val="E8ECF0"/>
                </a:solidFill>
                <a:latin typeface="Calibri"/>
              </a:defRPr>
            </a:pPr>
            <a:r>
              <a:rPr lang="en-US" sz="900" dirty="0">
                <a:solidFill>
                  <a:srgbClr val="E8ECF0"/>
                </a:solidFill>
                <a:latin typeface="Calibri"/>
              </a:rPr>
              <a:t>Not just a concept, book – All ADAM docs are ready for AI feed for actual creation</a:t>
            </a:r>
          </a:p>
          <a:p>
            <a:pPr defTabSz="342900">
              <a:spcAft>
                <a:spcPts val="150"/>
              </a:spcAft>
              <a:defRPr sz="1000" b="0">
                <a:solidFill>
                  <a:srgbClr val="FFD600"/>
                </a:solidFill>
                <a:latin typeface="Calibri"/>
              </a:defRPr>
            </a:pPr>
            <a:endParaRPr lang="en-US" sz="900" dirty="0">
              <a:solidFill>
                <a:srgbClr val="FFD600"/>
              </a:solidFill>
              <a:latin typeface="Calibri"/>
            </a:endParaRPr>
          </a:p>
        </p:txBody>
      </p:sp>
      <p:sp>
        <p:nvSpPr>
          <p:cNvPr id="10" name="Rounded Rectangle 9"/>
          <p:cNvSpPr/>
          <p:nvPr/>
        </p:nvSpPr>
        <p:spPr>
          <a:xfrm>
            <a:off x="6103620" y="788670"/>
            <a:ext cx="2674620" cy="2242566"/>
          </a:xfrm>
          <a:prstGeom prst="roundRect">
            <a:avLst/>
          </a:prstGeom>
          <a:solidFill>
            <a:srgbClr val="162038"/>
          </a:solidFill>
          <a:ln w="1905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2000">
              <a:solidFill>
                <a:prstClr val="white"/>
              </a:solidFill>
              <a:latin typeface="Calibri"/>
            </a:endParaRPr>
          </a:p>
        </p:txBody>
      </p:sp>
      <p:sp>
        <p:nvSpPr>
          <p:cNvPr id="11" name="TextBox 10"/>
          <p:cNvSpPr txBox="1"/>
          <p:nvPr/>
        </p:nvSpPr>
        <p:spPr>
          <a:xfrm>
            <a:off x="6316218" y="781812"/>
            <a:ext cx="2331720" cy="205740"/>
          </a:xfrm>
          <a:prstGeom prst="rect">
            <a:avLst/>
          </a:prstGeom>
          <a:noFill/>
        </p:spPr>
        <p:txBody>
          <a:bodyPr wrap="square"/>
          <a:lstStyle/>
          <a:p>
            <a:pPr defTabSz="342900">
              <a:defRPr sz="1200" b="1">
                <a:solidFill>
                  <a:srgbClr val="00E5A0"/>
                </a:solidFill>
                <a:latin typeface="Calibri"/>
              </a:defRPr>
            </a:pPr>
            <a:r>
              <a:rPr sz="1400" b="1">
                <a:solidFill>
                  <a:srgbClr val="00E5A0"/>
                </a:solidFill>
                <a:latin typeface="Calibri"/>
              </a:rPr>
              <a:t>HUMAN GOVERNANCE</a:t>
            </a:r>
          </a:p>
        </p:txBody>
      </p:sp>
      <p:sp>
        <p:nvSpPr>
          <p:cNvPr id="12" name="TextBox 11"/>
          <p:cNvSpPr txBox="1"/>
          <p:nvPr/>
        </p:nvSpPr>
        <p:spPr>
          <a:xfrm>
            <a:off x="6198428" y="1069848"/>
            <a:ext cx="2331720" cy="1796796"/>
          </a:xfrm>
          <a:prstGeom prst="rect">
            <a:avLst/>
          </a:prstGeom>
          <a:noFill/>
        </p:spPr>
        <p:txBody>
          <a:bodyPr wrap="square"/>
          <a:lstStyle/>
          <a:p>
            <a:pPr defTabSz="342900">
              <a:spcAft>
                <a:spcPts val="150"/>
              </a:spcAft>
              <a:defRPr sz="1000" b="1">
                <a:solidFill>
                  <a:srgbClr val="FFFFFF"/>
                </a:solidFill>
                <a:latin typeface="Calibri"/>
              </a:defRPr>
            </a:pPr>
            <a:r>
              <a:rPr sz="900" b="1" u="sng" dirty="0">
                <a:solidFill>
                  <a:srgbClr val="FFFFFF"/>
                </a:solidFill>
                <a:latin typeface="Calibri"/>
              </a:rPr>
              <a:t>5 accountable directors:</a:t>
            </a:r>
          </a:p>
          <a:p>
            <a:pPr defTabSz="342900">
              <a:spcAft>
                <a:spcPts val="150"/>
              </a:spcAft>
              <a:defRPr sz="400" b="0">
                <a:solidFill>
                  <a:srgbClr val="162038"/>
                </a:solidFill>
                <a:latin typeface="Calibri"/>
              </a:defRPr>
            </a:pPr>
            <a:endParaRPr sz="600" dirty="0">
              <a:solidFill>
                <a:srgbClr val="162038"/>
              </a:solidFill>
              <a:latin typeface="Calibri"/>
            </a:endParaRPr>
          </a:p>
          <a:p>
            <a:pPr marL="128588" indent="-128588" defTabSz="342900">
              <a:spcAft>
                <a:spcPts val="150"/>
              </a:spcAft>
              <a:buFont typeface="Arial" panose="020B0604020202020204" pitchFamily="34" charset="0"/>
              <a:buChar char="•"/>
              <a:defRPr sz="1000" b="0">
                <a:solidFill>
                  <a:srgbClr val="E8ECF0"/>
                </a:solidFill>
                <a:latin typeface="Calibri"/>
              </a:defRPr>
            </a:pPr>
            <a:r>
              <a:rPr sz="900" dirty="0">
                <a:solidFill>
                  <a:srgbClr val="E8ECF0"/>
                </a:solidFill>
                <a:latin typeface="Calibri"/>
              </a:rPr>
              <a:t>CEO — Primary accountability</a:t>
            </a:r>
          </a:p>
          <a:p>
            <a:pPr marL="128588" indent="-128588" defTabSz="342900">
              <a:spcAft>
                <a:spcPts val="150"/>
              </a:spcAft>
              <a:buFont typeface="Arial" panose="020B0604020202020204" pitchFamily="34" charset="0"/>
              <a:buChar char="•"/>
              <a:defRPr sz="1000" b="0">
                <a:solidFill>
                  <a:srgbClr val="E8ECF0"/>
                </a:solidFill>
                <a:latin typeface="Calibri"/>
              </a:defRPr>
            </a:pPr>
            <a:r>
              <a:rPr sz="900" dirty="0">
                <a:solidFill>
                  <a:srgbClr val="E8ECF0"/>
                </a:solidFill>
                <a:latin typeface="Calibri"/>
              </a:rPr>
              <a:t>CFO — Financial stewardship</a:t>
            </a:r>
          </a:p>
          <a:p>
            <a:pPr marL="128588" indent="-128588" defTabSz="342900">
              <a:spcAft>
                <a:spcPts val="150"/>
              </a:spcAft>
              <a:buFont typeface="Arial" panose="020B0604020202020204" pitchFamily="34" charset="0"/>
              <a:buChar char="•"/>
              <a:defRPr sz="1000" b="0">
                <a:solidFill>
                  <a:srgbClr val="E8ECF0"/>
                </a:solidFill>
                <a:latin typeface="Calibri"/>
              </a:defRPr>
            </a:pPr>
            <a:r>
              <a:rPr sz="900" dirty="0">
                <a:solidFill>
                  <a:srgbClr val="E8ECF0"/>
                </a:solidFill>
                <a:latin typeface="Calibri"/>
              </a:rPr>
              <a:t>Legal — Regulatory, risk, liability</a:t>
            </a:r>
          </a:p>
          <a:p>
            <a:pPr marL="128588" indent="-128588" defTabSz="342900">
              <a:spcAft>
                <a:spcPts val="150"/>
              </a:spcAft>
              <a:buFont typeface="Arial" panose="020B0604020202020204" pitchFamily="34" charset="0"/>
              <a:buChar char="•"/>
              <a:defRPr sz="1000" b="0">
                <a:solidFill>
                  <a:srgbClr val="E8ECF0"/>
                </a:solidFill>
                <a:latin typeface="Calibri"/>
              </a:defRPr>
            </a:pPr>
            <a:r>
              <a:rPr sz="900" dirty="0">
                <a:solidFill>
                  <a:srgbClr val="E8ECF0"/>
                </a:solidFill>
                <a:latin typeface="Calibri"/>
              </a:rPr>
              <a:t>Market — Strategy, external posture</a:t>
            </a:r>
          </a:p>
          <a:p>
            <a:pPr marL="128588" indent="-128588" defTabSz="342900">
              <a:spcAft>
                <a:spcPts val="150"/>
              </a:spcAft>
              <a:buFont typeface="Arial" panose="020B0604020202020204" pitchFamily="34" charset="0"/>
              <a:buChar char="•"/>
              <a:defRPr sz="1000" b="0">
                <a:solidFill>
                  <a:srgbClr val="E8ECF0"/>
                </a:solidFill>
                <a:latin typeface="Calibri"/>
              </a:defRPr>
            </a:pPr>
            <a:r>
              <a:rPr sz="900" dirty="0">
                <a:solidFill>
                  <a:srgbClr val="E8ECF0"/>
                </a:solidFill>
                <a:latin typeface="Calibri"/>
              </a:rPr>
              <a:t>CISO — Security &amp; resilience</a:t>
            </a:r>
            <a:endParaRPr lang="en-US" sz="900" dirty="0">
              <a:solidFill>
                <a:srgbClr val="E8ECF0"/>
              </a:solidFill>
              <a:latin typeface="Calibri"/>
            </a:endParaRPr>
          </a:p>
          <a:p>
            <a:pPr marL="128588" indent="-128588" defTabSz="342900">
              <a:spcAft>
                <a:spcPts val="150"/>
              </a:spcAft>
              <a:buFont typeface="Arial" panose="020B0604020202020204" pitchFamily="34" charset="0"/>
              <a:buChar char="•"/>
              <a:defRPr sz="1000" b="0">
                <a:solidFill>
                  <a:srgbClr val="E8ECF0"/>
                </a:solidFill>
                <a:latin typeface="Calibri"/>
              </a:defRPr>
            </a:pPr>
            <a:r>
              <a:rPr lang="en-US" sz="900" dirty="0">
                <a:solidFill>
                  <a:srgbClr val="E8ECF0"/>
                </a:solidFill>
                <a:latin typeface="Calibri"/>
              </a:rPr>
              <a:t>CPO – Product &amp; Innovation (Optional)</a:t>
            </a:r>
          </a:p>
          <a:p>
            <a:pPr defTabSz="342900">
              <a:spcAft>
                <a:spcPts val="150"/>
              </a:spcAft>
              <a:defRPr sz="1000" b="0">
                <a:solidFill>
                  <a:srgbClr val="E8ECF0"/>
                </a:solidFill>
                <a:latin typeface="Calibri"/>
              </a:defRPr>
            </a:pPr>
            <a:endParaRPr lang="en-US" sz="900" dirty="0">
              <a:solidFill>
                <a:srgbClr val="E8ECF0"/>
              </a:solidFill>
              <a:latin typeface="Calibri"/>
            </a:endParaRPr>
          </a:p>
        </p:txBody>
      </p:sp>
      <p:sp>
        <p:nvSpPr>
          <p:cNvPr id="13" name="Rounded Rectangle 12"/>
          <p:cNvSpPr/>
          <p:nvPr/>
        </p:nvSpPr>
        <p:spPr>
          <a:xfrm>
            <a:off x="342900" y="3188970"/>
            <a:ext cx="1597914" cy="1028700"/>
          </a:xfrm>
          <a:prstGeom prst="roundRect">
            <a:avLst/>
          </a:prstGeom>
          <a:solidFill>
            <a:srgbClr val="162038"/>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14" name="Rectangle 13"/>
          <p:cNvSpPr/>
          <p:nvPr/>
        </p:nvSpPr>
        <p:spPr>
          <a:xfrm>
            <a:off x="342900" y="3188970"/>
            <a:ext cx="1597914" cy="27432"/>
          </a:xfrm>
          <a:prstGeom prst="rect">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2000">
              <a:solidFill>
                <a:prstClr val="white"/>
              </a:solidFill>
              <a:latin typeface="Calibri"/>
            </a:endParaRPr>
          </a:p>
        </p:txBody>
      </p:sp>
      <p:sp>
        <p:nvSpPr>
          <p:cNvPr id="15" name="TextBox 14"/>
          <p:cNvSpPr txBox="1"/>
          <p:nvPr/>
        </p:nvSpPr>
        <p:spPr>
          <a:xfrm>
            <a:off x="417134" y="3271266"/>
            <a:ext cx="1441384" cy="171450"/>
          </a:xfrm>
          <a:prstGeom prst="rect">
            <a:avLst/>
          </a:prstGeom>
          <a:noFill/>
        </p:spPr>
        <p:txBody>
          <a:bodyPr wrap="square"/>
          <a:lstStyle/>
          <a:p>
            <a:pPr defTabSz="342900">
              <a:defRPr sz="950" b="1">
                <a:solidFill>
                  <a:srgbClr val="00B4D8"/>
                </a:solidFill>
                <a:latin typeface="Calibri"/>
              </a:defRPr>
            </a:pPr>
            <a:r>
              <a:rPr sz="1000" b="1" dirty="0">
                <a:solidFill>
                  <a:srgbClr val="00B4D8"/>
                </a:solidFill>
                <a:latin typeface="Calibri"/>
              </a:rPr>
              <a:t>EXCEPTION ECONOMY</a:t>
            </a:r>
          </a:p>
        </p:txBody>
      </p:sp>
      <p:sp>
        <p:nvSpPr>
          <p:cNvPr id="16" name="TextBox 15"/>
          <p:cNvSpPr txBox="1"/>
          <p:nvPr/>
        </p:nvSpPr>
        <p:spPr>
          <a:xfrm>
            <a:off x="334837" y="3477006"/>
            <a:ext cx="1623059" cy="651510"/>
          </a:xfrm>
          <a:prstGeom prst="rect">
            <a:avLst/>
          </a:prstGeom>
          <a:noFill/>
        </p:spPr>
        <p:txBody>
          <a:bodyPr wrap="square"/>
          <a:lstStyle/>
          <a:p>
            <a:pPr defTabSz="342900">
              <a:defRPr sz="900" b="0">
                <a:solidFill>
                  <a:srgbClr val="A0B0C0"/>
                </a:solidFill>
                <a:latin typeface="Calibri"/>
              </a:defRPr>
            </a:pPr>
            <a:r>
              <a:rPr lang="en-US" sz="825" dirty="0">
                <a:solidFill>
                  <a:srgbClr val="A0B0C0"/>
                </a:solidFill>
                <a:latin typeface="Calibri"/>
              </a:rPr>
              <a:t>Autonomy FIRST</a:t>
            </a:r>
            <a:r>
              <a:rPr sz="825" dirty="0">
                <a:solidFill>
                  <a:srgbClr val="A0B0C0"/>
                </a:solidFill>
                <a:latin typeface="Calibri"/>
              </a:rPr>
              <a:t>. </a:t>
            </a:r>
            <a:r>
              <a:rPr lang="en-US" sz="825" dirty="0">
                <a:solidFill>
                  <a:srgbClr val="A0B0C0"/>
                </a:solidFill>
                <a:latin typeface="Calibri"/>
              </a:rPr>
              <a:t>Only involve humans if necessary. </a:t>
            </a:r>
            <a:r>
              <a:rPr sz="825" dirty="0">
                <a:solidFill>
                  <a:srgbClr val="A0B0C0"/>
                </a:solidFill>
                <a:latin typeface="Calibri"/>
              </a:rPr>
              <a:t>Humans manage exceptions, not workflows.</a:t>
            </a:r>
          </a:p>
        </p:txBody>
      </p:sp>
      <p:sp>
        <p:nvSpPr>
          <p:cNvPr id="17" name="Rounded Rectangle 16"/>
          <p:cNvSpPr/>
          <p:nvPr/>
        </p:nvSpPr>
        <p:spPr>
          <a:xfrm>
            <a:off x="2084958" y="3188970"/>
            <a:ext cx="1597914" cy="1028700"/>
          </a:xfrm>
          <a:prstGeom prst="roundRect">
            <a:avLst/>
          </a:prstGeom>
          <a:solidFill>
            <a:srgbClr val="162038"/>
          </a:solidFill>
          <a:ln w="19050">
            <a:solidFill>
              <a:srgbClr val="FFD6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18" name="Rectangle 17"/>
          <p:cNvSpPr/>
          <p:nvPr/>
        </p:nvSpPr>
        <p:spPr>
          <a:xfrm>
            <a:off x="2084958" y="3188970"/>
            <a:ext cx="1597914" cy="27432"/>
          </a:xfrm>
          <a:prstGeom prst="rect">
            <a:avLst/>
          </a:prstGeom>
          <a:solidFill>
            <a:srgbClr val="FFD6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2000">
              <a:solidFill>
                <a:prstClr val="white"/>
              </a:solidFill>
              <a:latin typeface="Calibri"/>
            </a:endParaRPr>
          </a:p>
        </p:txBody>
      </p:sp>
      <p:sp>
        <p:nvSpPr>
          <p:cNvPr id="19" name="TextBox 18"/>
          <p:cNvSpPr txBox="1"/>
          <p:nvPr/>
        </p:nvSpPr>
        <p:spPr>
          <a:xfrm>
            <a:off x="2159192" y="3271266"/>
            <a:ext cx="1441384" cy="171450"/>
          </a:xfrm>
          <a:prstGeom prst="rect">
            <a:avLst/>
          </a:prstGeom>
          <a:noFill/>
        </p:spPr>
        <p:txBody>
          <a:bodyPr wrap="square"/>
          <a:lstStyle/>
          <a:p>
            <a:pPr defTabSz="342900">
              <a:defRPr sz="950" b="1">
                <a:solidFill>
                  <a:srgbClr val="FFD600"/>
                </a:solidFill>
                <a:latin typeface="Calibri"/>
              </a:defRPr>
            </a:pPr>
            <a:r>
              <a:rPr sz="1000" b="1">
                <a:solidFill>
                  <a:srgbClr val="FFD600"/>
                </a:solidFill>
                <a:latin typeface="Calibri"/>
              </a:rPr>
              <a:t>BOSS SCORING</a:t>
            </a:r>
          </a:p>
        </p:txBody>
      </p:sp>
      <p:sp>
        <p:nvSpPr>
          <p:cNvPr id="20" name="TextBox 19"/>
          <p:cNvSpPr txBox="1"/>
          <p:nvPr/>
        </p:nvSpPr>
        <p:spPr>
          <a:xfrm>
            <a:off x="2076895" y="3477006"/>
            <a:ext cx="1623059" cy="651510"/>
          </a:xfrm>
          <a:prstGeom prst="rect">
            <a:avLst/>
          </a:prstGeom>
          <a:noFill/>
        </p:spPr>
        <p:txBody>
          <a:bodyPr wrap="square"/>
          <a:lstStyle/>
          <a:p>
            <a:pPr defTabSz="342900">
              <a:defRPr sz="900" b="0">
                <a:solidFill>
                  <a:srgbClr val="A0B0C0"/>
                </a:solidFill>
                <a:latin typeface="Calibri"/>
              </a:defRPr>
            </a:pPr>
            <a:r>
              <a:rPr sz="825" dirty="0">
                <a:solidFill>
                  <a:srgbClr val="A0B0C0"/>
                </a:solidFill>
                <a:latin typeface="Calibri"/>
              </a:rPr>
              <a:t>Multi-dimensional 0-100 scoring: Financial, Regulatory, Rights,</a:t>
            </a:r>
            <a:r>
              <a:rPr lang="en-US" sz="825" dirty="0">
                <a:solidFill>
                  <a:srgbClr val="A0B0C0"/>
                </a:solidFill>
                <a:latin typeface="Calibri"/>
              </a:rPr>
              <a:t> Rep,</a:t>
            </a:r>
            <a:r>
              <a:rPr sz="825" dirty="0">
                <a:solidFill>
                  <a:srgbClr val="A0B0C0"/>
                </a:solidFill>
                <a:latin typeface="Calibri"/>
              </a:rPr>
              <a:t> Security, Doctrinal</a:t>
            </a:r>
            <a:r>
              <a:rPr lang="en-US" sz="825" dirty="0">
                <a:solidFill>
                  <a:srgbClr val="A0B0C0"/>
                </a:solidFill>
                <a:latin typeface="Calibri"/>
              </a:rPr>
              <a:t>, Sovereignty</a:t>
            </a:r>
            <a:r>
              <a:rPr sz="825" dirty="0">
                <a:solidFill>
                  <a:srgbClr val="A0B0C0"/>
                </a:solidFill>
                <a:latin typeface="Calibri"/>
              </a:rPr>
              <a:t>. Drives routing &amp; escalation.</a:t>
            </a:r>
          </a:p>
        </p:txBody>
      </p:sp>
      <p:sp>
        <p:nvSpPr>
          <p:cNvPr id="21" name="Rounded Rectangle 20"/>
          <p:cNvSpPr/>
          <p:nvPr/>
        </p:nvSpPr>
        <p:spPr>
          <a:xfrm>
            <a:off x="3782250" y="3188970"/>
            <a:ext cx="1597914" cy="1028700"/>
          </a:xfrm>
          <a:prstGeom prst="roundRect">
            <a:avLst/>
          </a:prstGeom>
          <a:solidFill>
            <a:srgbClr val="162038"/>
          </a:solidFill>
          <a:ln w="19050">
            <a:solidFill>
              <a:srgbClr val="00E576"/>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22" name="Rectangle 21"/>
          <p:cNvSpPr/>
          <p:nvPr/>
        </p:nvSpPr>
        <p:spPr>
          <a:xfrm>
            <a:off x="3782250" y="3188970"/>
            <a:ext cx="1597914" cy="27432"/>
          </a:xfrm>
          <a:prstGeom prst="rect">
            <a:avLst/>
          </a:prstGeom>
          <a:solidFill>
            <a:srgbClr val="00E57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2000">
              <a:solidFill>
                <a:prstClr val="white"/>
              </a:solidFill>
              <a:latin typeface="Calibri"/>
            </a:endParaRPr>
          </a:p>
        </p:txBody>
      </p:sp>
      <p:sp>
        <p:nvSpPr>
          <p:cNvPr id="23" name="TextBox 22"/>
          <p:cNvSpPr txBox="1"/>
          <p:nvPr/>
        </p:nvSpPr>
        <p:spPr>
          <a:xfrm>
            <a:off x="3856484" y="3271266"/>
            <a:ext cx="1441384" cy="171450"/>
          </a:xfrm>
          <a:prstGeom prst="rect">
            <a:avLst/>
          </a:prstGeom>
          <a:noFill/>
        </p:spPr>
        <p:txBody>
          <a:bodyPr wrap="square"/>
          <a:lstStyle/>
          <a:p>
            <a:pPr defTabSz="342900">
              <a:defRPr sz="950" b="1">
                <a:solidFill>
                  <a:srgbClr val="00E576"/>
                </a:solidFill>
                <a:latin typeface="Calibri"/>
              </a:defRPr>
            </a:pPr>
            <a:r>
              <a:rPr sz="1000" b="1">
                <a:solidFill>
                  <a:srgbClr val="00E576"/>
                </a:solidFill>
                <a:latin typeface="Calibri"/>
              </a:rPr>
              <a:t>FLIGHT RECORDER</a:t>
            </a:r>
          </a:p>
        </p:txBody>
      </p:sp>
      <p:sp>
        <p:nvSpPr>
          <p:cNvPr id="24" name="TextBox 23"/>
          <p:cNvSpPr txBox="1"/>
          <p:nvPr/>
        </p:nvSpPr>
        <p:spPr>
          <a:xfrm>
            <a:off x="3774187" y="3477006"/>
            <a:ext cx="1623059" cy="651510"/>
          </a:xfrm>
          <a:prstGeom prst="rect">
            <a:avLst/>
          </a:prstGeom>
          <a:noFill/>
        </p:spPr>
        <p:txBody>
          <a:bodyPr wrap="square"/>
          <a:lstStyle/>
          <a:p>
            <a:pPr defTabSz="342900">
              <a:defRPr sz="900" b="0">
                <a:solidFill>
                  <a:srgbClr val="A0B0C0"/>
                </a:solidFill>
                <a:latin typeface="Calibri"/>
              </a:defRPr>
            </a:pPr>
            <a:r>
              <a:rPr sz="825">
                <a:solidFill>
                  <a:srgbClr val="A0B0C0"/>
                </a:solidFill>
                <a:latin typeface="Calibri"/>
              </a:rPr>
              <a:t>Tamper-evident, replayable traces. Every decision provable. Audit = playback, not archaeology.</a:t>
            </a:r>
          </a:p>
        </p:txBody>
      </p:sp>
      <p:sp>
        <p:nvSpPr>
          <p:cNvPr id="25" name="Rounded Rectangle 24"/>
          <p:cNvSpPr/>
          <p:nvPr/>
        </p:nvSpPr>
        <p:spPr>
          <a:xfrm>
            <a:off x="5479542" y="3188970"/>
            <a:ext cx="1597914" cy="1028700"/>
          </a:xfrm>
          <a:prstGeom prst="roundRect">
            <a:avLst/>
          </a:prstGeom>
          <a:solidFill>
            <a:srgbClr val="162038"/>
          </a:solidFill>
          <a:ln w="19050">
            <a:solidFill>
              <a:srgbClr val="A8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26" name="Rectangle 25"/>
          <p:cNvSpPr/>
          <p:nvPr/>
        </p:nvSpPr>
        <p:spPr>
          <a:xfrm>
            <a:off x="5479542" y="3188970"/>
            <a:ext cx="1597914" cy="27432"/>
          </a:xfrm>
          <a:prstGeom prst="rect">
            <a:avLst/>
          </a:prstGeom>
          <a:solidFill>
            <a:srgbClr val="A87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2000">
              <a:solidFill>
                <a:prstClr val="white"/>
              </a:solidFill>
              <a:latin typeface="Calibri"/>
            </a:endParaRPr>
          </a:p>
        </p:txBody>
      </p:sp>
      <p:sp>
        <p:nvSpPr>
          <p:cNvPr id="27" name="TextBox 26"/>
          <p:cNvSpPr txBox="1"/>
          <p:nvPr/>
        </p:nvSpPr>
        <p:spPr>
          <a:xfrm>
            <a:off x="5553775" y="3271266"/>
            <a:ext cx="1441384" cy="171450"/>
          </a:xfrm>
          <a:prstGeom prst="rect">
            <a:avLst/>
          </a:prstGeom>
          <a:noFill/>
        </p:spPr>
        <p:txBody>
          <a:bodyPr wrap="square"/>
          <a:lstStyle/>
          <a:p>
            <a:pPr defTabSz="342900">
              <a:defRPr sz="950" b="1">
                <a:solidFill>
                  <a:srgbClr val="A878FF"/>
                </a:solidFill>
                <a:latin typeface="Calibri"/>
              </a:defRPr>
            </a:pPr>
            <a:r>
              <a:rPr sz="900" b="1" dirty="0">
                <a:solidFill>
                  <a:srgbClr val="A878FF"/>
                </a:solidFill>
                <a:latin typeface="Calibri"/>
              </a:rPr>
              <a:t>CONFLICT ARBITRATION</a:t>
            </a:r>
          </a:p>
        </p:txBody>
      </p:sp>
      <p:sp>
        <p:nvSpPr>
          <p:cNvPr id="28" name="TextBox 27"/>
          <p:cNvSpPr txBox="1"/>
          <p:nvPr/>
        </p:nvSpPr>
        <p:spPr>
          <a:xfrm>
            <a:off x="5471479" y="3477006"/>
            <a:ext cx="1623059" cy="651510"/>
          </a:xfrm>
          <a:prstGeom prst="rect">
            <a:avLst/>
          </a:prstGeom>
          <a:noFill/>
        </p:spPr>
        <p:txBody>
          <a:bodyPr wrap="square"/>
          <a:lstStyle/>
          <a:p>
            <a:pPr defTabSz="342900">
              <a:defRPr sz="900" b="0">
                <a:solidFill>
                  <a:srgbClr val="A0B0C0"/>
                </a:solidFill>
                <a:latin typeface="Calibri"/>
              </a:defRPr>
            </a:pPr>
            <a:r>
              <a:rPr sz="825">
                <a:solidFill>
                  <a:srgbClr val="A0B0C0"/>
                </a:solidFill>
                <a:latin typeface="Calibri"/>
              </a:rPr>
              <a:t>Irreconcilable tensions formalized as governance events. Machines surface trade-offs; humans author resolution.</a:t>
            </a:r>
          </a:p>
        </p:txBody>
      </p:sp>
      <p:sp>
        <p:nvSpPr>
          <p:cNvPr id="29" name="Rounded Rectangle 28"/>
          <p:cNvSpPr/>
          <p:nvPr/>
        </p:nvSpPr>
        <p:spPr>
          <a:xfrm>
            <a:off x="7152894" y="3188970"/>
            <a:ext cx="1597914" cy="1028700"/>
          </a:xfrm>
          <a:prstGeom prst="roundRect">
            <a:avLst/>
          </a:prstGeom>
          <a:solidFill>
            <a:srgbClr val="162038"/>
          </a:solidFill>
          <a:ln w="1905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30" name="Rectangle 29"/>
          <p:cNvSpPr/>
          <p:nvPr/>
        </p:nvSpPr>
        <p:spPr>
          <a:xfrm>
            <a:off x="7152894" y="3188970"/>
            <a:ext cx="1597914" cy="27432"/>
          </a:xfrm>
          <a:prstGeom prst="rect">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2000">
              <a:solidFill>
                <a:prstClr val="white"/>
              </a:solidFill>
              <a:latin typeface="Calibri"/>
            </a:endParaRPr>
          </a:p>
        </p:txBody>
      </p:sp>
      <p:sp>
        <p:nvSpPr>
          <p:cNvPr id="31" name="TextBox 30"/>
          <p:cNvSpPr txBox="1"/>
          <p:nvPr/>
        </p:nvSpPr>
        <p:spPr>
          <a:xfrm>
            <a:off x="7227128" y="3271266"/>
            <a:ext cx="1441384" cy="171450"/>
          </a:xfrm>
          <a:prstGeom prst="rect">
            <a:avLst/>
          </a:prstGeom>
          <a:noFill/>
        </p:spPr>
        <p:txBody>
          <a:bodyPr wrap="square"/>
          <a:lstStyle/>
          <a:p>
            <a:pPr defTabSz="342900">
              <a:defRPr sz="950" b="1">
                <a:solidFill>
                  <a:srgbClr val="FF8C42"/>
                </a:solidFill>
                <a:latin typeface="Calibri"/>
              </a:defRPr>
            </a:pPr>
            <a:r>
              <a:rPr sz="1000" b="1">
                <a:solidFill>
                  <a:srgbClr val="FF8C42"/>
                </a:solidFill>
                <a:latin typeface="Calibri"/>
              </a:rPr>
              <a:t>INTENT OBJECTS</a:t>
            </a:r>
          </a:p>
        </p:txBody>
      </p:sp>
      <p:sp>
        <p:nvSpPr>
          <p:cNvPr id="32" name="TextBox 31"/>
          <p:cNvSpPr txBox="1"/>
          <p:nvPr/>
        </p:nvSpPr>
        <p:spPr>
          <a:xfrm>
            <a:off x="7144831" y="3477006"/>
            <a:ext cx="1623059" cy="651510"/>
          </a:xfrm>
          <a:prstGeom prst="rect">
            <a:avLst/>
          </a:prstGeom>
          <a:noFill/>
        </p:spPr>
        <p:txBody>
          <a:bodyPr wrap="square"/>
          <a:lstStyle/>
          <a:p>
            <a:pPr defTabSz="342900">
              <a:defRPr sz="900" b="0">
                <a:solidFill>
                  <a:srgbClr val="A0B0C0"/>
                </a:solidFill>
                <a:latin typeface="Calibri"/>
              </a:defRPr>
            </a:pPr>
            <a:r>
              <a:rPr sz="825">
                <a:solidFill>
                  <a:srgbClr val="A0B0C0"/>
                </a:solidFill>
                <a:latin typeface="Calibri"/>
              </a:rPr>
              <a:t>Structured schema: outcomes, constraints, risk tolerance, urgency. Versioned, stored, auditable. Machine-verifiable.</a:t>
            </a:r>
          </a:p>
        </p:txBody>
      </p:sp>
      <p:sp>
        <p:nvSpPr>
          <p:cNvPr id="33" name="Rectangle 32"/>
          <p:cNvSpPr/>
          <p:nvPr/>
        </p:nvSpPr>
        <p:spPr>
          <a:xfrm>
            <a:off x="342900" y="4327398"/>
            <a:ext cx="8435340" cy="459485"/>
          </a:xfrm>
          <a:prstGeom prst="rect">
            <a:avLst/>
          </a:prstGeom>
          <a:solidFill>
            <a:srgbClr val="16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a:solidFill>
                <a:prstClr val="white"/>
              </a:solidFill>
              <a:latin typeface="Calibri"/>
            </a:endParaRPr>
          </a:p>
        </p:txBody>
      </p:sp>
      <p:sp>
        <p:nvSpPr>
          <p:cNvPr id="34" name="TextBox 33"/>
          <p:cNvSpPr txBox="1"/>
          <p:nvPr/>
        </p:nvSpPr>
        <p:spPr>
          <a:xfrm>
            <a:off x="480060" y="4347972"/>
            <a:ext cx="8161020" cy="459486"/>
          </a:xfrm>
          <a:prstGeom prst="rect">
            <a:avLst/>
          </a:prstGeom>
          <a:noFill/>
        </p:spPr>
        <p:txBody>
          <a:bodyPr wrap="square"/>
          <a:lstStyle/>
          <a:p>
            <a:pPr algn="ctr" defTabSz="342900">
              <a:defRPr sz="1100" b="1">
                <a:solidFill>
                  <a:srgbClr val="00B4D8"/>
                </a:solidFill>
                <a:latin typeface="Calibri"/>
              </a:defRPr>
            </a:pPr>
            <a:r>
              <a:rPr sz="1050" b="1" dirty="0">
                <a:solidFill>
                  <a:srgbClr val="00B4D8"/>
                </a:solidFill>
                <a:latin typeface="Calibri"/>
              </a:rPr>
              <a:t>ADAM's Core Principle</a:t>
            </a:r>
            <a:r>
              <a:rPr lang="en-US" sz="1050" b="1" dirty="0">
                <a:solidFill>
                  <a:srgbClr val="00B4D8"/>
                </a:solidFill>
                <a:latin typeface="Calibri"/>
              </a:rPr>
              <a:t>s</a:t>
            </a:r>
            <a:r>
              <a:rPr sz="1050" b="1" dirty="0">
                <a:solidFill>
                  <a:srgbClr val="00B4D8"/>
                </a:solidFill>
                <a:latin typeface="Calibri"/>
              </a:rPr>
              <a:t>:  Autonomy replaces management, not responsibility.   </a:t>
            </a:r>
            <a:endParaRPr lang="en-US" sz="1050" b="1" dirty="0">
              <a:solidFill>
                <a:srgbClr val="00B4D8"/>
              </a:solidFill>
              <a:latin typeface="Calibri"/>
            </a:endParaRPr>
          </a:p>
          <a:p>
            <a:pPr algn="ctr" defTabSz="342900">
              <a:defRPr sz="1100" b="1">
                <a:solidFill>
                  <a:srgbClr val="00B4D8"/>
                </a:solidFill>
                <a:latin typeface="Calibri"/>
              </a:defRPr>
            </a:pPr>
            <a:r>
              <a:rPr sz="1050" b="1" dirty="0">
                <a:solidFill>
                  <a:srgbClr val="00B4D8"/>
                </a:solidFill>
                <a:latin typeface="Calibri"/>
              </a:rPr>
              <a:t>Humans define intent. Machines execute. Evidence proves everything.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160020"/>
            <a:ext cx="4572000" cy="411480"/>
          </a:xfrm>
          <a:prstGeom prst="rect">
            <a:avLst/>
          </a:prstGeom>
          <a:noFill/>
          <a:ln/>
        </p:spPr>
        <p:txBody>
          <a:bodyPr wrap="square" lIns="0" tIns="0" rIns="0" bIns="0" rtlCol="0" anchor="ctr"/>
          <a:lstStyle/>
          <a:p>
            <a:pPr marL="0" indent="0">
              <a:buNone/>
            </a:pPr>
            <a:r>
              <a:rPr lang="en-US" sz="2800" b="1" dirty="0">
                <a:solidFill>
                  <a:srgbClr val="00B4D8"/>
                </a:solidFill>
                <a:latin typeface="Calibri" pitchFamily="34" charset="0"/>
                <a:ea typeface="Calibri" pitchFamily="34" charset="-122"/>
                <a:cs typeface="Calibri" pitchFamily="34" charset="-120"/>
              </a:rPr>
              <a:t>The CORE Engine</a:t>
            </a:r>
            <a:endParaRPr lang="en-US" sz="2800" dirty="0"/>
          </a:p>
        </p:txBody>
      </p:sp>
      <p:sp>
        <p:nvSpPr>
          <p:cNvPr id="3" name="Text 1"/>
          <p:cNvSpPr/>
          <p:nvPr/>
        </p:nvSpPr>
        <p:spPr>
          <a:xfrm>
            <a:off x="548640" y="571500"/>
            <a:ext cx="8229600" cy="73152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The DNA of a Company Codified</a:t>
            </a:r>
            <a:endParaRPr lang="en-US" sz="1600" dirty="0"/>
          </a:p>
        </p:txBody>
      </p:sp>
      <p:pic>
        <p:nvPicPr>
          <p:cNvPr id="4" name="Image 0" descr="preencoded.png"/>
          <p:cNvPicPr>
            <a:picLocks noChangeAspect="1"/>
          </p:cNvPicPr>
          <p:nvPr/>
        </p:nvPicPr>
        <p:blipFill>
          <a:blip r:embed="rId3">
            <a:alphaModFix amt="20000"/>
          </a:blip>
          <a:stretch>
            <a:fillRect/>
          </a:stretch>
        </p:blipFill>
        <p:spPr>
          <a:xfrm>
            <a:off x="5966460" y="-71268"/>
            <a:ext cx="1828800" cy="1828800"/>
          </a:xfrm>
          <a:prstGeom prst="rect">
            <a:avLst/>
          </a:prstGeom>
        </p:spPr>
      </p:pic>
      <p:sp>
        <p:nvSpPr>
          <p:cNvPr id="5" name="Shape 2"/>
          <p:cNvSpPr/>
          <p:nvPr/>
        </p:nvSpPr>
        <p:spPr>
          <a:xfrm>
            <a:off x="320040" y="1277472"/>
            <a:ext cx="2057400" cy="3154680"/>
          </a:xfrm>
          <a:prstGeom prst="rect">
            <a:avLst/>
          </a:prstGeom>
          <a:solidFill>
            <a:srgbClr val="1E3A5F"/>
          </a:solidFill>
          <a:ln/>
          <a:effectLst>
            <a:outerShdw blurRad="101600" dist="38100" dir="8100000" algn="bl" rotWithShape="0">
              <a:srgbClr val="000000">
                <a:alpha val="25000"/>
              </a:srgbClr>
            </a:outerShdw>
          </a:effectLst>
        </p:spPr>
      </p:sp>
      <p:sp>
        <p:nvSpPr>
          <p:cNvPr id="6" name="Text 3"/>
          <p:cNvSpPr/>
          <p:nvPr/>
        </p:nvSpPr>
        <p:spPr>
          <a:xfrm>
            <a:off x="320040" y="1368912"/>
            <a:ext cx="2057400" cy="1005840"/>
          </a:xfrm>
          <a:prstGeom prst="rect">
            <a:avLst/>
          </a:prstGeom>
          <a:noFill/>
          <a:ln/>
        </p:spPr>
        <p:txBody>
          <a:bodyPr wrap="square" lIns="0" tIns="0" rIns="0" bIns="0" rtlCol="0" anchor="ctr"/>
          <a:lstStyle/>
          <a:p>
            <a:pPr marL="0" indent="0" algn="ctr">
              <a:buNone/>
            </a:pPr>
            <a:r>
              <a:rPr lang="en-US" sz="6000" b="1" dirty="0">
                <a:solidFill>
                  <a:srgbClr val="00B4D8"/>
                </a:solidFill>
                <a:latin typeface="Trebuchet MS" pitchFamily="34" charset="0"/>
                <a:ea typeface="Trebuchet MS" pitchFamily="34" charset="-122"/>
                <a:cs typeface="Trebuchet MS" pitchFamily="34" charset="-120"/>
              </a:rPr>
              <a:t>C</a:t>
            </a:r>
            <a:endParaRPr lang="en-US" sz="6000" dirty="0"/>
          </a:p>
        </p:txBody>
      </p:sp>
      <p:pic>
        <p:nvPicPr>
          <p:cNvPr id="7" name="Image 1" descr="preencoded.png"/>
          <p:cNvPicPr>
            <a:picLocks noChangeAspect="1"/>
          </p:cNvPicPr>
          <p:nvPr/>
        </p:nvPicPr>
        <p:blipFill>
          <a:blip r:embed="rId4"/>
          <a:stretch>
            <a:fillRect/>
          </a:stretch>
        </p:blipFill>
        <p:spPr>
          <a:xfrm>
            <a:off x="1097280" y="2329032"/>
            <a:ext cx="457200" cy="457200"/>
          </a:xfrm>
          <a:prstGeom prst="rect">
            <a:avLst/>
          </a:prstGeom>
        </p:spPr>
      </p:pic>
      <p:sp>
        <p:nvSpPr>
          <p:cNvPr id="8" name="Text 4"/>
          <p:cNvSpPr/>
          <p:nvPr/>
        </p:nvSpPr>
        <p:spPr>
          <a:xfrm>
            <a:off x="429768" y="2831952"/>
            <a:ext cx="1828800" cy="365760"/>
          </a:xfrm>
          <a:prstGeom prst="rect">
            <a:avLst/>
          </a:prstGeom>
          <a:noFill/>
          <a:ln/>
        </p:spPr>
        <p:txBody>
          <a:bodyPr wrap="square" lIns="0" tIns="0" rIns="0" bIns="0" rtlCol="0" anchor="ctr"/>
          <a:lstStyle/>
          <a:p>
            <a:pPr marL="0" indent="0" algn="ctr">
              <a:buNone/>
            </a:pPr>
            <a:r>
              <a:rPr lang="en-US" sz="1600" b="1" dirty="0">
                <a:solidFill>
                  <a:srgbClr val="FFB703"/>
                </a:solidFill>
                <a:latin typeface="Trebuchet MS" pitchFamily="34" charset="0"/>
                <a:ea typeface="Trebuchet MS" pitchFamily="34" charset="-122"/>
                <a:cs typeface="Trebuchet MS" pitchFamily="34" charset="-120"/>
              </a:rPr>
              <a:t>Culture</a:t>
            </a:r>
            <a:endParaRPr lang="en-US" sz="1600" dirty="0"/>
          </a:p>
        </p:txBody>
      </p:sp>
      <p:sp>
        <p:nvSpPr>
          <p:cNvPr id="9" name="Text 5"/>
          <p:cNvSpPr/>
          <p:nvPr/>
        </p:nvSpPr>
        <p:spPr>
          <a:xfrm>
            <a:off x="429768" y="3243432"/>
            <a:ext cx="1828800" cy="1051560"/>
          </a:xfrm>
          <a:prstGeom prst="rect">
            <a:avLst/>
          </a:prstGeom>
          <a:noFill/>
          <a:ln/>
        </p:spPr>
        <p:txBody>
          <a:bodyPr wrap="square" lIns="0" tIns="0" rIns="0" bIns="0" rtlCol="0" anchor="ctr"/>
          <a:lstStyle/>
          <a:p>
            <a:pPr marL="0" indent="0" algn="ctr">
              <a:buNone/>
            </a:pPr>
            <a:r>
              <a:rPr lang="en-US" sz="1050" dirty="0">
                <a:solidFill>
                  <a:srgbClr val="CAD2C5"/>
                </a:solidFill>
                <a:latin typeface="Calibri" pitchFamily="34" charset="0"/>
                <a:ea typeface="Calibri" pitchFamily="34" charset="-122"/>
                <a:cs typeface="Calibri" pitchFamily="34" charset="-120"/>
              </a:rPr>
              <a:t>Values as trade-off priorities. How the company resolves tensions, expresses identity, and behaves under pressure.</a:t>
            </a:r>
            <a:endParaRPr lang="en-US" sz="1050" dirty="0"/>
          </a:p>
        </p:txBody>
      </p:sp>
      <p:sp>
        <p:nvSpPr>
          <p:cNvPr id="10" name="Shape 6"/>
          <p:cNvSpPr/>
          <p:nvPr/>
        </p:nvSpPr>
        <p:spPr>
          <a:xfrm>
            <a:off x="2532888" y="1277472"/>
            <a:ext cx="2057400" cy="3154680"/>
          </a:xfrm>
          <a:prstGeom prst="rect">
            <a:avLst/>
          </a:prstGeom>
          <a:solidFill>
            <a:srgbClr val="1E3A5F"/>
          </a:solidFill>
          <a:ln/>
          <a:effectLst>
            <a:outerShdw blurRad="101600" dist="38100" dir="8100000" algn="bl" rotWithShape="0">
              <a:srgbClr val="000000">
                <a:alpha val="25000"/>
              </a:srgbClr>
            </a:outerShdw>
          </a:effectLst>
        </p:spPr>
      </p:sp>
      <p:sp>
        <p:nvSpPr>
          <p:cNvPr id="11" name="Text 7"/>
          <p:cNvSpPr/>
          <p:nvPr/>
        </p:nvSpPr>
        <p:spPr>
          <a:xfrm>
            <a:off x="2532888" y="1368912"/>
            <a:ext cx="2057400" cy="1005840"/>
          </a:xfrm>
          <a:prstGeom prst="rect">
            <a:avLst/>
          </a:prstGeom>
          <a:noFill/>
          <a:ln/>
        </p:spPr>
        <p:txBody>
          <a:bodyPr wrap="square" lIns="0" tIns="0" rIns="0" bIns="0" rtlCol="0" anchor="ctr"/>
          <a:lstStyle/>
          <a:p>
            <a:pPr marL="0" indent="0" algn="ctr">
              <a:buNone/>
            </a:pPr>
            <a:r>
              <a:rPr lang="en-US" sz="6000" b="1" dirty="0">
                <a:solidFill>
                  <a:srgbClr val="00B4D8"/>
                </a:solidFill>
                <a:latin typeface="Trebuchet MS" pitchFamily="34" charset="0"/>
                <a:ea typeface="Trebuchet MS" pitchFamily="34" charset="-122"/>
                <a:cs typeface="Trebuchet MS" pitchFamily="34" charset="-120"/>
              </a:rPr>
              <a:t>O</a:t>
            </a:r>
            <a:endParaRPr lang="en-US" sz="6000" dirty="0"/>
          </a:p>
        </p:txBody>
      </p:sp>
      <p:pic>
        <p:nvPicPr>
          <p:cNvPr id="12" name="Image 2" descr="preencoded.png"/>
          <p:cNvPicPr>
            <a:picLocks noChangeAspect="1"/>
          </p:cNvPicPr>
          <p:nvPr/>
        </p:nvPicPr>
        <p:blipFill>
          <a:blip r:embed="rId5"/>
          <a:stretch>
            <a:fillRect/>
          </a:stretch>
        </p:blipFill>
        <p:spPr>
          <a:xfrm>
            <a:off x="3310128" y="2329032"/>
            <a:ext cx="457200" cy="457200"/>
          </a:xfrm>
          <a:prstGeom prst="rect">
            <a:avLst/>
          </a:prstGeom>
        </p:spPr>
      </p:pic>
      <p:sp>
        <p:nvSpPr>
          <p:cNvPr id="13" name="Text 8"/>
          <p:cNvSpPr/>
          <p:nvPr/>
        </p:nvSpPr>
        <p:spPr>
          <a:xfrm>
            <a:off x="2642616" y="2831952"/>
            <a:ext cx="1828800" cy="365760"/>
          </a:xfrm>
          <a:prstGeom prst="rect">
            <a:avLst/>
          </a:prstGeom>
          <a:noFill/>
          <a:ln/>
        </p:spPr>
        <p:txBody>
          <a:bodyPr wrap="square" lIns="0" tIns="0" rIns="0" bIns="0" rtlCol="0" anchor="ctr"/>
          <a:lstStyle/>
          <a:p>
            <a:pPr marL="0" indent="0" algn="ctr">
              <a:buNone/>
            </a:pPr>
            <a:r>
              <a:rPr lang="en-US" sz="1600" b="1" dirty="0">
                <a:solidFill>
                  <a:srgbClr val="FFB703"/>
                </a:solidFill>
                <a:latin typeface="Trebuchet MS" pitchFamily="34" charset="0"/>
                <a:ea typeface="Trebuchet MS" pitchFamily="34" charset="-122"/>
                <a:cs typeface="Trebuchet MS" pitchFamily="34" charset="-120"/>
              </a:rPr>
              <a:t>Objectives</a:t>
            </a:r>
            <a:endParaRPr lang="en-US" sz="1600" dirty="0"/>
          </a:p>
        </p:txBody>
      </p:sp>
      <p:sp>
        <p:nvSpPr>
          <p:cNvPr id="14" name="Text 9"/>
          <p:cNvSpPr/>
          <p:nvPr/>
        </p:nvSpPr>
        <p:spPr>
          <a:xfrm>
            <a:off x="2642616" y="3243432"/>
            <a:ext cx="1828800" cy="1051560"/>
          </a:xfrm>
          <a:prstGeom prst="rect">
            <a:avLst/>
          </a:prstGeom>
          <a:noFill/>
          <a:ln/>
        </p:spPr>
        <p:txBody>
          <a:bodyPr wrap="square" lIns="0" tIns="0" rIns="0" bIns="0" rtlCol="0" anchor="ctr"/>
          <a:lstStyle/>
          <a:p>
            <a:pPr marL="0" indent="0" algn="ctr">
              <a:buNone/>
            </a:pPr>
            <a:r>
              <a:rPr lang="en-US" sz="1050" dirty="0">
                <a:solidFill>
                  <a:srgbClr val="CAD2C5"/>
                </a:solidFill>
                <a:latin typeface="Calibri" pitchFamily="34" charset="0"/>
                <a:ea typeface="Calibri" pitchFamily="34" charset="-122"/>
                <a:cs typeface="Calibri" pitchFamily="34" charset="-120"/>
              </a:rPr>
              <a:t>Mandates (non-negotiable), goals (measurable), aspirations. Clear hierarchy agents can't silently override.</a:t>
            </a:r>
            <a:endParaRPr lang="en-US" sz="1050" dirty="0"/>
          </a:p>
        </p:txBody>
      </p:sp>
      <p:sp>
        <p:nvSpPr>
          <p:cNvPr id="15" name="Shape 10"/>
          <p:cNvSpPr/>
          <p:nvPr/>
        </p:nvSpPr>
        <p:spPr>
          <a:xfrm>
            <a:off x="4745736" y="1277472"/>
            <a:ext cx="2057400" cy="3154680"/>
          </a:xfrm>
          <a:prstGeom prst="rect">
            <a:avLst/>
          </a:prstGeom>
          <a:solidFill>
            <a:srgbClr val="1E3A5F"/>
          </a:solidFill>
          <a:ln/>
          <a:effectLst>
            <a:outerShdw blurRad="101600" dist="38100" dir="8100000" algn="bl" rotWithShape="0">
              <a:srgbClr val="000000">
                <a:alpha val="25000"/>
              </a:srgbClr>
            </a:outerShdw>
          </a:effectLst>
        </p:spPr>
      </p:sp>
      <p:sp>
        <p:nvSpPr>
          <p:cNvPr id="16" name="Text 11"/>
          <p:cNvSpPr/>
          <p:nvPr/>
        </p:nvSpPr>
        <p:spPr>
          <a:xfrm>
            <a:off x="4745736" y="1368912"/>
            <a:ext cx="2057400" cy="1005840"/>
          </a:xfrm>
          <a:prstGeom prst="rect">
            <a:avLst/>
          </a:prstGeom>
          <a:noFill/>
          <a:ln/>
        </p:spPr>
        <p:txBody>
          <a:bodyPr wrap="square" lIns="0" tIns="0" rIns="0" bIns="0" rtlCol="0" anchor="ctr"/>
          <a:lstStyle/>
          <a:p>
            <a:pPr marL="0" indent="0" algn="ctr">
              <a:buNone/>
            </a:pPr>
            <a:r>
              <a:rPr lang="en-US" sz="6000" b="1" dirty="0">
                <a:solidFill>
                  <a:srgbClr val="00B4D8"/>
                </a:solidFill>
                <a:latin typeface="Trebuchet MS" pitchFamily="34" charset="0"/>
                <a:ea typeface="Trebuchet MS" pitchFamily="34" charset="-122"/>
                <a:cs typeface="Trebuchet MS" pitchFamily="34" charset="-120"/>
              </a:rPr>
              <a:t>R</a:t>
            </a:r>
            <a:endParaRPr lang="en-US" sz="6000" dirty="0"/>
          </a:p>
        </p:txBody>
      </p:sp>
      <p:pic>
        <p:nvPicPr>
          <p:cNvPr id="17" name="Image 3" descr="preencoded.png"/>
          <p:cNvPicPr>
            <a:picLocks noChangeAspect="1"/>
          </p:cNvPicPr>
          <p:nvPr/>
        </p:nvPicPr>
        <p:blipFill>
          <a:blip r:embed="rId6"/>
          <a:stretch>
            <a:fillRect/>
          </a:stretch>
        </p:blipFill>
        <p:spPr>
          <a:xfrm>
            <a:off x="5522976" y="2329032"/>
            <a:ext cx="457200" cy="457200"/>
          </a:xfrm>
          <a:prstGeom prst="rect">
            <a:avLst/>
          </a:prstGeom>
        </p:spPr>
      </p:pic>
      <p:sp>
        <p:nvSpPr>
          <p:cNvPr id="18" name="Text 12"/>
          <p:cNvSpPr/>
          <p:nvPr/>
        </p:nvSpPr>
        <p:spPr>
          <a:xfrm>
            <a:off x="4855464" y="2831952"/>
            <a:ext cx="1828800" cy="365760"/>
          </a:xfrm>
          <a:prstGeom prst="rect">
            <a:avLst/>
          </a:prstGeom>
          <a:noFill/>
          <a:ln/>
        </p:spPr>
        <p:txBody>
          <a:bodyPr wrap="square" lIns="0" tIns="0" rIns="0" bIns="0" rtlCol="0" anchor="ctr"/>
          <a:lstStyle/>
          <a:p>
            <a:pPr marL="0" indent="0" algn="ctr">
              <a:buNone/>
            </a:pPr>
            <a:r>
              <a:rPr lang="en-US" sz="1600" b="1" dirty="0">
                <a:solidFill>
                  <a:srgbClr val="FFB703"/>
                </a:solidFill>
                <a:latin typeface="Trebuchet MS" pitchFamily="34" charset="0"/>
                <a:ea typeface="Trebuchet MS" pitchFamily="34" charset="-122"/>
                <a:cs typeface="Trebuchet MS" pitchFamily="34" charset="-120"/>
              </a:rPr>
              <a:t>Rules</a:t>
            </a:r>
            <a:endParaRPr lang="en-US" sz="1600" dirty="0"/>
          </a:p>
        </p:txBody>
      </p:sp>
      <p:sp>
        <p:nvSpPr>
          <p:cNvPr id="19" name="Text 13"/>
          <p:cNvSpPr/>
          <p:nvPr/>
        </p:nvSpPr>
        <p:spPr>
          <a:xfrm>
            <a:off x="4855464" y="3243432"/>
            <a:ext cx="1828800" cy="1051560"/>
          </a:xfrm>
          <a:prstGeom prst="rect">
            <a:avLst/>
          </a:prstGeom>
          <a:noFill/>
          <a:ln/>
        </p:spPr>
        <p:txBody>
          <a:bodyPr wrap="square" lIns="0" tIns="0" rIns="0" bIns="0" rtlCol="0" anchor="ctr"/>
          <a:lstStyle/>
          <a:p>
            <a:pPr marL="0" indent="0" algn="ctr">
              <a:buNone/>
            </a:pPr>
            <a:r>
              <a:rPr lang="en-US" sz="1050" dirty="0">
                <a:solidFill>
                  <a:srgbClr val="CAD2C5"/>
                </a:solidFill>
                <a:latin typeface="Calibri" pitchFamily="34" charset="0"/>
                <a:ea typeface="Calibri" pitchFamily="34" charset="-122"/>
                <a:cs typeface="Calibri" pitchFamily="34" charset="-120"/>
              </a:rPr>
              <a:t>Hard constraints: zero tolerance. Soft expectations: exception-tolerant. The guardrails that never sleep.</a:t>
            </a:r>
            <a:endParaRPr lang="en-US" sz="1050" dirty="0"/>
          </a:p>
        </p:txBody>
      </p:sp>
      <p:sp>
        <p:nvSpPr>
          <p:cNvPr id="20" name="Shape 14"/>
          <p:cNvSpPr/>
          <p:nvPr/>
        </p:nvSpPr>
        <p:spPr>
          <a:xfrm>
            <a:off x="6958584" y="1277472"/>
            <a:ext cx="2057400" cy="3154680"/>
          </a:xfrm>
          <a:prstGeom prst="rect">
            <a:avLst/>
          </a:prstGeom>
          <a:solidFill>
            <a:srgbClr val="1E3A5F"/>
          </a:solidFill>
          <a:ln/>
          <a:effectLst>
            <a:outerShdw blurRad="101600" dist="38100" dir="8100000" algn="bl" rotWithShape="0">
              <a:srgbClr val="000000">
                <a:alpha val="25000"/>
              </a:srgbClr>
            </a:outerShdw>
          </a:effectLst>
        </p:spPr>
      </p:sp>
      <p:sp>
        <p:nvSpPr>
          <p:cNvPr id="21" name="Text 15"/>
          <p:cNvSpPr/>
          <p:nvPr/>
        </p:nvSpPr>
        <p:spPr>
          <a:xfrm>
            <a:off x="6958584" y="1368912"/>
            <a:ext cx="2057400" cy="1005840"/>
          </a:xfrm>
          <a:prstGeom prst="rect">
            <a:avLst/>
          </a:prstGeom>
          <a:noFill/>
          <a:ln/>
        </p:spPr>
        <p:txBody>
          <a:bodyPr wrap="square" lIns="0" tIns="0" rIns="0" bIns="0" rtlCol="0" anchor="ctr"/>
          <a:lstStyle/>
          <a:p>
            <a:pPr marL="0" indent="0" algn="ctr">
              <a:buNone/>
            </a:pPr>
            <a:r>
              <a:rPr lang="en-US" sz="6000" b="1" dirty="0">
                <a:solidFill>
                  <a:srgbClr val="00B4D8"/>
                </a:solidFill>
                <a:latin typeface="Trebuchet MS" pitchFamily="34" charset="0"/>
                <a:ea typeface="Trebuchet MS" pitchFamily="34" charset="-122"/>
                <a:cs typeface="Trebuchet MS" pitchFamily="34" charset="-120"/>
              </a:rPr>
              <a:t>E</a:t>
            </a:r>
            <a:endParaRPr lang="en-US" sz="6000" dirty="0"/>
          </a:p>
        </p:txBody>
      </p:sp>
      <p:pic>
        <p:nvPicPr>
          <p:cNvPr id="22" name="Image 4" descr="preencoded.png"/>
          <p:cNvPicPr>
            <a:picLocks noChangeAspect="1"/>
          </p:cNvPicPr>
          <p:nvPr/>
        </p:nvPicPr>
        <p:blipFill>
          <a:blip r:embed="rId7"/>
          <a:stretch>
            <a:fillRect/>
          </a:stretch>
        </p:blipFill>
        <p:spPr>
          <a:xfrm>
            <a:off x="7735824" y="2329032"/>
            <a:ext cx="457200" cy="457200"/>
          </a:xfrm>
          <a:prstGeom prst="rect">
            <a:avLst/>
          </a:prstGeom>
        </p:spPr>
      </p:pic>
      <p:sp>
        <p:nvSpPr>
          <p:cNvPr id="23" name="Text 16"/>
          <p:cNvSpPr/>
          <p:nvPr/>
        </p:nvSpPr>
        <p:spPr>
          <a:xfrm>
            <a:off x="7068312" y="2831952"/>
            <a:ext cx="1828800" cy="365760"/>
          </a:xfrm>
          <a:prstGeom prst="rect">
            <a:avLst/>
          </a:prstGeom>
          <a:noFill/>
          <a:ln/>
        </p:spPr>
        <p:txBody>
          <a:bodyPr wrap="square" lIns="0" tIns="0" rIns="0" bIns="0" rtlCol="0" anchor="ctr"/>
          <a:lstStyle/>
          <a:p>
            <a:pPr marL="0" indent="0" algn="ctr">
              <a:buNone/>
            </a:pPr>
            <a:r>
              <a:rPr lang="en-US" sz="1600" b="1" dirty="0">
                <a:solidFill>
                  <a:srgbClr val="FFB703"/>
                </a:solidFill>
                <a:latin typeface="Trebuchet MS" pitchFamily="34" charset="0"/>
                <a:ea typeface="Trebuchet MS" pitchFamily="34" charset="-122"/>
                <a:cs typeface="Trebuchet MS" pitchFamily="34" charset="-120"/>
              </a:rPr>
              <a:t>Expectations</a:t>
            </a:r>
            <a:endParaRPr lang="en-US" sz="1600" dirty="0"/>
          </a:p>
        </p:txBody>
      </p:sp>
      <p:sp>
        <p:nvSpPr>
          <p:cNvPr id="24" name="Text 17"/>
          <p:cNvSpPr/>
          <p:nvPr/>
        </p:nvSpPr>
        <p:spPr>
          <a:xfrm>
            <a:off x="7068312" y="3243432"/>
            <a:ext cx="1828800" cy="1051560"/>
          </a:xfrm>
          <a:prstGeom prst="rect">
            <a:avLst/>
          </a:prstGeom>
          <a:noFill/>
          <a:ln/>
        </p:spPr>
        <p:txBody>
          <a:bodyPr wrap="square" lIns="0" tIns="0" rIns="0" bIns="0" rtlCol="0" anchor="ctr"/>
          <a:lstStyle/>
          <a:p>
            <a:pPr marL="0" indent="0" algn="ctr">
              <a:buNone/>
            </a:pPr>
            <a:r>
              <a:rPr lang="en-US" sz="1050" dirty="0">
                <a:solidFill>
                  <a:srgbClr val="CAD2C5"/>
                </a:solidFill>
                <a:latin typeface="Calibri" pitchFamily="34" charset="0"/>
                <a:ea typeface="Calibri" pitchFamily="34" charset="-122"/>
                <a:cs typeface="Calibri" pitchFamily="34" charset="-120"/>
              </a:rPr>
              <a:t>Desired behaviors with contextual tolerance. The nuance layer that makes ADAM smart, not just strict.</a:t>
            </a:r>
            <a:endParaRPr lang="en-US" sz="1050" dirty="0"/>
          </a:p>
        </p:txBody>
      </p:sp>
      <p:sp>
        <p:nvSpPr>
          <p:cNvPr id="25" name="Text 18"/>
          <p:cNvSpPr/>
          <p:nvPr/>
        </p:nvSpPr>
        <p:spPr>
          <a:xfrm>
            <a:off x="457200" y="4523592"/>
            <a:ext cx="8412480" cy="274320"/>
          </a:xfrm>
          <a:prstGeom prst="rect">
            <a:avLst/>
          </a:prstGeom>
          <a:noFill/>
          <a:ln/>
        </p:spPr>
        <p:txBody>
          <a:bodyPr wrap="square" lIns="0" tIns="0" rIns="0" bIns="0" rtlCol="0" anchor="ctr"/>
          <a:lstStyle/>
          <a:p>
            <a:pPr marL="0" indent="0">
              <a:buNone/>
            </a:pPr>
            <a:r>
              <a:rPr lang="en-US" sz="1100" i="1" dirty="0">
                <a:solidFill>
                  <a:srgbClr val="8D99AE"/>
                </a:solidFill>
                <a:latin typeface="Calibri" pitchFamily="34" charset="0"/>
                <a:ea typeface="Calibri" pitchFamily="34" charset="-122"/>
                <a:cs typeface="Calibri" pitchFamily="34" charset="-120"/>
              </a:rPr>
              <a:t>Live configuration, versioned like software, testable, </a:t>
            </a:r>
            <a:r>
              <a:rPr lang="en-US" sz="1100" i="1" dirty="0" err="1">
                <a:solidFill>
                  <a:srgbClr val="8D99AE"/>
                </a:solidFill>
                <a:latin typeface="Calibri" pitchFamily="34" charset="0"/>
                <a:ea typeface="Calibri" pitchFamily="34" charset="-122"/>
                <a:cs typeface="Calibri" pitchFamily="34" charset="-120"/>
              </a:rPr>
              <a:t>rollbackable</a:t>
            </a:r>
            <a:r>
              <a:rPr lang="en-US" sz="1100" i="1" dirty="0">
                <a:solidFill>
                  <a:srgbClr val="8D99AE"/>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228600"/>
            <a:ext cx="8229600" cy="6858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rPr>
              <a:t>Novel Concepts</a:t>
            </a:r>
            <a:endParaRPr lang="en-US" sz="2800" dirty="0"/>
          </a:p>
        </p:txBody>
      </p:sp>
      <p:sp>
        <p:nvSpPr>
          <p:cNvPr id="3" name="Text 1"/>
          <p:cNvSpPr/>
          <p:nvPr/>
        </p:nvSpPr>
        <p:spPr>
          <a:xfrm>
            <a:off x="548640" y="804672"/>
            <a:ext cx="8229600" cy="274320"/>
          </a:xfrm>
          <a:prstGeom prst="rect">
            <a:avLst/>
          </a:prstGeom>
          <a:noFill/>
          <a:ln/>
        </p:spPr>
        <p:txBody>
          <a:bodyPr wrap="square" lIns="0" tIns="0" rIns="0" bIns="0" rtlCol="0" anchor="ctr"/>
          <a:lstStyle/>
          <a:p>
            <a:pPr marL="0" indent="0">
              <a:buNone/>
            </a:pPr>
            <a:r>
              <a:rPr lang="en-US" sz="1300" dirty="0">
                <a:solidFill>
                  <a:srgbClr val="8D99AE"/>
                </a:solidFill>
                <a:latin typeface="Calibri" pitchFamily="34" charset="0"/>
                <a:ea typeface="Calibri" pitchFamily="34" charset="-122"/>
                <a:cs typeface="Calibri" pitchFamily="34" charset="-120"/>
              </a:rPr>
              <a:t>What ADAM contributes beyond existing frameworks</a:t>
            </a:r>
            <a:endParaRPr lang="en-US" sz="1300" dirty="0"/>
          </a:p>
        </p:txBody>
      </p:sp>
      <p:sp>
        <p:nvSpPr>
          <p:cNvPr id="6" name="Shape 4"/>
          <p:cNvSpPr/>
          <p:nvPr/>
        </p:nvSpPr>
        <p:spPr>
          <a:xfrm>
            <a:off x="457200" y="1368877"/>
            <a:ext cx="2651760" cy="1508760"/>
          </a:xfrm>
          <a:prstGeom prst="rect">
            <a:avLst/>
          </a:prstGeom>
          <a:solidFill>
            <a:srgbClr val="1E3A5F"/>
          </a:solidFill>
          <a:ln/>
          <a:effectLst>
            <a:outerShdw blurRad="101600" dist="38100" dir="8100000" algn="bl" rotWithShape="0">
              <a:srgbClr val="000000">
                <a:alpha val="25000"/>
              </a:srgbClr>
            </a:outerShdw>
          </a:effectLst>
        </p:spPr>
      </p:sp>
      <p:pic>
        <p:nvPicPr>
          <p:cNvPr id="7" name="Image 0" descr="preencoded.png"/>
          <p:cNvPicPr>
            <a:picLocks noChangeAspect="1"/>
          </p:cNvPicPr>
          <p:nvPr/>
        </p:nvPicPr>
        <p:blipFill>
          <a:blip r:embed="rId3"/>
          <a:stretch>
            <a:fillRect/>
          </a:stretch>
        </p:blipFill>
        <p:spPr>
          <a:xfrm>
            <a:off x="566928" y="1460317"/>
            <a:ext cx="365760" cy="365760"/>
          </a:xfrm>
          <a:prstGeom prst="rect">
            <a:avLst/>
          </a:prstGeom>
        </p:spPr>
      </p:pic>
      <p:sp>
        <p:nvSpPr>
          <p:cNvPr id="8" name="Text 5"/>
          <p:cNvSpPr/>
          <p:nvPr/>
        </p:nvSpPr>
        <p:spPr>
          <a:xfrm>
            <a:off x="1005840" y="1460317"/>
            <a:ext cx="1965960" cy="320040"/>
          </a:xfrm>
          <a:prstGeom prst="rect">
            <a:avLst/>
          </a:prstGeom>
          <a:noFill/>
          <a:ln/>
        </p:spPr>
        <p:txBody>
          <a:bodyPr wrap="square" lIns="0" tIns="0" rIns="0" bIns="0" rtlCol="0" anchor="ctr"/>
          <a:lstStyle/>
          <a:p>
            <a:pPr marL="0" indent="0">
              <a:buNone/>
            </a:pPr>
            <a:r>
              <a:rPr lang="en-US" sz="1300" b="1" dirty="0">
                <a:solidFill>
                  <a:srgbClr val="00B4D8"/>
                </a:solidFill>
                <a:latin typeface="Trebuchet MS" pitchFamily="34" charset="0"/>
                <a:ea typeface="Trebuchet MS" pitchFamily="34" charset="-122"/>
                <a:cs typeface="Trebuchet MS" pitchFamily="34" charset="-120"/>
              </a:rPr>
              <a:t>CORE Engine &amp; Graphs</a:t>
            </a:r>
            <a:endParaRPr lang="en-US" sz="1300" dirty="0"/>
          </a:p>
        </p:txBody>
      </p:sp>
      <p:sp>
        <p:nvSpPr>
          <p:cNvPr id="9" name="Text 6"/>
          <p:cNvSpPr/>
          <p:nvPr/>
        </p:nvSpPr>
        <p:spPr>
          <a:xfrm>
            <a:off x="594360" y="1817580"/>
            <a:ext cx="2377440" cy="896112"/>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Machine-readable semantic graph of company DNA. Teaches AI what 'good' looks like for that company — not just rules, but nuance.</a:t>
            </a:r>
            <a:endParaRPr lang="en-US" sz="1000" dirty="0"/>
          </a:p>
        </p:txBody>
      </p:sp>
      <p:sp>
        <p:nvSpPr>
          <p:cNvPr id="10" name="Shape 7"/>
          <p:cNvSpPr/>
          <p:nvPr/>
        </p:nvSpPr>
        <p:spPr>
          <a:xfrm>
            <a:off x="3291840" y="1368877"/>
            <a:ext cx="2651760" cy="1508760"/>
          </a:xfrm>
          <a:prstGeom prst="rect">
            <a:avLst/>
          </a:prstGeom>
          <a:solidFill>
            <a:srgbClr val="1E3A5F"/>
          </a:solidFill>
          <a:ln/>
          <a:effectLst>
            <a:outerShdw blurRad="101600" dist="38100" dir="8100000" algn="bl" rotWithShape="0">
              <a:srgbClr val="000000">
                <a:alpha val="25000"/>
              </a:srgbClr>
            </a:outerShdw>
          </a:effectLst>
        </p:spPr>
      </p:sp>
      <p:pic>
        <p:nvPicPr>
          <p:cNvPr id="11" name="Image 1" descr="preencoded.png"/>
          <p:cNvPicPr>
            <a:picLocks noChangeAspect="1"/>
          </p:cNvPicPr>
          <p:nvPr/>
        </p:nvPicPr>
        <p:blipFill>
          <a:blip r:embed="rId4"/>
          <a:stretch>
            <a:fillRect/>
          </a:stretch>
        </p:blipFill>
        <p:spPr>
          <a:xfrm>
            <a:off x="3401568" y="1460317"/>
            <a:ext cx="365760" cy="365760"/>
          </a:xfrm>
          <a:prstGeom prst="rect">
            <a:avLst/>
          </a:prstGeom>
        </p:spPr>
      </p:pic>
      <p:sp>
        <p:nvSpPr>
          <p:cNvPr id="12" name="Text 8"/>
          <p:cNvSpPr/>
          <p:nvPr/>
        </p:nvSpPr>
        <p:spPr>
          <a:xfrm>
            <a:off x="3506916" y="1540109"/>
            <a:ext cx="2103120" cy="320040"/>
          </a:xfrm>
          <a:prstGeom prst="rect">
            <a:avLst/>
          </a:prstGeom>
          <a:noFill/>
          <a:ln/>
        </p:spPr>
        <p:txBody>
          <a:bodyPr wrap="square" lIns="0" tIns="0" rIns="0" bIns="0" rtlCol="0" anchor="ctr"/>
          <a:lstStyle/>
          <a:p>
            <a:pPr marL="0" indent="0" algn="ctr">
              <a:buNone/>
            </a:pPr>
            <a:r>
              <a:rPr lang="en-US" sz="1200" b="1" dirty="0">
                <a:solidFill>
                  <a:srgbClr val="00B4D8"/>
                </a:solidFill>
                <a:latin typeface="Trebuchet MS" pitchFamily="34" charset="0"/>
                <a:ea typeface="Trebuchet MS" pitchFamily="34" charset="-122"/>
                <a:cs typeface="Trebuchet MS" pitchFamily="34" charset="-120"/>
              </a:rPr>
              <a:t>Doctrine Conflict </a:t>
            </a:r>
          </a:p>
          <a:p>
            <a:pPr marL="0" indent="0" algn="ctr">
              <a:buNone/>
            </a:pPr>
            <a:r>
              <a:rPr lang="en-US" sz="1200" b="1" dirty="0">
                <a:solidFill>
                  <a:srgbClr val="00B4D8"/>
                </a:solidFill>
                <a:latin typeface="Trebuchet MS" pitchFamily="34" charset="0"/>
                <a:ea typeface="Trebuchet MS" pitchFamily="34" charset="-122"/>
                <a:cs typeface="Trebuchet MS" pitchFamily="34" charset="-120"/>
              </a:rPr>
              <a:t>Arbitration</a:t>
            </a:r>
            <a:endParaRPr lang="en-US" sz="1200" dirty="0"/>
          </a:p>
        </p:txBody>
      </p:sp>
      <p:sp>
        <p:nvSpPr>
          <p:cNvPr id="13" name="Text 9"/>
          <p:cNvSpPr/>
          <p:nvPr/>
        </p:nvSpPr>
        <p:spPr>
          <a:xfrm>
            <a:off x="3429000" y="1749388"/>
            <a:ext cx="2377440" cy="896112"/>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Irreconcilable contentions outside of DNA become governance events routed to humans. Never silently optimized away.</a:t>
            </a:r>
            <a:endParaRPr lang="en-US" sz="1000" dirty="0"/>
          </a:p>
        </p:txBody>
      </p:sp>
      <p:sp>
        <p:nvSpPr>
          <p:cNvPr id="14" name="Shape 10"/>
          <p:cNvSpPr/>
          <p:nvPr/>
        </p:nvSpPr>
        <p:spPr>
          <a:xfrm>
            <a:off x="6126480" y="1368877"/>
            <a:ext cx="2651760" cy="1508760"/>
          </a:xfrm>
          <a:prstGeom prst="rect">
            <a:avLst/>
          </a:prstGeom>
          <a:solidFill>
            <a:srgbClr val="1E3A5F"/>
          </a:solidFill>
          <a:ln/>
          <a:effectLst>
            <a:outerShdw blurRad="101600" dist="38100" dir="8100000" algn="bl" rotWithShape="0">
              <a:srgbClr val="000000">
                <a:alpha val="25000"/>
              </a:srgbClr>
            </a:outerShdw>
          </a:effectLst>
        </p:spPr>
      </p:sp>
      <p:pic>
        <p:nvPicPr>
          <p:cNvPr id="15" name="Image 2" descr="preencoded.png"/>
          <p:cNvPicPr>
            <a:picLocks noChangeAspect="1"/>
          </p:cNvPicPr>
          <p:nvPr/>
        </p:nvPicPr>
        <p:blipFill>
          <a:blip r:embed="rId5"/>
          <a:stretch>
            <a:fillRect/>
          </a:stretch>
        </p:blipFill>
        <p:spPr>
          <a:xfrm>
            <a:off x="6236208" y="1460317"/>
            <a:ext cx="365760" cy="365760"/>
          </a:xfrm>
          <a:prstGeom prst="rect">
            <a:avLst/>
          </a:prstGeom>
        </p:spPr>
      </p:pic>
      <p:sp>
        <p:nvSpPr>
          <p:cNvPr id="16" name="Text 11"/>
          <p:cNvSpPr/>
          <p:nvPr/>
        </p:nvSpPr>
        <p:spPr>
          <a:xfrm>
            <a:off x="6675120" y="1460317"/>
            <a:ext cx="1965960" cy="320040"/>
          </a:xfrm>
          <a:prstGeom prst="rect">
            <a:avLst/>
          </a:prstGeom>
          <a:noFill/>
          <a:ln/>
        </p:spPr>
        <p:txBody>
          <a:bodyPr wrap="square" lIns="0" tIns="0" rIns="0" bIns="0" rtlCol="0" anchor="ctr"/>
          <a:lstStyle/>
          <a:p>
            <a:pPr marL="0" indent="0">
              <a:buNone/>
            </a:pPr>
            <a:r>
              <a:rPr lang="en-US" sz="1300" b="1" dirty="0">
                <a:solidFill>
                  <a:srgbClr val="00B4D8"/>
                </a:solidFill>
                <a:latin typeface="Trebuchet MS" pitchFamily="34" charset="0"/>
                <a:ea typeface="Trebuchet MS" pitchFamily="34" charset="-122"/>
                <a:cs typeface="Trebuchet MS" pitchFamily="34" charset="-120"/>
              </a:rPr>
              <a:t>Exception Economy</a:t>
            </a:r>
            <a:endParaRPr lang="en-US" sz="1300" dirty="0"/>
          </a:p>
        </p:txBody>
      </p:sp>
      <p:sp>
        <p:nvSpPr>
          <p:cNvPr id="17" name="Text 12"/>
          <p:cNvSpPr/>
          <p:nvPr/>
        </p:nvSpPr>
        <p:spPr>
          <a:xfrm>
            <a:off x="6263640" y="1780970"/>
            <a:ext cx="2377440" cy="896112"/>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Every action carries cost/risk/impact estimate. Exceptions are exposed. Autonomy is calculated, with cumulative exposure tracking.</a:t>
            </a:r>
            <a:endParaRPr lang="en-US" sz="1000" dirty="0"/>
          </a:p>
        </p:txBody>
      </p:sp>
      <p:sp>
        <p:nvSpPr>
          <p:cNvPr id="20" name="Shape 15"/>
          <p:cNvSpPr/>
          <p:nvPr/>
        </p:nvSpPr>
        <p:spPr>
          <a:xfrm>
            <a:off x="457200" y="3198324"/>
            <a:ext cx="2651760" cy="1389043"/>
          </a:xfrm>
          <a:prstGeom prst="rect">
            <a:avLst/>
          </a:prstGeom>
          <a:solidFill>
            <a:srgbClr val="1B2838"/>
          </a:solidFill>
          <a:ln/>
          <a:effectLst>
            <a:outerShdw blurRad="101600" dist="38100" dir="8100000" algn="bl" rotWithShape="0">
              <a:srgbClr val="000000">
                <a:alpha val="25000"/>
              </a:srgbClr>
            </a:outerShdw>
          </a:effectLst>
        </p:spPr>
      </p:sp>
      <p:pic>
        <p:nvPicPr>
          <p:cNvPr id="21" name="Image 3" descr="preencoded.png"/>
          <p:cNvPicPr>
            <a:picLocks noChangeAspect="1"/>
          </p:cNvPicPr>
          <p:nvPr/>
        </p:nvPicPr>
        <p:blipFill>
          <a:blip r:embed="rId6"/>
          <a:stretch>
            <a:fillRect/>
          </a:stretch>
        </p:blipFill>
        <p:spPr>
          <a:xfrm>
            <a:off x="566928" y="3271477"/>
            <a:ext cx="320040" cy="320040"/>
          </a:xfrm>
          <a:prstGeom prst="rect">
            <a:avLst/>
          </a:prstGeom>
        </p:spPr>
      </p:pic>
      <p:sp>
        <p:nvSpPr>
          <p:cNvPr id="22" name="Text 16"/>
          <p:cNvSpPr/>
          <p:nvPr/>
        </p:nvSpPr>
        <p:spPr>
          <a:xfrm>
            <a:off x="960120" y="3271477"/>
            <a:ext cx="2011680" cy="274320"/>
          </a:xfrm>
          <a:prstGeom prst="rect">
            <a:avLst/>
          </a:prstGeom>
          <a:noFill/>
          <a:ln/>
        </p:spPr>
        <p:txBody>
          <a:bodyPr wrap="square" lIns="0" tIns="0" rIns="0" bIns="0" rtlCol="0" anchor="ctr"/>
          <a:lstStyle/>
          <a:p>
            <a:pPr marL="0" indent="0">
              <a:buNone/>
            </a:pPr>
            <a:r>
              <a:rPr lang="en-US" sz="1200" b="1" dirty="0">
                <a:solidFill>
                  <a:srgbClr val="2A9D8F"/>
                </a:solidFill>
                <a:latin typeface="Trebuchet MS" pitchFamily="34" charset="0"/>
                <a:ea typeface="Trebuchet MS" pitchFamily="34" charset="-122"/>
                <a:cs typeface="Trebuchet MS" pitchFamily="34" charset="-120"/>
              </a:rPr>
              <a:t>Digital Twins as AI Tools</a:t>
            </a:r>
            <a:endParaRPr lang="en-US" sz="1200" dirty="0"/>
          </a:p>
        </p:txBody>
      </p:sp>
      <p:sp>
        <p:nvSpPr>
          <p:cNvPr id="23" name="Text 17"/>
          <p:cNvSpPr/>
          <p:nvPr/>
        </p:nvSpPr>
        <p:spPr>
          <a:xfrm>
            <a:off x="594360" y="3618950"/>
            <a:ext cx="2377440" cy="640080"/>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Twins serve agents, not dashboards. Consulted before, during, and after execution for simulation and prediction. ADAM works with more than 3-dimensions at atomic scale.</a:t>
            </a:r>
            <a:endParaRPr lang="en-US" sz="1000" dirty="0"/>
          </a:p>
        </p:txBody>
      </p:sp>
      <p:sp>
        <p:nvSpPr>
          <p:cNvPr id="24" name="Shape 18"/>
          <p:cNvSpPr/>
          <p:nvPr/>
        </p:nvSpPr>
        <p:spPr>
          <a:xfrm>
            <a:off x="3291840" y="3198324"/>
            <a:ext cx="2651760" cy="1389043"/>
          </a:xfrm>
          <a:prstGeom prst="rect">
            <a:avLst/>
          </a:prstGeom>
          <a:solidFill>
            <a:srgbClr val="1B2838"/>
          </a:solidFill>
          <a:ln/>
          <a:effectLst>
            <a:outerShdw blurRad="101600" dist="38100" dir="8100000" algn="bl" rotWithShape="0">
              <a:srgbClr val="000000">
                <a:alpha val="25000"/>
              </a:srgbClr>
            </a:outerShdw>
          </a:effectLst>
        </p:spPr>
      </p:sp>
      <p:pic>
        <p:nvPicPr>
          <p:cNvPr id="25" name="Image 4" descr="preencoded.png"/>
          <p:cNvPicPr>
            <a:picLocks noChangeAspect="1"/>
          </p:cNvPicPr>
          <p:nvPr/>
        </p:nvPicPr>
        <p:blipFill>
          <a:blip r:embed="rId7"/>
          <a:stretch>
            <a:fillRect/>
          </a:stretch>
        </p:blipFill>
        <p:spPr>
          <a:xfrm>
            <a:off x="3401568" y="3271477"/>
            <a:ext cx="320040" cy="320040"/>
          </a:xfrm>
          <a:prstGeom prst="rect">
            <a:avLst/>
          </a:prstGeom>
        </p:spPr>
      </p:pic>
      <p:sp>
        <p:nvSpPr>
          <p:cNvPr id="26" name="Text 19"/>
          <p:cNvSpPr/>
          <p:nvPr/>
        </p:nvSpPr>
        <p:spPr>
          <a:xfrm>
            <a:off x="3794760" y="3271477"/>
            <a:ext cx="2011680" cy="274320"/>
          </a:xfrm>
          <a:prstGeom prst="rect">
            <a:avLst/>
          </a:prstGeom>
          <a:noFill/>
          <a:ln/>
        </p:spPr>
        <p:txBody>
          <a:bodyPr wrap="square" lIns="0" tIns="0" rIns="0" bIns="0" rtlCol="0" anchor="ctr"/>
          <a:lstStyle/>
          <a:p>
            <a:pPr marL="0" indent="0">
              <a:buNone/>
            </a:pPr>
            <a:r>
              <a:rPr lang="en-US" sz="1200" b="1" dirty="0">
                <a:solidFill>
                  <a:srgbClr val="2A9D8F"/>
                </a:solidFill>
                <a:latin typeface="Trebuchet MS" pitchFamily="34" charset="0"/>
                <a:ea typeface="Trebuchet MS" pitchFamily="34" charset="-122"/>
                <a:cs typeface="Trebuchet MS" pitchFamily="34" charset="-120"/>
              </a:rPr>
              <a:t>BOSS Scoring Formulas</a:t>
            </a:r>
            <a:endParaRPr lang="en-US" sz="1200" dirty="0"/>
          </a:p>
        </p:txBody>
      </p:sp>
      <p:sp>
        <p:nvSpPr>
          <p:cNvPr id="27" name="Text 20"/>
          <p:cNvSpPr/>
          <p:nvPr/>
        </p:nvSpPr>
        <p:spPr>
          <a:xfrm>
            <a:off x="3429000" y="3584600"/>
            <a:ext cx="2377440" cy="640080"/>
          </a:xfrm>
          <a:prstGeom prst="rect">
            <a:avLst/>
          </a:prstGeom>
          <a:noFill/>
          <a:ln/>
        </p:spPr>
        <p:txBody>
          <a:bodyPr wrap="square" lIns="0" tIns="0" rIns="0" bIns="0" rtlCol="0" anchor="ctr"/>
          <a:lstStyle/>
          <a:p>
            <a:r>
              <a:rPr lang="en-US" sz="1000" dirty="0">
                <a:solidFill>
                  <a:srgbClr val="CAD2C5"/>
                </a:solidFill>
                <a:latin typeface="Calibri" pitchFamily="34" charset="0"/>
                <a:ea typeface="Calibri" pitchFamily="34" charset="-122"/>
                <a:cs typeface="Calibri" pitchFamily="34" charset="-120"/>
              </a:rPr>
              <a:t>Governance and autonomous decision dimensional scoring directly tied to industry frameworks and scoring structures. </a:t>
            </a:r>
          </a:p>
        </p:txBody>
      </p:sp>
      <p:sp>
        <p:nvSpPr>
          <p:cNvPr id="28" name="Shape 21"/>
          <p:cNvSpPr/>
          <p:nvPr/>
        </p:nvSpPr>
        <p:spPr>
          <a:xfrm>
            <a:off x="6126480" y="3198324"/>
            <a:ext cx="2651760" cy="1389043"/>
          </a:xfrm>
          <a:prstGeom prst="rect">
            <a:avLst/>
          </a:prstGeom>
          <a:solidFill>
            <a:srgbClr val="1B2838"/>
          </a:solidFill>
          <a:ln/>
          <a:effectLst>
            <a:outerShdw blurRad="101600" dist="38100" dir="8100000" algn="bl" rotWithShape="0">
              <a:srgbClr val="000000">
                <a:alpha val="25000"/>
              </a:srgbClr>
            </a:outerShdw>
          </a:effectLst>
        </p:spPr>
      </p:sp>
      <p:pic>
        <p:nvPicPr>
          <p:cNvPr id="29" name="Image 5" descr="preencoded.png"/>
          <p:cNvPicPr>
            <a:picLocks noChangeAspect="1"/>
          </p:cNvPicPr>
          <p:nvPr/>
        </p:nvPicPr>
        <p:blipFill>
          <a:blip r:embed="rId8"/>
          <a:stretch>
            <a:fillRect/>
          </a:stretch>
        </p:blipFill>
        <p:spPr>
          <a:xfrm>
            <a:off x="6236208" y="3271477"/>
            <a:ext cx="320040" cy="320040"/>
          </a:xfrm>
          <a:prstGeom prst="rect">
            <a:avLst/>
          </a:prstGeom>
        </p:spPr>
      </p:pic>
      <p:sp>
        <p:nvSpPr>
          <p:cNvPr id="30" name="Text 22"/>
          <p:cNvSpPr/>
          <p:nvPr/>
        </p:nvSpPr>
        <p:spPr>
          <a:xfrm>
            <a:off x="6629400" y="3271477"/>
            <a:ext cx="2011680" cy="274320"/>
          </a:xfrm>
          <a:prstGeom prst="rect">
            <a:avLst/>
          </a:prstGeom>
          <a:noFill/>
          <a:ln/>
        </p:spPr>
        <p:txBody>
          <a:bodyPr wrap="square" lIns="0" tIns="0" rIns="0" bIns="0" rtlCol="0" anchor="ctr"/>
          <a:lstStyle/>
          <a:p>
            <a:pPr marL="0" indent="0">
              <a:buNone/>
            </a:pPr>
            <a:r>
              <a:rPr lang="en-US" sz="1200" b="1" dirty="0">
                <a:solidFill>
                  <a:srgbClr val="2A9D8F"/>
                </a:solidFill>
                <a:latin typeface="Trebuchet MS" pitchFamily="34" charset="0"/>
                <a:ea typeface="Trebuchet MS" pitchFamily="34" charset="-122"/>
                <a:cs typeface="Trebuchet MS" pitchFamily="34" charset="-120"/>
              </a:rPr>
              <a:t>Formal Intent Objects</a:t>
            </a:r>
            <a:endParaRPr lang="en-US" sz="1200" dirty="0"/>
          </a:p>
        </p:txBody>
      </p:sp>
      <p:sp>
        <p:nvSpPr>
          <p:cNvPr id="31" name="Text 23"/>
          <p:cNvSpPr/>
          <p:nvPr/>
        </p:nvSpPr>
        <p:spPr>
          <a:xfrm>
            <a:off x="6263640" y="3698748"/>
            <a:ext cx="2377440" cy="640080"/>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Structured schema: outcomes, constraints, risk tolerance, urgency. Versioned, stored, auditable.</a:t>
            </a:r>
          </a:p>
          <a:p>
            <a:pPr marL="0" indent="0">
              <a:buNone/>
            </a:pPr>
            <a:r>
              <a:rPr lang="en-US" sz="1000" dirty="0">
                <a:solidFill>
                  <a:srgbClr val="CAD2C5"/>
                </a:solidFill>
                <a:latin typeface="Calibri" pitchFamily="34" charset="0"/>
                <a:ea typeface="Calibri" pitchFamily="34" charset="-122"/>
                <a:cs typeface="Calibri" pitchFamily="34" charset="-120"/>
              </a:rPr>
              <a:t>Intent defined by humans, coded for AI execution at scale.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182880"/>
            <a:ext cx="8229600" cy="68580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81+ Agents. 5 Layers. Zero Chaos.</a:t>
            </a:r>
            <a:endParaRPr lang="en-US" sz="3200" dirty="0"/>
          </a:p>
        </p:txBody>
      </p:sp>
      <p:sp>
        <p:nvSpPr>
          <p:cNvPr id="3" name="Text 1"/>
          <p:cNvSpPr/>
          <p:nvPr/>
        </p:nvSpPr>
        <p:spPr>
          <a:xfrm>
            <a:off x="548640" y="777240"/>
            <a:ext cx="8229600" cy="320040"/>
          </a:xfrm>
          <a:prstGeom prst="rect">
            <a:avLst/>
          </a:prstGeom>
          <a:noFill/>
          <a:ln/>
        </p:spPr>
        <p:txBody>
          <a:bodyPr wrap="square" lIns="0" tIns="0" rIns="0" bIns="0" rtlCol="0" anchor="ctr"/>
          <a:lstStyle/>
          <a:p>
            <a:pPr marL="0" indent="0">
              <a:buNone/>
            </a:pPr>
            <a:r>
              <a:rPr lang="en-US" sz="1300" i="1" dirty="0">
                <a:solidFill>
                  <a:srgbClr val="FFB703"/>
                </a:solidFill>
                <a:latin typeface="Calibri" pitchFamily="34" charset="0"/>
                <a:ea typeface="Calibri" pitchFamily="34" charset="-122"/>
                <a:cs typeface="Calibri" pitchFamily="34" charset="-120"/>
              </a:rPr>
              <a:t>Baseline framework — actual agent count adapts to each company's DNA</a:t>
            </a:r>
            <a:endParaRPr lang="en-US" sz="1300" dirty="0"/>
          </a:p>
        </p:txBody>
      </p:sp>
      <p:pic>
        <p:nvPicPr>
          <p:cNvPr id="4" name="Image 0" descr="preencoded.png"/>
          <p:cNvPicPr>
            <a:picLocks noChangeAspect="1"/>
          </p:cNvPicPr>
          <p:nvPr/>
        </p:nvPicPr>
        <p:blipFill>
          <a:blip r:embed="rId3">
            <a:alphaModFix amt="40000"/>
          </a:blip>
          <a:stretch>
            <a:fillRect/>
          </a:stretch>
        </p:blipFill>
        <p:spPr>
          <a:xfrm>
            <a:off x="8046720" y="137160"/>
            <a:ext cx="914400" cy="914400"/>
          </a:xfrm>
          <a:prstGeom prst="rect">
            <a:avLst/>
          </a:prstGeom>
        </p:spPr>
      </p:pic>
      <p:sp>
        <p:nvSpPr>
          <p:cNvPr id="5" name="Shape 2"/>
          <p:cNvSpPr/>
          <p:nvPr/>
        </p:nvSpPr>
        <p:spPr>
          <a:xfrm>
            <a:off x="457200" y="1280160"/>
            <a:ext cx="8229600" cy="566928"/>
          </a:xfrm>
          <a:prstGeom prst="rect">
            <a:avLst/>
          </a:prstGeom>
          <a:solidFill>
            <a:srgbClr val="1E3A5F"/>
          </a:solidFill>
          <a:ln/>
          <a:effectLst>
            <a:outerShdw blurRad="101600" dist="38100" dir="8100000" algn="bl" rotWithShape="0">
              <a:srgbClr val="000000">
                <a:alpha val="25000"/>
              </a:srgbClr>
            </a:outerShdw>
          </a:effectLst>
        </p:spPr>
      </p:sp>
      <p:sp>
        <p:nvSpPr>
          <p:cNvPr id="6" name="Shape 3"/>
          <p:cNvSpPr/>
          <p:nvPr/>
        </p:nvSpPr>
        <p:spPr>
          <a:xfrm>
            <a:off x="457200" y="1280160"/>
            <a:ext cx="73152" cy="566928"/>
          </a:xfrm>
          <a:prstGeom prst="rect">
            <a:avLst/>
          </a:prstGeom>
          <a:solidFill>
            <a:srgbClr val="FFB703"/>
          </a:solidFill>
          <a:ln/>
        </p:spPr>
      </p:sp>
      <p:pic>
        <p:nvPicPr>
          <p:cNvPr id="7" name="Image 1" descr="preencoded.png"/>
          <p:cNvPicPr>
            <a:picLocks noChangeAspect="1"/>
          </p:cNvPicPr>
          <p:nvPr/>
        </p:nvPicPr>
        <p:blipFill>
          <a:blip r:embed="rId4"/>
          <a:stretch>
            <a:fillRect/>
          </a:stretch>
        </p:blipFill>
        <p:spPr>
          <a:xfrm>
            <a:off x="640080" y="1335024"/>
            <a:ext cx="384048" cy="384048"/>
          </a:xfrm>
          <a:prstGeom prst="rect">
            <a:avLst/>
          </a:prstGeom>
        </p:spPr>
      </p:pic>
      <p:sp>
        <p:nvSpPr>
          <p:cNvPr id="8" name="Text 4"/>
          <p:cNvSpPr/>
          <p:nvPr/>
        </p:nvSpPr>
        <p:spPr>
          <a:xfrm>
            <a:off x="1097280" y="1280160"/>
            <a:ext cx="731520" cy="566928"/>
          </a:xfrm>
          <a:prstGeom prst="rect">
            <a:avLst/>
          </a:prstGeom>
          <a:noFill/>
          <a:ln/>
        </p:spPr>
        <p:txBody>
          <a:bodyPr wrap="square" lIns="0" tIns="0" rIns="0" bIns="0" rtlCol="0" anchor="ctr"/>
          <a:lstStyle/>
          <a:p>
            <a:pPr marL="0" indent="0" algn="ctr">
              <a:buNone/>
            </a:pPr>
            <a:r>
              <a:rPr lang="en-US" sz="2200" b="1" dirty="0">
                <a:solidFill>
                  <a:srgbClr val="FFB703"/>
                </a:solidFill>
                <a:latin typeface="Trebuchet MS" pitchFamily="34" charset="0"/>
                <a:ea typeface="Trebuchet MS" pitchFamily="34" charset="-122"/>
                <a:cs typeface="Trebuchet MS" pitchFamily="34" charset="-120"/>
              </a:rPr>
              <a:t>3</a:t>
            </a:r>
            <a:endParaRPr lang="en-US" sz="2200" dirty="0"/>
          </a:p>
        </p:txBody>
      </p:sp>
      <p:sp>
        <p:nvSpPr>
          <p:cNvPr id="9" name="Text 5"/>
          <p:cNvSpPr/>
          <p:nvPr/>
        </p:nvSpPr>
        <p:spPr>
          <a:xfrm>
            <a:off x="1920240" y="1280160"/>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HUMAN INTERFACE</a:t>
            </a:r>
            <a:endParaRPr lang="en-US" sz="1200" dirty="0"/>
          </a:p>
        </p:txBody>
      </p:sp>
      <p:sp>
        <p:nvSpPr>
          <p:cNvPr id="10" name="Text 6"/>
          <p:cNvSpPr/>
          <p:nvPr/>
        </p:nvSpPr>
        <p:spPr>
          <a:xfrm>
            <a:off x="1920240" y="1554480"/>
            <a:ext cx="6583680" cy="274320"/>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Intent Interpretation  |  Trust Gateway  |  Explain-Back</a:t>
            </a:r>
            <a:endParaRPr lang="en-US" sz="1000" dirty="0"/>
          </a:p>
        </p:txBody>
      </p:sp>
      <p:sp>
        <p:nvSpPr>
          <p:cNvPr id="11" name="Shape 7"/>
          <p:cNvSpPr/>
          <p:nvPr/>
        </p:nvSpPr>
        <p:spPr>
          <a:xfrm>
            <a:off x="457200" y="1938528"/>
            <a:ext cx="8229600" cy="566928"/>
          </a:xfrm>
          <a:prstGeom prst="rect">
            <a:avLst/>
          </a:prstGeom>
          <a:solidFill>
            <a:srgbClr val="1E3A5F"/>
          </a:solidFill>
          <a:ln/>
          <a:effectLst>
            <a:outerShdw blurRad="101600" dist="38100" dir="8100000" algn="bl" rotWithShape="0">
              <a:srgbClr val="000000">
                <a:alpha val="25000"/>
              </a:srgbClr>
            </a:outerShdw>
          </a:effectLst>
        </p:spPr>
      </p:sp>
      <p:sp>
        <p:nvSpPr>
          <p:cNvPr id="12" name="Shape 8"/>
          <p:cNvSpPr/>
          <p:nvPr/>
        </p:nvSpPr>
        <p:spPr>
          <a:xfrm>
            <a:off x="457200" y="1938528"/>
            <a:ext cx="73152" cy="566928"/>
          </a:xfrm>
          <a:prstGeom prst="rect">
            <a:avLst/>
          </a:prstGeom>
          <a:solidFill>
            <a:srgbClr val="00B4D8"/>
          </a:solidFill>
          <a:ln/>
        </p:spPr>
      </p:sp>
      <p:pic>
        <p:nvPicPr>
          <p:cNvPr id="13" name="Image 2" descr="preencoded.png"/>
          <p:cNvPicPr>
            <a:picLocks noChangeAspect="1"/>
          </p:cNvPicPr>
          <p:nvPr/>
        </p:nvPicPr>
        <p:blipFill>
          <a:blip r:embed="rId5"/>
          <a:stretch>
            <a:fillRect/>
          </a:stretch>
        </p:blipFill>
        <p:spPr>
          <a:xfrm>
            <a:off x="640080" y="1993392"/>
            <a:ext cx="384048" cy="384048"/>
          </a:xfrm>
          <a:prstGeom prst="rect">
            <a:avLst/>
          </a:prstGeom>
        </p:spPr>
      </p:pic>
      <p:sp>
        <p:nvSpPr>
          <p:cNvPr id="14" name="Text 9"/>
          <p:cNvSpPr/>
          <p:nvPr/>
        </p:nvSpPr>
        <p:spPr>
          <a:xfrm>
            <a:off x="1097280" y="1938528"/>
            <a:ext cx="731520" cy="566928"/>
          </a:xfrm>
          <a:prstGeom prst="rect">
            <a:avLst/>
          </a:prstGeom>
          <a:noFill/>
          <a:ln/>
        </p:spPr>
        <p:txBody>
          <a:bodyPr wrap="square" lIns="0" tIns="0" rIns="0" bIns="0" rtlCol="0" anchor="ctr"/>
          <a:lstStyle/>
          <a:p>
            <a:pPr marL="0" indent="0" algn="ctr">
              <a:buNone/>
            </a:pPr>
            <a:r>
              <a:rPr lang="en-US" sz="2200" b="1" dirty="0">
                <a:solidFill>
                  <a:srgbClr val="00B4D8"/>
                </a:solidFill>
                <a:latin typeface="Trebuchet MS" pitchFamily="34" charset="0"/>
                <a:ea typeface="Trebuchet MS" pitchFamily="34" charset="-122"/>
                <a:cs typeface="Trebuchet MS" pitchFamily="34" charset="-120"/>
              </a:rPr>
              <a:t>5</a:t>
            </a:r>
            <a:endParaRPr lang="en-US" sz="2200" dirty="0"/>
          </a:p>
        </p:txBody>
      </p:sp>
      <p:sp>
        <p:nvSpPr>
          <p:cNvPr id="15" name="Text 10"/>
          <p:cNvSpPr/>
          <p:nvPr/>
        </p:nvSpPr>
        <p:spPr>
          <a:xfrm>
            <a:off x="1920240" y="1938528"/>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DOMAIN GOVERNORS</a:t>
            </a:r>
            <a:endParaRPr lang="en-US" sz="1200" dirty="0"/>
          </a:p>
        </p:txBody>
      </p:sp>
      <p:sp>
        <p:nvSpPr>
          <p:cNvPr id="16" name="Text 11"/>
          <p:cNvSpPr/>
          <p:nvPr/>
        </p:nvSpPr>
        <p:spPr>
          <a:xfrm>
            <a:off x="1920240" y="2212848"/>
            <a:ext cx="6583680" cy="274320"/>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Financial  |  Legal  |  Risk  |  Market  |  Strategy — ALL must concur before execution</a:t>
            </a:r>
            <a:endParaRPr lang="en-US" sz="1000" dirty="0"/>
          </a:p>
        </p:txBody>
      </p:sp>
      <p:sp>
        <p:nvSpPr>
          <p:cNvPr id="17" name="Shape 12"/>
          <p:cNvSpPr/>
          <p:nvPr/>
        </p:nvSpPr>
        <p:spPr>
          <a:xfrm>
            <a:off x="457200" y="2596896"/>
            <a:ext cx="8229600" cy="566928"/>
          </a:xfrm>
          <a:prstGeom prst="rect">
            <a:avLst/>
          </a:prstGeom>
          <a:solidFill>
            <a:srgbClr val="1E3A5F"/>
          </a:solidFill>
          <a:ln/>
          <a:effectLst>
            <a:outerShdw blurRad="101600" dist="38100" dir="8100000" algn="bl" rotWithShape="0">
              <a:srgbClr val="000000">
                <a:alpha val="25000"/>
              </a:srgbClr>
            </a:outerShdw>
          </a:effectLst>
        </p:spPr>
      </p:sp>
      <p:sp>
        <p:nvSpPr>
          <p:cNvPr id="18" name="Shape 13"/>
          <p:cNvSpPr/>
          <p:nvPr/>
        </p:nvSpPr>
        <p:spPr>
          <a:xfrm>
            <a:off x="457200" y="2596896"/>
            <a:ext cx="73152" cy="566928"/>
          </a:xfrm>
          <a:prstGeom prst="rect">
            <a:avLst/>
          </a:prstGeom>
          <a:solidFill>
            <a:srgbClr val="48CAE4"/>
          </a:solidFill>
          <a:ln/>
        </p:spPr>
      </p:sp>
      <p:pic>
        <p:nvPicPr>
          <p:cNvPr id="19" name="Image 3" descr="preencoded.png"/>
          <p:cNvPicPr>
            <a:picLocks noChangeAspect="1"/>
          </p:cNvPicPr>
          <p:nvPr/>
        </p:nvPicPr>
        <p:blipFill>
          <a:blip r:embed="rId6"/>
          <a:stretch>
            <a:fillRect/>
          </a:stretch>
        </p:blipFill>
        <p:spPr>
          <a:xfrm>
            <a:off x="640080" y="2651760"/>
            <a:ext cx="384048" cy="384048"/>
          </a:xfrm>
          <a:prstGeom prst="rect">
            <a:avLst/>
          </a:prstGeom>
        </p:spPr>
      </p:pic>
      <p:sp>
        <p:nvSpPr>
          <p:cNvPr id="20" name="Text 14"/>
          <p:cNvSpPr/>
          <p:nvPr/>
        </p:nvSpPr>
        <p:spPr>
          <a:xfrm>
            <a:off x="1097280" y="2596896"/>
            <a:ext cx="731520" cy="566928"/>
          </a:xfrm>
          <a:prstGeom prst="rect">
            <a:avLst/>
          </a:prstGeom>
          <a:noFill/>
          <a:ln/>
        </p:spPr>
        <p:txBody>
          <a:bodyPr wrap="square" lIns="0" tIns="0" rIns="0" bIns="0" rtlCol="0" anchor="ctr"/>
          <a:lstStyle/>
          <a:p>
            <a:pPr marL="0" indent="0" algn="ctr">
              <a:buNone/>
            </a:pPr>
            <a:r>
              <a:rPr lang="en-US" sz="2200" b="1" dirty="0">
                <a:solidFill>
                  <a:srgbClr val="48CAE4"/>
                </a:solidFill>
                <a:latin typeface="Trebuchet MS" pitchFamily="34" charset="0"/>
                <a:ea typeface="Trebuchet MS" pitchFamily="34" charset="-122"/>
                <a:cs typeface="Trebuchet MS" pitchFamily="34" charset="-120"/>
              </a:rPr>
              <a:t>4</a:t>
            </a:r>
            <a:endParaRPr lang="en-US" sz="2200" dirty="0"/>
          </a:p>
        </p:txBody>
      </p:sp>
      <p:sp>
        <p:nvSpPr>
          <p:cNvPr id="21" name="Text 15"/>
          <p:cNvSpPr/>
          <p:nvPr/>
        </p:nvSpPr>
        <p:spPr>
          <a:xfrm>
            <a:off x="1920240" y="2596896"/>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ORCHESTRATION PLANE</a:t>
            </a:r>
            <a:endParaRPr lang="en-US" sz="1200" dirty="0"/>
          </a:p>
        </p:txBody>
      </p:sp>
      <p:sp>
        <p:nvSpPr>
          <p:cNvPr id="22" name="Text 16"/>
          <p:cNvSpPr/>
          <p:nvPr/>
        </p:nvSpPr>
        <p:spPr>
          <a:xfrm>
            <a:off x="1920240" y="2871216"/>
            <a:ext cx="6583680" cy="274320"/>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Policy  |  Exception  |  Evidence  |  Recovery hooks — Deterministic execution + rollback</a:t>
            </a:r>
            <a:endParaRPr lang="en-US" sz="1000" dirty="0"/>
          </a:p>
        </p:txBody>
      </p:sp>
      <p:sp>
        <p:nvSpPr>
          <p:cNvPr id="23" name="Shape 17"/>
          <p:cNvSpPr/>
          <p:nvPr/>
        </p:nvSpPr>
        <p:spPr>
          <a:xfrm>
            <a:off x="457200" y="3255264"/>
            <a:ext cx="8229600" cy="566928"/>
          </a:xfrm>
          <a:prstGeom prst="rect">
            <a:avLst/>
          </a:prstGeom>
          <a:solidFill>
            <a:srgbClr val="1E3A5F"/>
          </a:solidFill>
          <a:ln/>
          <a:effectLst>
            <a:outerShdw blurRad="101600" dist="38100" dir="8100000" algn="bl" rotWithShape="0">
              <a:srgbClr val="000000">
                <a:alpha val="25000"/>
              </a:srgbClr>
            </a:outerShdw>
          </a:effectLst>
        </p:spPr>
      </p:sp>
      <p:sp>
        <p:nvSpPr>
          <p:cNvPr id="24" name="Shape 18"/>
          <p:cNvSpPr/>
          <p:nvPr/>
        </p:nvSpPr>
        <p:spPr>
          <a:xfrm>
            <a:off x="457200" y="3255264"/>
            <a:ext cx="73152" cy="566928"/>
          </a:xfrm>
          <a:prstGeom prst="rect">
            <a:avLst/>
          </a:prstGeom>
          <a:solidFill>
            <a:srgbClr val="2A9D8F"/>
          </a:solidFill>
          <a:ln/>
        </p:spPr>
      </p:sp>
      <p:pic>
        <p:nvPicPr>
          <p:cNvPr id="25" name="Image 4" descr="preencoded.png"/>
          <p:cNvPicPr>
            <a:picLocks noChangeAspect="1"/>
          </p:cNvPicPr>
          <p:nvPr/>
        </p:nvPicPr>
        <p:blipFill>
          <a:blip r:embed="rId7"/>
          <a:stretch>
            <a:fillRect/>
          </a:stretch>
        </p:blipFill>
        <p:spPr>
          <a:xfrm>
            <a:off x="640080" y="3310128"/>
            <a:ext cx="384048" cy="384048"/>
          </a:xfrm>
          <a:prstGeom prst="rect">
            <a:avLst/>
          </a:prstGeom>
        </p:spPr>
      </p:pic>
      <p:sp>
        <p:nvSpPr>
          <p:cNvPr id="26" name="Text 19"/>
          <p:cNvSpPr/>
          <p:nvPr/>
        </p:nvSpPr>
        <p:spPr>
          <a:xfrm>
            <a:off x="1097280" y="3255264"/>
            <a:ext cx="731520" cy="566928"/>
          </a:xfrm>
          <a:prstGeom prst="rect">
            <a:avLst/>
          </a:prstGeom>
          <a:noFill/>
          <a:ln/>
        </p:spPr>
        <p:txBody>
          <a:bodyPr wrap="square" lIns="0" tIns="0" rIns="0" bIns="0" rtlCol="0" anchor="ctr"/>
          <a:lstStyle/>
          <a:p>
            <a:pPr marL="0" indent="0" algn="ctr">
              <a:buNone/>
            </a:pPr>
            <a:r>
              <a:rPr lang="en-US" sz="2200" b="1" dirty="0">
                <a:solidFill>
                  <a:srgbClr val="2A9D8F"/>
                </a:solidFill>
                <a:latin typeface="Trebuchet MS" pitchFamily="34" charset="0"/>
                <a:ea typeface="Trebuchet MS" pitchFamily="34" charset="-122"/>
                <a:cs typeface="Trebuchet MS" pitchFamily="34" charset="-120"/>
              </a:rPr>
              <a:t>63+</a:t>
            </a:r>
            <a:endParaRPr lang="en-US" sz="2200" dirty="0"/>
          </a:p>
        </p:txBody>
      </p:sp>
      <p:sp>
        <p:nvSpPr>
          <p:cNvPr id="27" name="Text 20"/>
          <p:cNvSpPr/>
          <p:nvPr/>
        </p:nvSpPr>
        <p:spPr>
          <a:xfrm>
            <a:off x="1920240" y="3255264"/>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AGENTIC WORK GROUPS</a:t>
            </a:r>
            <a:endParaRPr lang="en-US" sz="1200" dirty="0"/>
          </a:p>
        </p:txBody>
      </p:sp>
      <p:sp>
        <p:nvSpPr>
          <p:cNvPr id="28" name="Text 21"/>
          <p:cNvSpPr/>
          <p:nvPr/>
        </p:nvSpPr>
        <p:spPr>
          <a:xfrm>
            <a:off x="1920240" y="3529584"/>
            <a:ext cx="6583680" cy="274320"/>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39 Corporate + 23 AI-Native — Simple-responsibility agents executing within bounded scope</a:t>
            </a:r>
            <a:endParaRPr lang="en-US" sz="1000" dirty="0"/>
          </a:p>
        </p:txBody>
      </p:sp>
      <p:sp>
        <p:nvSpPr>
          <p:cNvPr id="29" name="Shape 22"/>
          <p:cNvSpPr/>
          <p:nvPr/>
        </p:nvSpPr>
        <p:spPr>
          <a:xfrm>
            <a:off x="457200" y="3913632"/>
            <a:ext cx="8229600" cy="566928"/>
          </a:xfrm>
          <a:prstGeom prst="rect">
            <a:avLst/>
          </a:prstGeom>
          <a:solidFill>
            <a:srgbClr val="1E3A5F"/>
          </a:solidFill>
          <a:ln/>
          <a:effectLst>
            <a:outerShdw blurRad="101600" dist="38100" dir="8100000" algn="bl" rotWithShape="0">
              <a:srgbClr val="000000">
                <a:alpha val="25000"/>
              </a:srgbClr>
            </a:outerShdw>
          </a:effectLst>
        </p:spPr>
      </p:sp>
      <p:sp>
        <p:nvSpPr>
          <p:cNvPr id="30" name="Shape 23"/>
          <p:cNvSpPr/>
          <p:nvPr/>
        </p:nvSpPr>
        <p:spPr>
          <a:xfrm>
            <a:off x="457200" y="3913632"/>
            <a:ext cx="73152" cy="566928"/>
          </a:xfrm>
          <a:prstGeom prst="rect">
            <a:avLst/>
          </a:prstGeom>
          <a:solidFill>
            <a:srgbClr val="0077B6"/>
          </a:solidFill>
          <a:ln/>
        </p:spPr>
      </p:sp>
      <p:pic>
        <p:nvPicPr>
          <p:cNvPr id="31" name="Image 5" descr="preencoded.png"/>
          <p:cNvPicPr>
            <a:picLocks noChangeAspect="1"/>
          </p:cNvPicPr>
          <p:nvPr/>
        </p:nvPicPr>
        <p:blipFill>
          <a:blip r:embed="rId8"/>
          <a:stretch>
            <a:fillRect/>
          </a:stretch>
        </p:blipFill>
        <p:spPr>
          <a:xfrm>
            <a:off x="640080" y="3968496"/>
            <a:ext cx="384048" cy="384048"/>
          </a:xfrm>
          <a:prstGeom prst="rect">
            <a:avLst/>
          </a:prstGeom>
        </p:spPr>
      </p:pic>
      <p:sp>
        <p:nvSpPr>
          <p:cNvPr id="32" name="Text 24"/>
          <p:cNvSpPr/>
          <p:nvPr/>
        </p:nvSpPr>
        <p:spPr>
          <a:xfrm>
            <a:off x="1097280" y="3913632"/>
            <a:ext cx="731520" cy="566928"/>
          </a:xfrm>
          <a:prstGeom prst="rect">
            <a:avLst/>
          </a:prstGeom>
          <a:noFill/>
          <a:ln/>
        </p:spPr>
        <p:txBody>
          <a:bodyPr wrap="square" lIns="0" tIns="0" rIns="0" bIns="0" rtlCol="0" anchor="ctr"/>
          <a:lstStyle/>
          <a:p>
            <a:pPr marL="0" indent="0" algn="ctr">
              <a:buNone/>
            </a:pPr>
            <a:r>
              <a:rPr lang="en-US" sz="2200" b="1" dirty="0">
                <a:solidFill>
                  <a:srgbClr val="0077B6"/>
                </a:solidFill>
                <a:latin typeface="Trebuchet MS" pitchFamily="34" charset="0"/>
              </a:rPr>
              <a:t>7</a:t>
            </a:r>
            <a:endParaRPr lang="en-US" sz="2200" dirty="0"/>
          </a:p>
        </p:txBody>
      </p:sp>
      <p:sp>
        <p:nvSpPr>
          <p:cNvPr id="33" name="Text 25"/>
          <p:cNvSpPr/>
          <p:nvPr/>
        </p:nvSpPr>
        <p:spPr>
          <a:xfrm>
            <a:off x="1920240" y="3913632"/>
            <a:ext cx="2286000" cy="32004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TWINS + META-GOV</a:t>
            </a:r>
            <a:endParaRPr lang="en-US" sz="1200" dirty="0"/>
          </a:p>
        </p:txBody>
      </p:sp>
      <p:sp>
        <p:nvSpPr>
          <p:cNvPr id="34" name="Text 26"/>
          <p:cNvSpPr/>
          <p:nvPr/>
        </p:nvSpPr>
        <p:spPr>
          <a:xfrm>
            <a:off x="1920240" y="4187952"/>
            <a:ext cx="6583680" cy="274320"/>
          </a:xfrm>
          <a:prstGeom prst="rect">
            <a:avLst/>
          </a:prstGeom>
          <a:noFill/>
          <a:ln/>
        </p:spPr>
        <p:txBody>
          <a:bodyPr wrap="square" lIns="0" tIns="0" rIns="0" bIns="0" rtlCol="0" anchor="ctr"/>
          <a:lstStyle/>
          <a:p>
            <a:pPr marL="0" indent="0">
              <a:buNone/>
            </a:pPr>
            <a:r>
              <a:rPr lang="en-US" sz="1000" dirty="0">
                <a:solidFill>
                  <a:srgbClr val="CAD2C5"/>
                </a:solidFill>
                <a:latin typeface="Calibri" pitchFamily="34" charset="0"/>
                <a:ea typeface="Calibri" pitchFamily="34" charset="-122"/>
                <a:cs typeface="Calibri" pitchFamily="34" charset="-120"/>
              </a:rPr>
              <a:t>Enterprise | Operational | Economic | Risk Twins + Stability + Integrity + Self-Audit</a:t>
            </a:r>
            <a:endParaRPr lang="en-US" sz="1000" dirty="0"/>
          </a:p>
        </p:txBody>
      </p:sp>
      <p:sp>
        <p:nvSpPr>
          <p:cNvPr id="35" name="Text 27"/>
          <p:cNvSpPr/>
          <p:nvPr/>
        </p:nvSpPr>
        <p:spPr>
          <a:xfrm>
            <a:off x="4297680" y="1792224"/>
            <a:ext cx="548640" cy="164592"/>
          </a:xfrm>
          <a:prstGeom prst="rect">
            <a:avLst/>
          </a:prstGeom>
          <a:noFill/>
          <a:ln/>
        </p:spPr>
        <p:txBody>
          <a:bodyPr wrap="square" lIns="0" tIns="0" rIns="0" bIns="0" rtlCol="0" anchor="ctr"/>
          <a:lstStyle/>
          <a:p>
            <a:pPr marL="0" indent="0" algn="ctr">
              <a:buNone/>
            </a:pPr>
            <a:r>
              <a:rPr lang="en-US" sz="1000" dirty="0">
                <a:solidFill>
                  <a:srgbClr val="00B4D8"/>
                </a:solidFill>
                <a:latin typeface="Calibri" pitchFamily="34" charset="0"/>
                <a:ea typeface="Calibri" pitchFamily="34" charset="-122"/>
                <a:cs typeface="Calibri" pitchFamily="34" charset="-120"/>
              </a:rPr>
              <a:t>▼</a:t>
            </a:r>
            <a:endParaRPr lang="en-US" sz="1000" dirty="0"/>
          </a:p>
        </p:txBody>
      </p:sp>
      <p:sp>
        <p:nvSpPr>
          <p:cNvPr id="36" name="Text 28"/>
          <p:cNvSpPr/>
          <p:nvPr/>
        </p:nvSpPr>
        <p:spPr>
          <a:xfrm>
            <a:off x="4297680" y="2450592"/>
            <a:ext cx="548640" cy="164592"/>
          </a:xfrm>
          <a:prstGeom prst="rect">
            <a:avLst/>
          </a:prstGeom>
          <a:noFill/>
          <a:ln/>
        </p:spPr>
        <p:txBody>
          <a:bodyPr wrap="square" lIns="0" tIns="0" rIns="0" bIns="0" rtlCol="0" anchor="ctr"/>
          <a:lstStyle/>
          <a:p>
            <a:pPr marL="0" indent="0" algn="ctr">
              <a:buNone/>
            </a:pPr>
            <a:r>
              <a:rPr lang="en-US" sz="1000" dirty="0">
                <a:solidFill>
                  <a:srgbClr val="00B4D8"/>
                </a:solidFill>
                <a:latin typeface="Calibri" pitchFamily="34" charset="0"/>
                <a:ea typeface="Calibri" pitchFamily="34" charset="-122"/>
                <a:cs typeface="Calibri" pitchFamily="34" charset="-120"/>
              </a:rPr>
              <a:t>▼</a:t>
            </a:r>
            <a:endParaRPr lang="en-US" sz="1000" dirty="0"/>
          </a:p>
        </p:txBody>
      </p:sp>
      <p:sp>
        <p:nvSpPr>
          <p:cNvPr id="37" name="Text 29"/>
          <p:cNvSpPr/>
          <p:nvPr/>
        </p:nvSpPr>
        <p:spPr>
          <a:xfrm>
            <a:off x="4297680" y="3108960"/>
            <a:ext cx="548640" cy="164592"/>
          </a:xfrm>
          <a:prstGeom prst="rect">
            <a:avLst/>
          </a:prstGeom>
          <a:noFill/>
          <a:ln/>
        </p:spPr>
        <p:txBody>
          <a:bodyPr wrap="square" lIns="0" tIns="0" rIns="0" bIns="0" rtlCol="0" anchor="ctr"/>
          <a:lstStyle/>
          <a:p>
            <a:pPr marL="0" indent="0" algn="ctr">
              <a:buNone/>
            </a:pPr>
            <a:r>
              <a:rPr lang="en-US" sz="1000" dirty="0">
                <a:solidFill>
                  <a:srgbClr val="00B4D8"/>
                </a:solidFill>
                <a:latin typeface="Calibri" pitchFamily="34" charset="0"/>
                <a:ea typeface="Calibri" pitchFamily="34" charset="-122"/>
                <a:cs typeface="Calibri" pitchFamily="34" charset="-120"/>
              </a:rPr>
              <a:t>▼</a:t>
            </a:r>
            <a:endParaRPr lang="en-US" sz="1000" dirty="0"/>
          </a:p>
        </p:txBody>
      </p:sp>
      <p:sp>
        <p:nvSpPr>
          <p:cNvPr id="38" name="Text 30"/>
          <p:cNvSpPr/>
          <p:nvPr/>
        </p:nvSpPr>
        <p:spPr>
          <a:xfrm>
            <a:off x="4297680" y="3767328"/>
            <a:ext cx="548640" cy="164592"/>
          </a:xfrm>
          <a:prstGeom prst="rect">
            <a:avLst/>
          </a:prstGeom>
          <a:noFill/>
          <a:ln/>
        </p:spPr>
        <p:txBody>
          <a:bodyPr wrap="square" lIns="0" tIns="0" rIns="0" bIns="0" rtlCol="0" anchor="ctr"/>
          <a:lstStyle/>
          <a:p>
            <a:pPr marL="0" indent="0" algn="ctr">
              <a:buNone/>
            </a:pPr>
            <a:r>
              <a:rPr lang="en-US" sz="1000" dirty="0">
                <a:solidFill>
                  <a:srgbClr val="00B4D8"/>
                </a:solidFill>
                <a:latin typeface="Calibri" pitchFamily="34" charset="0"/>
                <a:ea typeface="Calibri" pitchFamily="34" charset="-122"/>
                <a:cs typeface="Calibri" pitchFamily="34" charset="-120"/>
              </a:rPr>
              <a:t>▼</a:t>
            </a:r>
            <a:endParaRPr lang="en-US" sz="1000" dirty="0"/>
          </a:p>
        </p:txBody>
      </p:sp>
      <p:sp>
        <p:nvSpPr>
          <p:cNvPr id="39" name="Shape 31"/>
          <p:cNvSpPr/>
          <p:nvPr/>
        </p:nvSpPr>
        <p:spPr>
          <a:xfrm>
            <a:off x="457200" y="4617720"/>
            <a:ext cx="8229600" cy="457200"/>
          </a:xfrm>
          <a:prstGeom prst="rect">
            <a:avLst/>
          </a:prstGeom>
          <a:solidFill>
            <a:srgbClr val="1B2838"/>
          </a:solidFill>
          <a:ln/>
        </p:spPr>
      </p:sp>
      <p:sp>
        <p:nvSpPr>
          <p:cNvPr id="40" name="Text 32"/>
          <p:cNvSpPr/>
          <p:nvPr/>
        </p:nvSpPr>
        <p:spPr>
          <a:xfrm>
            <a:off x="640080" y="4645152"/>
            <a:ext cx="7863840" cy="411480"/>
          </a:xfrm>
          <a:prstGeom prst="rect">
            <a:avLst/>
          </a:prstGeom>
          <a:noFill/>
          <a:ln/>
        </p:spPr>
        <p:txBody>
          <a:bodyPr wrap="square" lIns="0" tIns="0" rIns="0" bIns="0" rtlCol="0" anchor="ctr"/>
          <a:lstStyle/>
          <a:p>
            <a:pPr marL="0" indent="0">
              <a:buNone/>
            </a:pPr>
            <a:r>
              <a:rPr lang="en-US" sz="1000" dirty="0">
                <a:solidFill>
                  <a:srgbClr val="00B4D8"/>
                </a:solidFill>
                <a:latin typeface="Calibri" pitchFamily="34" charset="0"/>
                <a:ea typeface="Calibri" pitchFamily="34" charset="-122"/>
                <a:cs typeface="Calibri" pitchFamily="34" charset="-120"/>
              </a:rPr>
              <a:t>81 agents is the reference model. Each DNA deployment customizes: agent count, domain focus, capability scope, and work group structure adapt to your specific industry, size, and doctrine.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182880"/>
            <a:ext cx="4572000" cy="365760"/>
          </a:xfrm>
          <a:prstGeom prst="rect">
            <a:avLst/>
          </a:prstGeom>
          <a:noFill/>
          <a:ln/>
        </p:spPr>
        <p:txBody>
          <a:bodyPr wrap="square" lIns="0" tIns="0" rIns="0" bIns="0" rtlCol="0" anchor="ctr"/>
          <a:lstStyle/>
          <a:p>
            <a:pPr marL="0" indent="0">
              <a:buNone/>
            </a:pPr>
            <a:r>
              <a:rPr lang="en-US" sz="1400" b="1" dirty="0">
                <a:solidFill>
                  <a:srgbClr val="00B4D8"/>
                </a:solidFill>
                <a:latin typeface="Calibri" pitchFamily="34" charset="0"/>
                <a:ea typeface="Calibri" pitchFamily="34" charset="-122"/>
                <a:cs typeface="Calibri" pitchFamily="34" charset="-120"/>
              </a:rPr>
              <a:t>The BOSS Score</a:t>
            </a:r>
            <a:endParaRPr lang="en-US" sz="1400" dirty="0"/>
          </a:p>
        </p:txBody>
      </p:sp>
      <p:sp>
        <p:nvSpPr>
          <p:cNvPr id="3" name="Text 1"/>
          <p:cNvSpPr/>
          <p:nvPr/>
        </p:nvSpPr>
        <p:spPr>
          <a:xfrm>
            <a:off x="548640" y="457200"/>
            <a:ext cx="82296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Business Operations Sovereignty Score</a:t>
            </a:r>
            <a:endParaRPr lang="en-US" sz="2800" dirty="0"/>
          </a:p>
        </p:txBody>
      </p:sp>
      <p:pic>
        <p:nvPicPr>
          <p:cNvPr id="4" name="Image 0" descr="preencoded.png"/>
          <p:cNvPicPr>
            <a:picLocks noChangeAspect="1"/>
          </p:cNvPicPr>
          <p:nvPr/>
        </p:nvPicPr>
        <p:blipFill>
          <a:blip r:embed="rId3">
            <a:alphaModFix amt="30000"/>
          </a:blip>
          <a:stretch>
            <a:fillRect/>
          </a:stretch>
        </p:blipFill>
        <p:spPr>
          <a:xfrm>
            <a:off x="7772400" y="137160"/>
            <a:ext cx="1097280" cy="1097280"/>
          </a:xfrm>
          <a:prstGeom prst="rect">
            <a:avLst/>
          </a:prstGeom>
        </p:spPr>
      </p:pic>
      <p:sp>
        <p:nvSpPr>
          <p:cNvPr id="5" name="Shape 2"/>
          <p:cNvSpPr/>
          <p:nvPr/>
        </p:nvSpPr>
        <p:spPr>
          <a:xfrm>
            <a:off x="457200" y="1097280"/>
            <a:ext cx="8229600" cy="365760"/>
          </a:xfrm>
          <a:prstGeom prst="rect">
            <a:avLst/>
          </a:prstGeom>
          <a:solidFill>
            <a:srgbClr val="1E3A5F"/>
          </a:solidFill>
          <a:ln/>
        </p:spPr>
      </p:sp>
      <p:sp>
        <p:nvSpPr>
          <p:cNvPr id="6" name="Text 3"/>
          <p:cNvSpPr/>
          <p:nvPr/>
        </p:nvSpPr>
        <p:spPr>
          <a:xfrm>
            <a:off x="640080" y="1093976"/>
            <a:ext cx="7863840" cy="350776"/>
          </a:xfrm>
          <a:prstGeom prst="rect">
            <a:avLst/>
          </a:prstGeom>
          <a:noFill/>
          <a:ln/>
        </p:spPr>
        <p:txBody>
          <a:bodyPr wrap="square" lIns="0" tIns="0" rIns="0" bIns="0" rtlCol="0" anchor="ctr"/>
          <a:lstStyle/>
          <a:p>
            <a:pPr marL="0" indent="0">
              <a:buNone/>
            </a:pPr>
            <a:r>
              <a:rPr lang="en-US" sz="1200" b="1" dirty="0">
                <a:solidFill>
                  <a:srgbClr val="FFB703"/>
                </a:solidFill>
                <a:latin typeface="Calibri" pitchFamily="34" charset="0"/>
                <a:ea typeface="Calibri" pitchFamily="34" charset="-122"/>
                <a:cs typeface="Calibri" pitchFamily="34" charset="-120"/>
              </a:rPr>
              <a:t>Every dimension is derived from trusted global frameworks. Every formula is audit-ready. Every score answers 'WHY.'</a:t>
            </a:r>
            <a:endParaRPr lang="en-US" sz="1200" dirty="0"/>
          </a:p>
        </p:txBody>
      </p:sp>
      <p:sp>
        <p:nvSpPr>
          <p:cNvPr id="7" name="Shape 4"/>
          <p:cNvSpPr/>
          <p:nvPr/>
        </p:nvSpPr>
        <p:spPr>
          <a:xfrm>
            <a:off x="457200" y="1783080"/>
            <a:ext cx="5029200" cy="320040"/>
          </a:xfrm>
          <a:prstGeom prst="rect">
            <a:avLst/>
          </a:prstGeom>
          <a:solidFill>
            <a:srgbClr val="1B2838"/>
          </a:solidFill>
          <a:ln/>
        </p:spPr>
      </p:sp>
      <p:sp>
        <p:nvSpPr>
          <p:cNvPr id="8" name="Shape 5"/>
          <p:cNvSpPr/>
          <p:nvPr/>
        </p:nvSpPr>
        <p:spPr>
          <a:xfrm>
            <a:off x="457200" y="1783080"/>
            <a:ext cx="73152" cy="320040"/>
          </a:xfrm>
          <a:prstGeom prst="rect">
            <a:avLst/>
          </a:prstGeom>
          <a:solidFill>
            <a:srgbClr val="00B4D8"/>
          </a:solidFill>
          <a:ln/>
        </p:spPr>
      </p:sp>
      <p:sp>
        <p:nvSpPr>
          <p:cNvPr id="9" name="Text 6"/>
          <p:cNvSpPr/>
          <p:nvPr/>
        </p:nvSpPr>
        <p:spPr>
          <a:xfrm>
            <a:off x="640080" y="1783080"/>
            <a:ext cx="1828800" cy="32004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Sovereignty Action</a:t>
            </a:r>
            <a:endParaRPr lang="en-US" sz="1100" dirty="0"/>
          </a:p>
        </p:txBody>
      </p:sp>
      <p:sp>
        <p:nvSpPr>
          <p:cNvPr id="10" name="Text 7"/>
          <p:cNvSpPr/>
          <p:nvPr/>
        </p:nvSpPr>
        <p:spPr>
          <a:xfrm>
            <a:off x="2377440" y="1783080"/>
            <a:ext cx="457200" cy="320040"/>
          </a:xfrm>
          <a:prstGeom prst="rect">
            <a:avLst/>
          </a:prstGeom>
          <a:noFill/>
          <a:ln/>
        </p:spPr>
        <p:txBody>
          <a:bodyPr wrap="square" lIns="0" tIns="0" rIns="0" bIns="0" rtlCol="0" anchor="ctr"/>
          <a:lstStyle/>
          <a:p>
            <a:pPr marL="0" indent="0" algn="ctr">
              <a:buNone/>
            </a:pPr>
            <a:r>
              <a:rPr lang="en-US" sz="1000" dirty="0">
                <a:solidFill>
                  <a:srgbClr val="FF0000"/>
                </a:solidFill>
                <a:latin typeface="Calibri" pitchFamily="34" charset="0"/>
                <a:ea typeface="Calibri" pitchFamily="34" charset="-122"/>
                <a:cs typeface="Calibri" pitchFamily="34" charset="-120"/>
              </a:rPr>
              <a:t>TOP</a:t>
            </a:r>
            <a:endParaRPr lang="en-US" sz="1000" dirty="0">
              <a:solidFill>
                <a:srgbClr val="FF0000"/>
              </a:solidFill>
            </a:endParaRPr>
          </a:p>
        </p:txBody>
      </p:sp>
      <p:sp>
        <p:nvSpPr>
          <p:cNvPr id="11" name="Text 8"/>
          <p:cNvSpPr/>
          <p:nvPr/>
        </p:nvSpPr>
        <p:spPr>
          <a:xfrm>
            <a:off x="2880360" y="1783080"/>
            <a:ext cx="2560320" cy="320040"/>
          </a:xfrm>
          <a:prstGeom prst="rect">
            <a:avLst/>
          </a:prstGeom>
          <a:noFill/>
          <a:ln/>
        </p:spPr>
        <p:txBody>
          <a:bodyPr wrap="square" lIns="0" tIns="0" rIns="0" bIns="0" rtlCol="0" anchor="ctr"/>
          <a:lstStyle/>
          <a:p>
            <a:pPr marL="0" indent="0">
              <a:buNone/>
            </a:pPr>
            <a:r>
              <a:rPr lang="en-US" sz="1050" i="1" dirty="0">
                <a:solidFill>
                  <a:schemeClr val="bg1"/>
                </a:solidFill>
                <a:latin typeface="Calibri" pitchFamily="34" charset="0"/>
                <a:ea typeface="Calibri" pitchFamily="34" charset="-122"/>
                <a:cs typeface="Calibri" pitchFamily="34" charset="-120"/>
              </a:rPr>
              <a:t>EU SEAL + Eurotechguide Index</a:t>
            </a:r>
            <a:endParaRPr lang="en-US" sz="1050" dirty="0">
              <a:solidFill>
                <a:schemeClr val="bg1"/>
              </a:solidFill>
            </a:endParaRPr>
          </a:p>
        </p:txBody>
      </p:sp>
      <p:sp>
        <p:nvSpPr>
          <p:cNvPr id="12" name="Shape 9"/>
          <p:cNvSpPr/>
          <p:nvPr/>
        </p:nvSpPr>
        <p:spPr>
          <a:xfrm>
            <a:off x="457200" y="2167128"/>
            <a:ext cx="5029200" cy="320040"/>
          </a:xfrm>
          <a:prstGeom prst="rect">
            <a:avLst/>
          </a:prstGeom>
          <a:solidFill>
            <a:srgbClr val="1B2838"/>
          </a:solidFill>
          <a:ln/>
        </p:spPr>
      </p:sp>
      <p:sp>
        <p:nvSpPr>
          <p:cNvPr id="13" name="Shape 10"/>
          <p:cNvSpPr/>
          <p:nvPr/>
        </p:nvSpPr>
        <p:spPr>
          <a:xfrm>
            <a:off x="457200" y="2167128"/>
            <a:ext cx="73152" cy="320040"/>
          </a:xfrm>
          <a:prstGeom prst="rect">
            <a:avLst/>
          </a:prstGeom>
          <a:solidFill>
            <a:srgbClr val="00B4D8"/>
          </a:solidFill>
          <a:ln/>
        </p:spPr>
      </p:sp>
      <p:sp>
        <p:nvSpPr>
          <p:cNvPr id="14" name="Text 11"/>
          <p:cNvSpPr/>
          <p:nvPr/>
        </p:nvSpPr>
        <p:spPr>
          <a:xfrm>
            <a:off x="640080" y="2167128"/>
            <a:ext cx="1828800" cy="32004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Security Impact</a:t>
            </a:r>
            <a:endParaRPr lang="en-US" sz="1100" dirty="0"/>
          </a:p>
        </p:txBody>
      </p:sp>
      <p:sp>
        <p:nvSpPr>
          <p:cNvPr id="15" name="Text 12"/>
          <p:cNvSpPr/>
          <p:nvPr/>
        </p:nvSpPr>
        <p:spPr>
          <a:xfrm>
            <a:off x="2377440" y="2167128"/>
            <a:ext cx="457200" cy="320040"/>
          </a:xfrm>
          <a:prstGeom prst="rect">
            <a:avLst/>
          </a:prstGeom>
          <a:noFill/>
          <a:ln/>
        </p:spPr>
        <p:txBody>
          <a:bodyPr wrap="square" lIns="0" tIns="0" rIns="0" bIns="0" rtlCol="0" anchor="ctr"/>
          <a:lstStyle/>
          <a:p>
            <a:pPr marL="0" indent="0" algn="ctr">
              <a:buNone/>
            </a:pPr>
            <a:r>
              <a:rPr lang="en-US" sz="1000" dirty="0">
                <a:solidFill>
                  <a:srgbClr val="C00000"/>
                </a:solidFill>
                <a:latin typeface="Calibri" pitchFamily="34" charset="0"/>
                <a:ea typeface="Calibri" pitchFamily="34" charset="-122"/>
                <a:cs typeface="Calibri" pitchFamily="34" charset="-120"/>
              </a:rPr>
              <a:t>Very High</a:t>
            </a:r>
            <a:endParaRPr lang="en-US" sz="1000" dirty="0">
              <a:solidFill>
                <a:srgbClr val="C00000"/>
              </a:solidFill>
            </a:endParaRPr>
          </a:p>
        </p:txBody>
      </p:sp>
      <p:sp>
        <p:nvSpPr>
          <p:cNvPr id="16" name="Text 13"/>
          <p:cNvSpPr/>
          <p:nvPr/>
        </p:nvSpPr>
        <p:spPr>
          <a:xfrm>
            <a:off x="2880360" y="2167128"/>
            <a:ext cx="2560320" cy="320040"/>
          </a:xfrm>
          <a:prstGeom prst="rect">
            <a:avLst/>
          </a:prstGeom>
          <a:noFill/>
          <a:ln/>
        </p:spPr>
        <p:txBody>
          <a:bodyPr wrap="square" lIns="0" tIns="0" rIns="0" bIns="0" rtlCol="0" anchor="ctr"/>
          <a:lstStyle/>
          <a:p>
            <a:pPr marL="0" indent="0">
              <a:buNone/>
            </a:pPr>
            <a:r>
              <a:rPr lang="en-US" sz="1050" i="1" dirty="0">
                <a:solidFill>
                  <a:schemeClr val="bg1"/>
                </a:solidFill>
                <a:latin typeface="Calibri" pitchFamily="34" charset="0"/>
                <a:ea typeface="Calibri" pitchFamily="34" charset="-122"/>
                <a:cs typeface="Calibri" pitchFamily="34" charset="-120"/>
              </a:rPr>
              <a:t>NIST CSF + MITRE ATT&amp;CK</a:t>
            </a:r>
            <a:endParaRPr lang="en-US" sz="1050" dirty="0">
              <a:solidFill>
                <a:schemeClr val="bg1"/>
              </a:solidFill>
            </a:endParaRPr>
          </a:p>
        </p:txBody>
      </p:sp>
      <p:sp>
        <p:nvSpPr>
          <p:cNvPr id="17" name="Shape 14"/>
          <p:cNvSpPr/>
          <p:nvPr/>
        </p:nvSpPr>
        <p:spPr>
          <a:xfrm>
            <a:off x="457200" y="2551176"/>
            <a:ext cx="5029200" cy="320040"/>
          </a:xfrm>
          <a:prstGeom prst="rect">
            <a:avLst/>
          </a:prstGeom>
          <a:solidFill>
            <a:srgbClr val="1B2838"/>
          </a:solidFill>
          <a:ln/>
        </p:spPr>
      </p:sp>
      <p:sp>
        <p:nvSpPr>
          <p:cNvPr id="18" name="Shape 15"/>
          <p:cNvSpPr/>
          <p:nvPr/>
        </p:nvSpPr>
        <p:spPr>
          <a:xfrm>
            <a:off x="457200" y="2551176"/>
            <a:ext cx="73152" cy="320040"/>
          </a:xfrm>
          <a:prstGeom prst="rect">
            <a:avLst/>
          </a:prstGeom>
          <a:solidFill>
            <a:srgbClr val="48CAE4"/>
          </a:solidFill>
          <a:ln/>
        </p:spPr>
      </p:sp>
      <p:sp>
        <p:nvSpPr>
          <p:cNvPr id="19" name="Text 16"/>
          <p:cNvSpPr/>
          <p:nvPr/>
        </p:nvSpPr>
        <p:spPr>
          <a:xfrm>
            <a:off x="640080" y="2551176"/>
            <a:ext cx="1828800" cy="32004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Financial Exposure</a:t>
            </a:r>
            <a:endParaRPr lang="en-US" sz="1100" dirty="0"/>
          </a:p>
        </p:txBody>
      </p:sp>
      <p:sp>
        <p:nvSpPr>
          <p:cNvPr id="20" name="Text 17"/>
          <p:cNvSpPr/>
          <p:nvPr/>
        </p:nvSpPr>
        <p:spPr>
          <a:xfrm>
            <a:off x="2377440" y="2551176"/>
            <a:ext cx="457200" cy="320040"/>
          </a:xfrm>
          <a:prstGeom prst="rect">
            <a:avLst/>
          </a:prstGeom>
          <a:noFill/>
          <a:ln/>
        </p:spPr>
        <p:txBody>
          <a:bodyPr wrap="square" lIns="0" tIns="0" rIns="0" bIns="0" rtlCol="0" anchor="ctr"/>
          <a:lstStyle/>
          <a:p>
            <a:pPr marL="0" indent="0" algn="ctr">
              <a:buNone/>
            </a:pPr>
            <a:r>
              <a:rPr lang="en-US" sz="1000" dirty="0">
                <a:solidFill>
                  <a:srgbClr val="C00000"/>
                </a:solidFill>
                <a:latin typeface="Calibri" pitchFamily="34" charset="0"/>
                <a:ea typeface="Calibri" pitchFamily="34" charset="-122"/>
                <a:cs typeface="Calibri" pitchFamily="34" charset="-120"/>
              </a:rPr>
              <a:t>Very High</a:t>
            </a:r>
            <a:endParaRPr lang="en-US" sz="1000" dirty="0">
              <a:solidFill>
                <a:srgbClr val="C00000"/>
              </a:solidFill>
            </a:endParaRPr>
          </a:p>
        </p:txBody>
      </p:sp>
      <p:sp>
        <p:nvSpPr>
          <p:cNvPr id="21" name="Text 18"/>
          <p:cNvSpPr/>
          <p:nvPr/>
        </p:nvSpPr>
        <p:spPr>
          <a:xfrm>
            <a:off x="2880360" y="2551176"/>
            <a:ext cx="2560320" cy="320040"/>
          </a:xfrm>
          <a:prstGeom prst="rect">
            <a:avLst/>
          </a:prstGeom>
          <a:noFill/>
          <a:ln/>
        </p:spPr>
        <p:txBody>
          <a:bodyPr wrap="square" lIns="0" tIns="0" rIns="0" bIns="0" rtlCol="0" anchor="ctr"/>
          <a:lstStyle/>
          <a:p>
            <a:pPr marL="0" indent="0">
              <a:buNone/>
            </a:pPr>
            <a:r>
              <a:rPr lang="en-US" sz="1050" i="1" dirty="0">
                <a:solidFill>
                  <a:schemeClr val="bg1"/>
                </a:solidFill>
                <a:latin typeface="Calibri" pitchFamily="34" charset="0"/>
                <a:ea typeface="Calibri" pitchFamily="34" charset="-122"/>
                <a:cs typeface="Calibri" pitchFamily="34" charset="-120"/>
              </a:rPr>
              <a:t>FAIR (Factor Analysis of Info Risk) + COSO ERM</a:t>
            </a:r>
            <a:endParaRPr lang="en-US" sz="1050" dirty="0">
              <a:solidFill>
                <a:schemeClr val="bg1"/>
              </a:solidFill>
            </a:endParaRPr>
          </a:p>
        </p:txBody>
      </p:sp>
      <p:sp>
        <p:nvSpPr>
          <p:cNvPr id="22" name="Shape 19"/>
          <p:cNvSpPr/>
          <p:nvPr/>
        </p:nvSpPr>
        <p:spPr>
          <a:xfrm>
            <a:off x="457200" y="2935224"/>
            <a:ext cx="5029200" cy="320040"/>
          </a:xfrm>
          <a:prstGeom prst="rect">
            <a:avLst/>
          </a:prstGeom>
          <a:solidFill>
            <a:srgbClr val="1B2838"/>
          </a:solidFill>
          <a:ln/>
        </p:spPr>
      </p:sp>
      <p:sp>
        <p:nvSpPr>
          <p:cNvPr id="23" name="Shape 20"/>
          <p:cNvSpPr/>
          <p:nvPr/>
        </p:nvSpPr>
        <p:spPr>
          <a:xfrm>
            <a:off x="457200" y="2935224"/>
            <a:ext cx="73152" cy="320040"/>
          </a:xfrm>
          <a:prstGeom prst="rect">
            <a:avLst/>
          </a:prstGeom>
          <a:solidFill>
            <a:srgbClr val="48CAE4"/>
          </a:solidFill>
          <a:ln/>
        </p:spPr>
      </p:sp>
      <p:sp>
        <p:nvSpPr>
          <p:cNvPr id="24" name="Text 21"/>
          <p:cNvSpPr/>
          <p:nvPr/>
        </p:nvSpPr>
        <p:spPr>
          <a:xfrm>
            <a:off x="640080" y="2935224"/>
            <a:ext cx="1828800" cy="32004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Regulatory Impact</a:t>
            </a:r>
            <a:endParaRPr lang="en-US" sz="1100" dirty="0"/>
          </a:p>
        </p:txBody>
      </p:sp>
      <p:sp>
        <p:nvSpPr>
          <p:cNvPr id="25" name="Text 22"/>
          <p:cNvSpPr/>
          <p:nvPr/>
        </p:nvSpPr>
        <p:spPr>
          <a:xfrm>
            <a:off x="2377440" y="2935224"/>
            <a:ext cx="457200" cy="320040"/>
          </a:xfrm>
          <a:prstGeom prst="rect">
            <a:avLst/>
          </a:prstGeom>
          <a:noFill/>
          <a:ln/>
        </p:spPr>
        <p:txBody>
          <a:bodyPr wrap="square" lIns="0" tIns="0" rIns="0" bIns="0" rtlCol="0" anchor="ctr"/>
          <a:lstStyle/>
          <a:p>
            <a:pPr marL="0" indent="0" algn="ctr">
              <a:buNone/>
            </a:pPr>
            <a:r>
              <a:rPr lang="en-US" sz="1000" dirty="0">
                <a:solidFill>
                  <a:schemeClr val="accent2">
                    <a:lumMod val="75000"/>
                  </a:schemeClr>
                </a:solidFill>
                <a:latin typeface="Calibri" pitchFamily="34" charset="0"/>
                <a:ea typeface="Calibri" pitchFamily="34" charset="-122"/>
                <a:cs typeface="Calibri" pitchFamily="34" charset="-120"/>
              </a:rPr>
              <a:t>High</a:t>
            </a:r>
            <a:endParaRPr lang="en-US" sz="1000" dirty="0">
              <a:solidFill>
                <a:schemeClr val="accent2">
                  <a:lumMod val="75000"/>
                </a:schemeClr>
              </a:solidFill>
            </a:endParaRPr>
          </a:p>
        </p:txBody>
      </p:sp>
      <p:sp>
        <p:nvSpPr>
          <p:cNvPr id="26" name="Text 23"/>
          <p:cNvSpPr/>
          <p:nvPr/>
        </p:nvSpPr>
        <p:spPr>
          <a:xfrm>
            <a:off x="2880360" y="2935224"/>
            <a:ext cx="2560320" cy="320040"/>
          </a:xfrm>
          <a:prstGeom prst="rect">
            <a:avLst/>
          </a:prstGeom>
          <a:noFill/>
          <a:ln/>
        </p:spPr>
        <p:txBody>
          <a:bodyPr wrap="square" lIns="0" tIns="0" rIns="0" bIns="0" rtlCol="0" anchor="ctr"/>
          <a:lstStyle/>
          <a:p>
            <a:pPr marL="0" indent="0">
              <a:buNone/>
            </a:pPr>
            <a:r>
              <a:rPr lang="en-US" sz="1050" i="1" dirty="0">
                <a:solidFill>
                  <a:schemeClr val="bg1"/>
                </a:solidFill>
                <a:latin typeface="Calibri" pitchFamily="34" charset="0"/>
                <a:ea typeface="Calibri" pitchFamily="34" charset="-122"/>
                <a:cs typeface="Calibri" pitchFamily="34" charset="-120"/>
              </a:rPr>
              <a:t>EU AI Act Risk Classification + CMMC 2.0</a:t>
            </a:r>
            <a:endParaRPr lang="en-US" sz="1050" dirty="0">
              <a:solidFill>
                <a:schemeClr val="bg1"/>
              </a:solidFill>
            </a:endParaRPr>
          </a:p>
        </p:txBody>
      </p:sp>
      <p:sp>
        <p:nvSpPr>
          <p:cNvPr id="27" name="Shape 24"/>
          <p:cNvSpPr/>
          <p:nvPr/>
        </p:nvSpPr>
        <p:spPr>
          <a:xfrm>
            <a:off x="457200" y="3319272"/>
            <a:ext cx="5029200" cy="320040"/>
          </a:xfrm>
          <a:prstGeom prst="rect">
            <a:avLst/>
          </a:prstGeom>
          <a:solidFill>
            <a:srgbClr val="1B2838"/>
          </a:solidFill>
          <a:ln/>
        </p:spPr>
      </p:sp>
      <p:sp>
        <p:nvSpPr>
          <p:cNvPr id="28" name="Shape 25"/>
          <p:cNvSpPr/>
          <p:nvPr/>
        </p:nvSpPr>
        <p:spPr>
          <a:xfrm>
            <a:off x="457200" y="3319272"/>
            <a:ext cx="73152" cy="320040"/>
          </a:xfrm>
          <a:prstGeom prst="rect">
            <a:avLst/>
          </a:prstGeom>
          <a:solidFill>
            <a:srgbClr val="2A9D8F"/>
          </a:solidFill>
          <a:ln/>
        </p:spPr>
      </p:sp>
      <p:sp>
        <p:nvSpPr>
          <p:cNvPr id="29" name="Text 26"/>
          <p:cNvSpPr/>
          <p:nvPr/>
        </p:nvSpPr>
        <p:spPr>
          <a:xfrm>
            <a:off x="640080" y="3319272"/>
            <a:ext cx="1828800" cy="32004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Reputational Risk</a:t>
            </a:r>
            <a:endParaRPr lang="en-US" sz="1100" dirty="0"/>
          </a:p>
        </p:txBody>
      </p:sp>
      <p:sp>
        <p:nvSpPr>
          <p:cNvPr id="30" name="Text 27"/>
          <p:cNvSpPr/>
          <p:nvPr/>
        </p:nvSpPr>
        <p:spPr>
          <a:xfrm>
            <a:off x="2377440" y="3319272"/>
            <a:ext cx="457200" cy="320040"/>
          </a:xfrm>
          <a:prstGeom prst="rect">
            <a:avLst/>
          </a:prstGeom>
          <a:noFill/>
          <a:ln/>
        </p:spPr>
        <p:txBody>
          <a:bodyPr wrap="square" lIns="0" tIns="0" rIns="0" bIns="0" rtlCol="0" anchor="ctr"/>
          <a:lstStyle/>
          <a:p>
            <a:pPr marL="0" indent="0" algn="ctr">
              <a:buNone/>
            </a:pPr>
            <a:r>
              <a:rPr lang="en-US" sz="1000" dirty="0">
                <a:solidFill>
                  <a:srgbClr val="FFC000"/>
                </a:solidFill>
                <a:latin typeface="Calibri" pitchFamily="34" charset="0"/>
                <a:ea typeface="Calibri" pitchFamily="34" charset="-122"/>
                <a:cs typeface="Calibri" pitchFamily="34" charset="-120"/>
              </a:rPr>
              <a:t>Med</a:t>
            </a:r>
            <a:endParaRPr lang="en-US" sz="1000" dirty="0">
              <a:solidFill>
                <a:srgbClr val="FFC000"/>
              </a:solidFill>
            </a:endParaRPr>
          </a:p>
        </p:txBody>
      </p:sp>
      <p:sp>
        <p:nvSpPr>
          <p:cNvPr id="31" name="Text 28"/>
          <p:cNvSpPr/>
          <p:nvPr/>
        </p:nvSpPr>
        <p:spPr>
          <a:xfrm>
            <a:off x="2880360" y="3319272"/>
            <a:ext cx="2560320" cy="320040"/>
          </a:xfrm>
          <a:prstGeom prst="rect">
            <a:avLst/>
          </a:prstGeom>
          <a:noFill/>
          <a:ln/>
        </p:spPr>
        <p:txBody>
          <a:bodyPr wrap="square" lIns="0" tIns="0" rIns="0" bIns="0" rtlCol="0" anchor="ctr"/>
          <a:lstStyle/>
          <a:p>
            <a:pPr marL="0" indent="0">
              <a:buNone/>
            </a:pPr>
            <a:r>
              <a:rPr lang="en-US" sz="1050" i="1" dirty="0">
                <a:solidFill>
                  <a:schemeClr val="bg1"/>
                </a:solidFill>
                <a:latin typeface="Calibri" pitchFamily="34" charset="0"/>
                <a:ea typeface="Calibri" pitchFamily="34" charset="-122"/>
                <a:cs typeface="Calibri" pitchFamily="34" charset="-120"/>
              </a:rPr>
              <a:t>RepTrak + SASB Materiality</a:t>
            </a:r>
            <a:endParaRPr lang="en-US" sz="1050" dirty="0">
              <a:solidFill>
                <a:schemeClr val="bg1"/>
              </a:solidFill>
            </a:endParaRPr>
          </a:p>
        </p:txBody>
      </p:sp>
      <p:sp>
        <p:nvSpPr>
          <p:cNvPr id="32" name="Shape 29"/>
          <p:cNvSpPr/>
          <p:nvPr/>
        </p:nvSpPr>
        <p:spPr>
          <a:xfrm>
            <a:off x="457200" y="3703320"/>
            <a:ext cx="5029200" cy="320040"/>
          </a:xfrm>
          <a:prstGeom prst="rect">
            <a:avLst/>
          </a:prstGeom>
          <a:solidFill>
            <a:srgbClr val="1B2838"/>
          </a:solidFill>
          <a:ln/>
        </p:spPr>
      </p:sp>
      <p:sp>
        <p:nvSpPr>
          <p:cNvPr id="33" name="Shape 30"/>
          <p:cNvSpPr/>
          <p:nvPr/>
        </p:nvSpPr>
        <p:spPr>
          <a:xfrm>
            <a:off x="457200" y="3703320"/>
            <a:ext cx="73152" cy="320040"/>
          </a:xfrm>
          <a:prstGeom prst="rect">
            <a:avLst/>
          </a:prstGeom>
          <a:solidFill>
            <a:srgbClr val="2A9D8F"/>
          </a:solidFill>
          <a:ln/>
        </p:spPr>
      </p:sp>
      <p:sp>
        <p:nvSpPr>
          <p:cNvPr id="34" name="Text 31"/>
          <p:cNvSpPr/>
          <p:nvPr/>
        </p:nvSpPr>
        <p:spPr>
          <a:xfrm>
            <a:off x="640080" y="3703320"/>
            <a:ext cx="1828800" cy="32004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Rights Certainty</a:t>
            </a:r>
            <a:endParaRPr lang="en-US" sz="1100" dirty="0"/>
          </a:p>
        </p:txBody>
      </p:sp>
      <p:sp>
        <p:nvSpPr>
          <p:cNvPr id="35" name="Text 32"/>
          <p:cNvSpPr/>
          <p:nvPr/>
        </p:nvSpPr>
        <p:spPr>
          <a:xfrm>
            <a:off x="2377440" y="3703320"/>
            <a:ext cx="457200" cy="320040"/>
          </a:xfrm>
          <a:prstGeom prst="rect">
            <a:avLst/>
          </a:prstGeom>
          <a:noFill/>
          <a:ln/>
        </p:spPr>
        <p:txBody>
          <a:bodyPr wrap="square" lIns="0" tIns="0" rIns="0" bIns="0" rtlCol="0" anchor="ctr"/>
          <a:lstStyle/>
          <a:p>
            <a:pPr marL="0" indent="0" algn="ctr">
              <a:buNone/>
            </a:pPr>
            <a:r>
              <a:rPr lang="en-US" sz="1000" dirty="0">
                <a:solidFill>
                  <a:schemeClr val="accent6">
                    <a:lumMod val="75000"/>
                  </a:schemeClr>
                </a:solidFill>
                <a:latin typeface="Calibri" pitchFamily="34" charset="0"/>
                <a:ea typeface="Calibri" pitchFamily="34" charset="-122"/>
                <a:cs typeface="Calibri" pitchFamily="34" charset="-120"/>
              </a:rPr>
              <a:t>Low</a:t>
            </a:r>
            <a:endParaRPr lang="en-US" sz="1000" dirty="0">
              <a:solidFill>
                <a:schemeClr val="accent6">
                  <a:lumMod val="75000"/>
                </a:schemeClr>
              </a:solidFill>
            </a:endParaRPr>
          </a:p>
        </p:txBody>
      </p:sp>
      <p:sp>
        <p:nvSpPr>
          <p:cNvPr id="36" name="Text 33"/>
          <p:cNvSpPr/>
          <p:nvPr/>
        </p:nvSpPr>
        <p:spPr>
          <a:xfrm>
            <a:off x="2880360" y="3703320"/>
            <a:ext cx="2560320" cy="320040"/>
          </a:xfrm>
          <a:prstGeom prst="rect">
            <a:avLst/>
          </a:prstGeom>
          <a:noFill/>
          <a:ln/>
        </p:spPr>
        <p:txBody>
          <a:bodyPr wrap="square" lIns="0" tIns="0" rIns="0" bIns="0" rtlCol="0" anchor="ctr"/>
          <a:lstStyle/>
          <a:p>
            <a:pPr marL="0" indent="0">
              <a:buNone/>
            </a:pPr>
            <a:r>
              <a:rPr lang="en-US" sz="1050" i="1" dirty="0">
                <a:solidFill>
                  <a:schemeClr val="bg1"/>
                </a:solidFill>
                <a:latin typeface="Calibri" pitchFamily="34" charset="0"/>
                <a:ea typeface="Calibri" pitchFamily="34" charset="-122"/>
                <a:cs typeface="Calibri" pitchFamily="34" charset="-120"/>
              </a:rPr>
              <a:t>WIPO + Creative Commons Frameworks</a:t>
            </a:r>
            <a:endParaRPr lang="en-US" sz="1050" dirty="0">
              <a:solidFill>
                <a:schemeClr val="bg1"/>
              </a:solidFill>
            </a:endParaRPr>
          </a:p>
        </p:txBody>
      </p:sp>
      <p:sp>
        <p:nvSpPr>
          <p:cNvPr id="37" name="Shape 34"/>
          <p:cNvSpPr/>
          <p:nvPr/>
        </p:nvSpPr>
        <p:spPr>
          <a:xfrm>
            <a:off x="457200" y="4087368"/>
            <a:ext cx="5029200" cy="320040"/>
          </a:xfrm>
          <a:prstGeom prst="rect">
            <a:avLst/>
          </a:prstGeom>
          <a:solidFill>
            <a:srgbClr val="1B2838"/>
          </a:solidFill>
          <a:ln/>
        </p:spPr>
      </p:sp>
      <p:sp>
        <p:nvSpPr>
          <p:cNvPr id="38" name="Shape 35"/>
          <p:cNvSpPr/>
          <p:nvPr/>
        </p:nvSpPr>
        <p:spPr>
          <a:xfrm>
            <a:off x="457200" y="4087368"/>
            <a:ext cx="73152" cy="320040"/>
          </a:xfrm>
          <a:prstGeom prst="rect">
            <a:avLst/>
          </a:prstGeom>
          <a:solidFill>
            <a:srgbClr val="FFB703"/>
          </a:solidFill>
          <a:ln/>
        </p:spPr>
      </p:sp>
      <p:sp>
        <p:nvSpPr>
          <p:cNvPr id="39" name="Text 36"/>
          <p:cNvSpPr/>
          <p:nvPr/>
        </p:nvSpPr>
        <p:spPr>
          <a:xfrm>
            <a:off x="640080" y="4087368"/>
            <a:ext cx="1828800" cy="320040"/>
          </a:xfrm>
          <a:prstGeom prst="rect">
            <a:avLst/>
          </a:prstGeom>
          <a:noFill/>
          <a:ln/>
        </p:spPr>
        <p:txBody>
          <a:bodyPr wrap="square" lIns="0" tIns="0" rIns="0" bIns="0" rtlCol="0" anchor="ctr"/>
          <a:lstStyle/>
          <a:p>
            <a:pPr marL="0" indent="0">
              <a:buNone/>
            </a:pPr>
            <a:r>
              <a:rPr lang="en-US" sz="1100" b="1" dirty="0">
                <a:solidFill>
                  <a:srgbClr val="FFFFFF"/>
                </a:solidFill>
                <a:latin typeface="Trebuchet MS" pitchFamily="34" charset="0"/>
                <a:ea typeface="Trebuchet MS" pitchFamily="34" charset="-122"/>
                <a:cs typeface="Trebuchet MS" pitchFamily="34" charset="-120"/>
              </a:rPr>
              <a:t>Doctrinal Alignment</a:t>
            </a:r>
            <a:endParaRPr lang="en-US" sz="1100" dirty="0"/>
          </a:p>
        </p:txBody>
      </p:sp>
      <p:sp>
        <p:nvSpPr>
          <p:cNvPr id="40" name="Text 37"/>
          <p:cNvSpPr/>
          <p:nvPr/>
        </p:nvSpPr>
        <p:spPr>
          <a:xfrm>
            <a:off x="2377440" y="4087368"/>
            <a:ext cx="457200" cy="320040"/>
          </a:xfrm>
          <a:prstGeom prst="rect">
            <a:avLst/>
          </a:prstGeom>
          <a:noFill/>
          <a:ln/>
        </p:spPr>
        <p:txBody>
          <a:bodyPr wrap="square" lIns="0" tIns="0" rIns="0" bIns="0" rtlCol="0" anchor="ctr"/>
          <a:lstStyle/>
          <a:p>
            <a:pPr marL="0" indent="0" algn="ctr">
              <a:buNone/>
            </a:pPr>
            <a:r>
              <a:rPr lang="en-US" sz="1000" dirty="0">
                <a:solidFill>
                  <a:schemeClr val="accent6">
                    <a:lumMod val="50000"/>
                  </a:schemeClr>
                </a:solidFill>
                <a:latin typeface="Calibri" pitchFamily="34" charset="0"/>
                <a:ea typeface="Calibri" pitchFamily="34" charset="-122"/>
                <a:cs typeface="Calibri" pitchFamily="34" charset="-120"/>
              </a:rPr>
              <a:t>Very Low</a:t>
            </a:r>
            <a:endParaRPr lang="en-US" sz="1000" dirty="0">
              <a:solidFill>
                <a:schemeClr val="accent6">
                  <a:lumMod val="50000"/>
                </a:schemeClr>
              </a:solidFill>
            </a:endParaRPr>
          </a:p>
        </p:txBody>
      </p:sp>
      <p:sp>
        <p:nvSpPr>
          <p:cNvPr id="41" name="Text 38"/>
          <p:cNvSpPr/>
          <p:nvPr/>
        </p:nvSpPr>
        <p:spPr>
          <a:xfrm>
            <a:off x="2880360" y="4087368"/>
            <a:ext cx="2560320" cy="320040"/>
          </a:xfrm>
          <a:prstGeom prst="rect">
            <a:avLst/>
          </a:prstGeom>
          <a:noFill/>
          <a:ln/>
        </p:spPr>
        <p:txBody>
          <a:bodyPr wrap="square" lIns="0" tIns="0" rIns="0" bIns="0" rtlCol="0" anchor="ctr"/>
          <a:lstStyle/>
          <a:p>
            <a:pPr marL="0" indent="0">
              <a:buNone/>
            </a:pPr>
            <a:r>
              <a:rPr lang="en-US" sz="1050" i="1" dirty="0">
                <a:solidFill>
                  <a:schemeClr val="bg1"/>
                </a:solidFill>
                <a:latin typeface="Calibri" pitchFamily="34" charset="0"/>
                <a:ea typeface="Calibri" pitchFamily="34" charset="-122"/>
                <a:cs typeface="Calibri" pitchFamily="34" charset="-120"/>
              </a:rPr>
              <a:t>CORE Drift, Versioned DNA</a:t>
            </a:r>
            <a:endParaRPr lang="en-US" sz="1050" dirty="0">
              <a:solidFill>
                <a:schemeClr val="bg1"/>
              </a:solidFill>
            </a:endParaRPr>
          </a:p>
        </p:txBody>
      </p:sp>
      <p:sp>
        <p:nvSpPr>
          <p:cNvPr id="42" name="Text 39"/>
          <p:cNvSpPr/>
          <p:nvPr/>
        </p:nvSpPr>
        <p:spPr>
          <a:xfrm>
            <a:off x="5852160" y="1691640"/>
            <a:ext cx="3017520"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Escalation Tiers         Score Range</a:t>
            </a:r>
            <a:endParaRPr lang="en-US" sz="1200" dirty="0"/>
          </a:p>
        </p:txBody>
      </p:sp>
      <p:sp>
        <p:nvSpPr>
          <p:cNvPr id="43" name="Shape 40"/>
          <p:cNvSpPr/>
          <p:nvPr/>
        </p:nvSpPr>
        <p:spPr>
          <a:xfrm>
            <a:off x="5852160" y="2011680"/>
            <a:ext cx="3017520" cy="438912"/>
          </a:xfrm>
          <a:prstGeom prst="rect">
            <a:avLst/>
          </a:prstGeom>
          <a:solidFill>
            <a:srgbClr val="1B2838"/>
          </a:solidFill>
          <a:ln/>
        </p:spPr>
      </p:sp>
      <p:sp>
        <p:nvSpPr>
          <p:cNvPr id="44" name="Shape 41"/>
          <p:cNvSpPr/>
          <p:nvPr/>
        </p:nvSpPr>
        <p:spPr>
          <a:xfrm>
            <a:off x="5852160" y="2011680"/>
            <a:ext cx="73152" cy="438912"/>
          </a:xfrm>
          <a:prstGeom prst="rect">
            <a:avLst/>
          </a:prstGeom>
          <a:solidFill>
            <a:schemeClr val="accent6">
              <a:lumMod val="50000"/>
            </a:schemeClr>
          </a:solidFill>
          <a:ln/>
        </p:spPr>
      </p:sp>
      <p:sp>
        <p:nvSpPr>
          <p:cNvPr id="45" name="Text 42"/>
          <p:cNvSpPr/>
          <p:nvPr/>
        </p:nvSpPr>
        <p:spPr>
          <a:xfrm>
            <a:off x="6035040" y="2011680"/>
            <a:ext cx="1280160" cy="237744"/>
          </a:xfrm>
          <a:prstGeom prst="rect">
            <a:avLst/>
          </a:prstGeom>
          <a:noFill/>
          <a:ln/>
        </p:spPr>
        <p:txBody>
          <a:bodyPr wrap="square" lIns="0" tIns="0" rIns="0" bIns="0" rtlCol="0" anchor="ctr"/>
          <a:lstStyle/>
          <a:p>
            <a:pPr marL="0" indent="0">
              <a:buNone/>
            </a:pPr>
            <a:r>
              <a:rPr lang="en-US" sz="1100" b="1" dirty="0">
                <a:solidFill>
                  <a:schemeClr val="accent6">
                    <a:lumMod val="50000"/>
                  </a:schemeClr>
                </a:solidFill>
                <a:latin typeface="Trebuchet MS" pitchFamily="34" charset="0"/>
                <a:ea typeface="Trebuchet MS" pitchFamily="34" charset="-122"/>
                <a:cs typeface="Trebuchet MS" pitchFamily="34" charset="-120"/>
              </a:rPr>
              <a:t>SOAP</a:t>
            </a:r>
            <a:endParaRPr lang="en-US" sz="1100" dirty="0">
              <a:solidFill>
                <a:schemeClr val="accent6">
                  <a:lumMod val="50000"/>
                </a:schemeClr>
              </a:solidFill>
            </a:endParaRPr>
          </a:p>
        </p:txBody>
      </p:sp>
      <p:sp>
        <p:nvSpPr>
          <p:cNvPr id="46" name="Text 43"/>
          <p:cNvSpPr/>
          <p:nvPr/>
        </p:nvSpPr>
        <p:spPr>
          <a:xfrm>
            <a:off x="7406640" y="2011680"/>
            <a:ext cx="640080" cy="237744"/>
          </a:xfrm>
          <a:prstGeom prst="rect">
            <a:avLst/>
          </a:prstGeom>
          <a:noFill/>
          <a:ln/>
        </p:spPr>
        <p:txBody>
          <a:bodyPr wrap="square" lIns="0" tIns="0" rIns="0" bIns="0" rtlCol="0" anchor="ctr"/>
          <a:lstStyle/>
          <a:p>
            <a:pPr marL="0" indent="0">
              <a:buNone/>
            </a:pPr>
            <a:r>
              <a:rPr lang="en-US" sz="1000" dirty="0">
                <a:solidFill>
                  <a:srgbClr val="8D99AE"/>
                </a:solidFill>
                <a:latin typeface="Calibri" pitchFamily="34" charset="0"/>
                <a:ea typeface="Calibri" pitchFamily="34" charset="-122"/>
                <a:cs typeface="Calibri" pitchFamily="34" charset="-120"/>
              </a:rPr>
              <a:t>0-10</a:t>
            </a:r>
            <a:endParaRPr lang="en-US" sz="1000" dirty="0"/>
          </a:p>
        </p:txBody>
      </p:sp>
      <p:sp>
        <p:nvSpPr>
          <p:cNvPr id="47" name="Text 44"/>
          <p:cNvSpPr/>
          <p:nvPr/>
        </p:nvSpPr>
        <p:spPr>
          <a:xfrm>
            <a:off x="6035040" y="2231136"/>
            <a:ext cx="2743200" cy="182880"/>
          </a:xfrm>
          <a:prstGeom prst="rect">
            <a:avLst/>
          </a:prstGeom>
          <a:noFill/>
          <a:ln/>
        </p:spPr>
        <p:txBody>
          <a:bodyPr wrap="square" lIns="0" tIns="0" rIns="0" bIns="0" rtlCol="0" anchor="ctr"/>
          <a:lstStyle/>
          <a:p>
            <a:pPr marL="0" indent="0">
              <a:buNone/>
            </a:pPr>
            <a:r>
              <a:rPr lang="en-US" sz="900" dirty="0">
                <a:solidFill>
                  <a:srgbClr val="CAD2C5"/>
                </a:solidFill>
                <a:latin typeface="Calibri" pitchFamily="34" charset="0"/>
                <a:ea typeface="Calibri" pitchFamily="34" charset="-122"/>
                <a:cs typeface="Calibri" pitchFamily="34" charset="-120"/>
              </a:rPr>
              <a:t>Safe Optimum Autonomous Performance</a:t>
            </a:r>
            <a:endParaRPr lang="en-US" sz="900" dirty="0"/>
          </a:p>
        </p:txBody>
      </p:sp>
      <p:sp>
        <p:nvSpPr>
          <p:cNvPr id="48" name="Shape 45"/>
          <p:cNvSpPr/>
          <p:nvPr/>
        </p:nvSpPr>
        <p:spPr>
          <a:xfrm>
            <a:off x="5852160" y="2523744"/>
            <a:ext cx="3017520" cy="438912"/>
          </a:xfrm>
          <a:prstGeom prst="rect">
            <a:avLst/>
          </a:prstGeom>
          <a:solidFill>
            <a:srgbClr val="1B2838"/>
          </a:solidFill>
          <a:ln/>
        </p:spPr>
      </p:sp>
      <p:sp>
        <p:nvSpPr>
          <p:cNvPr id="49" name="Shape 46"/>
          <p:cNvSpPr/>
          <p:nvPr/>
        </p:nvSpPr>
        <p:spPr>
          <a:xfrm>
            <a:off x="5852160" y="2523744"/>
            <a:ext cx="73152" cy="438912"/>
          </a:xfrm>
          <a:prstGeom prst="rect">
            <a:avLst/>
          </a:prstGeom>
          <a:solidFill>
            <a:schemeClr val="accent4">
              <a:lumMod val="75000"/>
            </a:schemeClr>
          </a:solidFill>
          <a:ln/>
        </p:spPr>
      </p:sp>
      <p:sp>
        <p:nvSpPr>
          <p:cNvPr id="50" name="Text 47"/>
          <p:cNvSpPr/>
          <p:nvPr/>
        </p:nvSpPr>
        <p:spPr>
          <a:xfrm>
            <a:off x="6035040" y="2523744"/>
            <a:ext cx="1280160" cy="237744"/>
          </a:xfrm>
          <a:prstGeom prst="rect">
            <a:avLst/>
          </a:prstGeom>
          <a:noFill/>
          <a:ln/>
        </p:spPr>
        <p:txBody>
          <a:bodyPr wrap="square" lIns="0" tIns="0" rIns="0" bIns="0" rtlCol="0" anchor="ctr"/>
          <a:lstStyle/>
          <a:p>
            <a:pPr marL="0" indent="0">
              <a:buNone/>
            </a:pPr>
            <a:r>
              <a:rPr lang="en-US" sz="1100" b="1" dirty="0">
                <a:solidFill>
                  <a:schemeClr val="accent4"/>
                </a:solidFill>
                <a:latin typeface="Trebuchet MS" pitchFamily="34" charset="0"/>
                <a:ea typeface="Trebuchet MS" pitchFamily="34" charset="-122"/>
                <a:cs typeface="Trebuchet MS" pitchFamily="34" charset="-120"/>
              </a:rPr>
              <a:t>MODERATE</a:t>
            </a:r>
            <a:endParaRPr lang="en-US" sz="1100" dirty="0">
              <a:solidFill>
                <a:schemeClr val="accent4"/>
              </a:solidFill>
            </a:endParaRPr>
          </a:p>
        </p:txBody>
      </p:sp>
      <p:sp>
        <p:nvSpPr>
          <p:cNvPr id="51" name="Text 48"/>
          <p:cNvSpPr/>
          <p:nvPr/>
        </p:nvSpPr>
        <p:spPr>
          <a:xfrm>
            <a:off x="7406640" y="2523744"/>
            <a:ext cx="640080" cy="237744"/>
          </a:xfrm>
          <a:prstGeom prst="rect">
            <a:avLst/>
          </a:prstGeom>
          <a:noFill/>
          <a:ln/>
        </p:spPr>
        <p:txBody>
          <a:bodyPr wrap="square" lIns="0" tIns="0" rIns="0" bIns="0" rtlCol="0" anchor="ctr"/>
          <a:lstStyle/>
          <a:p>
            <a:pPr marL="0" indent="0">
              <a:buNone/>
            </a:pPr>
            <a:r>
              <a:rPr lang="en-US" sz="1000" dirty="0">
                <a:solidFill>
                  <a:srgbClr val="8D99AE"/>
                </a:solidFill>
                <a:latin typeface="Calibri" pitchFamily="34" charset="0"/>
                <a:ea typeface="Calibri" pitchFamily="34" charset="-122"/>
                <a:cs typeface="Calibri" pitchFamily="34" charset="-120"/>
              </a:rPr>
              <a:t>11-30</a:t>
            </a:r>
            <a:endParaRPr lang="en-US" sz="1000" dirty="0"/>
          </a:p>
        </p:txBody>
      </p:sp>
      <p:sp>
        <p:nvSpPr>
          <p:cNvPr id="52" name="Text 49"/>
          <p:cNvSpPr/>
          <p:nvPr/>
        </p:nvSpPr>
        <p:spPr>
          <a:xfrm>
            <a:off x="6035040" y="2743200"/>
            <a:ext cx="2743200" cy="182880"/>
          </a:xfrm>
          <a:prstGeom prst="rect">
            <a:avLst/>
          </a:prstGeom>
          <a:noFill/>
          <a:ln/>
        </p:spPr>
        <p:txBody>
          <a:bodyPr wrap="square" lIns="0" tIns="0" rIns="0" bIns="0" rtlCol="0" anchor="ctr"/>
          <a:lstStyle/>
          <a:p>
            <a:pPr marL="0" indent="0">
              <a:buNone/>
            </a:pPr>
            <a:r>
              <a:rPr lang="en-US" sz="900" dirty="0">
                <a:solidFill>
                  <a:srgbClr val="CAD2C5"/>
                </a:solidFill>
                <a:latin typeface="Calibri" pitchFamily="34" charset="0"/>
                <a:ea typeface="Calibri" pitchFamily="34" charset="-122"/>
                <a:cs typeface="Calibri" pitchFamily="34" charset="-120"/>
              </a:rPr>
              <a:t>Constrained Execution</a:t>
            </a:r>
            <a:endParaRPr lang="en-US" sz="900" dirty="0"/>
          </a:p>
        </p:txBody>
      </p:sp>
      <p:sp>
        <p:nvSpPr>
          <p:cNvPr id="53" name="Shape 50"/>
          <p:cNvSpPr/>
          <p:nvPr/>
        </p:nvSpPr>
        <p:spPr>
          <a:xfrm>
            <a:off x="5852160" y="3035808"/>
            <a:ext cx="3017520" cy="438912"/>
          </a:xfrm>
          <a:prstGeom prst="rect">
            <a:avLst/>
          </a:prstGeom>
          <a:solidFill>
            <a:srgbClr val="1B2838"/>
          </a:solidFill>
          <a:ln/>
        </p:spPr>
      </p:sp>
      <p:sp>
        <p:nvSpPr>
          <p:cNvPr id="54" name="Shape 51"/>
          <p:cNvSpPr/>
          <p:nvPr/>
        </p:nvSpPr>
        <p:spPr>
          <a:xfrm>
            <a:off x="5852160" y="3035808"/>
            <a:ext cx="73152" cy="438912"/>
          </a:xfrm>
          <a:prstGeom prst="rect">
            <a:avLst/>
          </a:prstGeom>
          <a:solidFill>
            <a:schemeClr val="accent4">
              <a:lumMod val="50000"/>
            </a:schemeClr>
          </a:solidFill>
          <a:ln/>
        </p:spPr>
      </p:sp>
      <p:sp>
        <p:nvSpPr>
          <p:cNvPr id="55" name="Text 52"/>
          <p:cNvSpPr/>
          <p:nvPr/>
        </p:nvSpPr>
        <p:spPr>
          <a:xfrm>
            <a:off x="6035040" y="3035808"/>
            <a:ext cx="1280160" cy="237744"/>
          </a:xfrm>
          <a:prstGeom prst="rect">
            <a:avLst/>
          </a:prstGeom>
          <a:noFill/>
          <a:ln/>
        </p:spPr>
        <p:txBody>
          <a:bodyPr wrap="square" lIns="0" tIns="0" rIns="0" bIns="0" rtlCol="0" anchor="ctr"/>
          <a:lstStyle/>
          <a:p>
            <a:pPr marL="0" indent="0">
              <a:buNone/>
            </a:pPr>
            <a:r>
              <a:rPr lang="en-US" sz="1100" b="1" dirty="0">
                <a:solidFill>
                  <a:schemeClr val="accent4">
                    <a:lumMod val="50000"/>
                  </a:schemeClr>
                </a:solidFill>
                <a:latin typeface="Trebuchet MS" pitchFamily="34" charset="0"/>
                <a:ea typeface="Trebuchet MS" pitchFamily="34" charset="-122"/>
                <a:cs typeface="Trebuchet MS" pitchFamily="34" charset="-120"/>
              </a:rPr>
              <a:t>ELEVATED</a:t>
            </a:r>
            <a:endParaRPr lang="en-US" sz="1100" dirty="0">
              <a:solidFill>
                <a:schemeClr val="accent4">
                  <a:lumMod val="50000"/>
                </a:schemeClr>
              </a:solidFill>
            </a:endParaRPr>
          </a:p>
        </p:txBody>
      </p:sp>
      <p:sp>
        <p:nvSpPr>
          <p:cNvPr id="56" name="Text 53"/>
          <p:cNvSpPr/>
          <p:nvPr/>
        </p:nvSpPr>
        <p:spPr>
          <a:xfrm>
            <a:off x="7406640" y="3035808"/>
            <a:ext cx="640080" cy="237744"/>
          </a:xfrm>
          <a:prstGeom prst="rect">
            <a:avLst/>
          </a:prstGeom>
          <a:noFill/>
          <a:ln/>
        </p:spPr>
        <p:txBody>
          <a:bodyPr wrap="square" lIns="0" tIns="0" rIns="0" bIns="0" rtlCol="0" anchor="ctr"/>
          <a:lstStyle/>
          <a:p>
            <a:pPr marL="0" indent="0">
              <a:buNone/>
            </a:pPr>
            <a:r>
              <a:rPr lang="en-US" sz="1000" dirty="0">
                <a:solidFill>
                  <a:srgbClr val="8D99AE"/>
                </a:solidFill>
                <a:latin typeface="Calibri" pitchFamily="34" charset="0"/>
                <a:ea typeface="Calibri" pitchFamily="34" charset="-122"/>
                <a:cs typeface="Calibri" pitchFamily="34" charset="-120"/>
              </a:rPr>
              <a:t>31-50</a:t>
            </a:r>
            <a:endParaRPr lang="en-US" sz="1000" dirty="0"/>
          </a:p>
        </p:txBody>
      </p:sp>
      <p:sp>
        <p:nvSpPr>
          <p:cNvPr id="57" name="Text 54"/>
          <p:cNvSpPr/>
          <p:nvPr/>
        </p:nvSpPr>
        <p:spPr>
          <a:xfrm>
            <a:off x="6035040" y="3255264"/>
            <a:ext cx="2743200" cy="182880"/>
          </a:xfrm>
          <a:prstGeom prst="rect">
            <a:avLst/>
          </a:prstGeom>
          <a:noFill/>
          <a:ln/>
        </p:spPr>
        <p:txBody>
          <a:bodyPr wrap="square" lIns="0" tIns="0" rIns="0" bIns="0" rtlCol="0" anchor="ctr"/>
          <a:lstStyle/>
          <a:p>
            <a:pPr marL="0" indent="0">
              <a:buNone/>
            </a:pPr>
            <a:r>
              <a:rPr lang="en-US" sz="900" dirty="0">
                <a:solidFill>
                  <a:srgbClr val="CAD2C5"/>
                </a:solidFill>
                <a:latin typeface="Calibri" pitchFamily="34" charset="0"/>
                <a:ea typeface="Calibri" pitchFamily="34" charset="-122"/>
                <a:cs typeface="Calibri" pitchFamily="34" charset="-120"/>
              </a:rPr>
              <a:t>Exception Likely</a:t>
            </a:r>
            <a:endParaRPr lang="en-US" sz="900" dirty="0"/>
          </a:p>
        </p:txBody>
      </p:sp>
      <p:sp>
        <p:nvSpPr>
          <p:cNvPr id="58" name="Shape 55"/>
          <p:cNvSpPr/>
          <p:nvPr/>
        </p:nvSpPr>
        <p:spPr>
          <a:xfrm>
            <a:off x="5852160" y="3547872"/>
            <a:ext cx="3017520" cy="438912"/>
          </a:xfrm>
          <a:prstGeom prst="rect">
            <a:avLst/>
          </a:prstGeom>
          <a:solidFill>
            <a:srgbClr val="1B2838"/>
          </a:solidFill>
          <a:ln/>
        </p:spPr>
      </p:sp>
      <p:sp>
        <p:nvSpPr>
          <p:cNvPr id="59" name="Shape 56"/>
          <p:cNvSpPr/>
          <p:nvPr/>
        </p:nvSpPr>
        <p:spPr>
          <a:xfrm>
            <a:off x="5852160" y="3547872"/>
            <a:ext cx="73152" cy="438912"/>
          </a:xfrm>
          <a:prstGeom prst="rect">
            <a:avLst/>
          </a:prstGeom>
          <a:solidFill>
            <a:schemeClr val="accent2">
              <a:lumMod val="75000"/>
            </a:schemeClr>
          </a:solidFill>
          <a:ln/>
        </p:spPr>
      </p:sp>
      <p:sp>
        <p:nvSpPr>
          <p:cNvPr id="60" name="Text 57"/>
          <p:cNvSpPr/>
          <p:nvPr/>
        </p:nvSpPr>
        <p:spPr>
          <a:xfrm>
            <a:off x="6035040" y="3547872"/>
            <a:ext cx="1280160" cy="237744"/>
          </a:xfrm>
          <a:prstGeom prst="rect">
            <a:avLst/>
          </a:prstGeom>
          <a:noFill/>
          <a:ln/>
        </p:spPr>
        <p:txBody>
          <a:bodyPr wrap="square" lIns="0" tIns="0" rIns="0" bIns="0" rtlCol="0" anchor="ctr"/>
          <a:lstStyle/>
          <a:p>
            <a:pPr marL="0" indent="0">
              <a:buNone/>
            </a:pPr>
            <a:r>
              <a:rPr lang="en-US" sz="1100" b="1" dirty="0">
                <a:solidFill>
                  <a:schemeClr val="accent2">
                    <a:lumMod val="75000"/>
                  </a:schemeClr>
                </a:solidFill>
                <a:latin typeface="Trebuchet MS" pitchFamily="34" charset="0"/>
                <a:ea typeface="Trebuchet MS" pitchFamily="34" charset="-122"/>
                <a:cs typeface="Trebuchet MS" pitchFamily="34" charset="-120"/>
              </a:rPr>
              <a:t>HIGH</a:t>
            </a:r>
            <a:endParaRPr lang="en-US" sz="1100" dirty="0">
              <a:solidFill>
                <a:schemeClr val="accent2">
                  <a:lumMod val="75000"/>
                </a:schemeClr>
              </a:solidFill>
            </a:endParaRPr>
          </a:p>
        </p:txBody>
      </p:sp>
      <p:sp>
        <p:nvSpPr>
          <p:cNvPr id="61" name="Text 58"/>
          <p:cNvSpPr/>
          <p:nvPr/>
        </p:nvSpPr>
        <p:spPr>
          <a:xfrm>
            <a:off x="7406640" y="3547872"/>
            <a:ext cx="640080" cy="237744"/>
          </a:xfrm>
          <a:prstGeom prst="rect">
            <a:avLst/>
          </a:prstGeom>
          <a:noFill/>
          <a:ln/>
        </p:spPr>
        <p:txBody>
          <a:bodyPr wrap="square" lIns="0" tIns="0" rIns="0" bIns="0" rtlCol="0" anchor="ctr"/>
          <a:lstStyle/>
          <a:p>
            <a:pPr marL="0" indent="0">
              <a:buNone/>
            </a:pPr>
            <a:r>
              <a:rPr lang="en-US" sz="1000" dirty="0">
                <a:solidFill>
                  <a:srgbClr val="8D99AE"/>
                </a:solidFill>
                <a:latin typeface="Calibri" pitchFamily="34" charset="0"/>
                <a:ea typeface="Calibri" pitchFamily="34" charset="-122"/>
                <a:cs typeface="Calibri" pitchFamily="34" charset="-120"/>
              </a:rPr>
              <a:t>51-75</a:t>
            </a:r>
            <a:endParaRPr lang="en-US" sz="1000" dirty="0"/>
          </a:p>
        </p:txBody>
      </p:sp>
      <p:sp>
        <p:nvSpPr>
          <p:cNvPr id="62" name="Text 59"/>
          <p:cNvSpPr/>
          <p:nvPr/>
        </p:nvSpPr>
        <p:spPr>
          <a:xfrm>
            <a:off x="6035040" y="3767328"/>
            <a:ext cx="2743200" cy="182880"/>
          </a:xfrm>
          <a:prstGeom prst="rect">
            <a:avLst/>
          </a:prstGeom>
          <a:noFill/>
          <a:ln/>
        </p:spPr>
        <p:txBody>
          <a:bodyPr wrap="square" lIns="0" tIns="0" rIns="0" bIns="0" rtlCol="0" anchor="ctr"/>
          <a:lstStyle/>
          <a:p>
            <a:pPr marL="0" indent="0">
              <a:buNone/>
            </a:pPr>
            <a:r>
              <a:rPr lang="en-US" sz="900" dirty="0">
                <a:solidFill>
                  <a:srgbClr val="CAD2C5"/>
                </a:solidFill>
                <a:latin typeface="Calibri" pitchFamily="34" charset="0"/>
                <a:ea typeface="Calibri" pitchFamily="34" charset="-122"/>
                <a:cs typeface="Calibri" pitchFamily="34" charset="-120"/>
              </a:rPr>
              <a:t>Director Review Required</a:t>
            </a:r>
            <a:endParaRPr lang="en-US" sz="900" dirty="0"/>
          </a:p>
        </p:txBody>
      </p:sp>
      <p:sp>
        <p:nvSpPr>
          <p:cNvPr id="63" name="Shape 60"/>
          <p:cNvSpPr/>
          <p:nvPr/>
        </p:nvSpPr>
        <p:spPr>
          <a:xfrm>
            <a:off x="5852160" y="4059936"/>
            <a:ext cx="3017520" cy="438912"/>
          </a:xfrm>
          <a:prstGeom prst="rect">
            <a:avLst/>
          </a:prstGeom>
          <a:solidFill>
            <a:srgbClr val="1B2838"/>
          </a:solidFill>
          <a:ln/>
        </p:spPr>
      </p:sp>
      <p:sp>
        <p:nvSpPr>
          <p:cNvPr id="64" name="Shape 61"/>
          <p:cNvSpPr/>
          <p:nvPr/>
        </p:nvSpPr>
        <p:spPr>
          <a:xfrm>
            <a:off x="5852160" y="4059936"/>
            <a:ext cx="73152" cy="438912"/>
          </a:xfrm>
          <a:prstGeom prst="rect">
            <a:avLst/>
          </a:prstGeom>
          <a:solidFill>
            <a:srgbClr val="C00000"/>
          </a:solidFill>
          <a:ln/>
        </p:spPr>
      </p:sp>
      <p:sp>
        <p:nvSpPr>
          <p:cNvPr id="65" name="Text 62"/>
          <p:cNvSpPr/>
          <p:nvPr/>
        </p:nvSpPr>
        <p:spPr>
          <a:xfrm>
            <a:off x="6035040" y="4059936"/>
            <a:ext cx="1280160" cy="237744"/>
          </a:xfrm>
          <a:prstGeom prst="rect">
            <a:avLst/>
          </a:prstGeom>
          <a:noFill/>
          <a:ln/>
        </p:spPr>
        <p:txBody>
          <a:bodyPr wrap="square" lIns="0" tIns="0" rIns="0" bIns="0" rtlCol="0" anchor="ctr"/>
          <a:lstStyle/>
          <a:p>
            <a:pPr marL="0" indent="0">
              <a:buNone/>
            </a:pPr>
            <a:r>
              <a:rPr lang="en-US" sz="1100" b="1" dirty="0">
                <a:solidFill>
                  <a:srgbClr val="C00000"/>
                </a:solidFill>
                <a:latin typeface="Trebuchet MS" pitchFamily="34" charset="0"/>
                <a:ea typeface="Trebuchet MS" pitchFamily="34" charset="-122"/>
                <a:cs typeface="Trebuchet MS" pitchFamily="34" charset="-120"/>
              </a:rPr>
              <a:t>OHSHAT</a:t>
            </a:r>
            <a:endParaRPr lang="en-US" sz="1100" dirty="0">
              <a:solidFill>
                <a:srgbClr val="C00000"/>
              </a:solidFill>
            </a:endParaRPr>
          </a:p>
        </p:txBody>
      </p:sp>
      <p:sp>
        <p:nvSpPr>
          <p:cNvPr id="66" name="Text 63"/>
          <p:cNvSpPr/>
          <p:nvPr/>
        </p:nvSpPr>
        <p:spPr>
          <a:xfrm>
            <a:off x="7406640" y="4059936"/>
            <a:ext cx="640080" cy="237744"/>
          </a:xfrm>
          <a:prstGeom prst="rect">
            <a:avLst/>
          </a:prstGeom>
          <a:noFill/>
          <a:ln/>
        </p:spPr>
        <p:txBody>
          <a:bodyPr wrap="square" lIns="0" tIns="0" rIns="0" bIns="0" rtlCol="0" anchor="ctr"/>
          <a:lstStyle/>
          <a:p>
            <a:pPr marL="0" indent="0">
              <a:buNone/>
            </a:pPr>
            <a:r>
              <a:rPr lang="en-US" sz="1000" dirty="0">
                <a:solidFill>
                  <a:srgbClr val="8D99AE"/>
                </a:solidFill>
                <a:latin typeface="Calibri" pitchFamily="34" charset="0"/>
                <a:ea typeface="Calibri" pitchFamily="34" charset="-122"/>
                <a:cs typeface="Calibri" pitchFamily="34" charset="-120"/>
              </a:rPr>
              <a:t>76-100</a:t>
            </a:r>
            <a:endParaRPr lang="en-US" sz="1000" dirty="0"/>
          </a:p>
        </p:txBody>
      </p:sp>
      <p:sp>
        <p:nvSpPr>
          <p:cNvPr id="67" name="Text 64"/>
          <p:cNvSpPr/>
          <p:nvPr/>
        </p:nvSpPr>
        <p:spPr>
          <a:xfrm>
            <a:off x="6035040" y="4279392"/>
            <a:ext cx="2743200" cy="182880"/>
          </a:xfrm>
          <a:prstGeom prst="rect">
            <a:avLst/>
          </a:prstGeom>
          <a:noFill/>
          <a:ln/>
        </p:spPr>
        <p:txBody>
          <a:bodyPr wrap="square" lIns="0" tIns="0" rIns="0" bIns="0" rtlCol="0" anchor="ctr"/>
          <a:lstStyle/>
          <a:p>
            <a:pPr marL="0" indent="0">
              <a:buNone/>
            </a:pPr>
            <a:r>
              <a:rPr lang="en-US" sz="900" dirty="0">
                <a:solidFill>
                  <a:srgbClr val="CAD2C5"/>
                </a:solidFill>
                <a:latin typeface="Calibri" pitchFamily="34" charset="0"/>
                <a:ea typeface="Calibri" pitchFamily="34" charset="-122"/>
                <a:cs typeface="Calibri" pitchFamily="34" charset="-120"/>
              </a:rPr>
              <a:t>Operational Hell, Send Humans. Act Today!</a:t>
            </a:r>
            <a:endParaRPr lang="en-US" sz="900" dirty="0"/>
          </a:p>
        </p:txBody>
      </p:sp>
      <p:sp>
        <p:nvSpPr>
          <p:cNvPr id="68" name="Shape 65"/>
          <p:cNvSpPr/>
          <p:nvPr/>
        </p:nvSpPr>
        <p:spPr>
          <a:xfrm>
            <a:off x="457200" y="4526280"/>
            <a:ext cx="8229600" cy="502920"/>
          </a:xfrm>
          <a:prstGeom prst="rect">
            <a:avLst/>
          </a:prstGeom>
          <a:solidFill>
            <a:srgbClr val="1E3A5F"/>
          </a:solidFill>
          <a:ln/>
        </p:spPr>
      </p:sp>
      <p:sp>
        <p:nvSpPr>
          <p:cNvPr id="69" name="Text 66"/>
          <p:cNvSpPr/>
          <p:nvPr/>
        </p:nvSpPr>
        <p:spPr>
          <a:xfrm>
            <a:off x="640080" y="4544568"/>
            <a:ext cx="7863840" cy="228600"/>
          </a:xfrm>
          <a:prstGeom prst="rect">
            <a:avLst/>
          </a:prstGeom>
          <a:noFill/>
          <a:ln/>
        </p:spPr>
        <p:txBody>
          <a:bodyPr wrap="square" lIns="0" tIns="0" rIns="0" bIns="0" rtlCol="0" anchor="ctr"/>
          <a:lstStyle/>
          <a:p>
            <a:pPr marL="0" indent="0">
              <a:buNone/>
            </a:pPr>
            <a:r>
              <a:rPr lang="en-US" sz="950" dirty="0">
                <a:solidFill>
                  <a:srgbClr val="00B4D8"/>
                </a:solidFill>
                <a:latin typeface="Calibri" pitchFamily="34" charset="0"/>
                <a:ea typeface="Calibri" pitchFamily="34" charset="-122"/>
                <a:cs typeface="Calibri" pitchFamily="34" charset="-120"/>
              </a:rPr>
              <a:t>Composite = weighted sum  |  Critical Override: any dimension &gt; 75 forces escalation  |  Non-idempotent penalty: +15</a:t>
            </a:r>
            <a:endParaRPr lang="en-US" sz="950" dirty="0"/>
          </a:p>
        </p:txBody>
      </p:sp>
      <p:sp>
        <p:nvSpPr>
          <p:cNvPr id="70" name="Text 67"/>
          <p:cNvSpPr/>
          <p:nvPr/>
        </p:nvSpPr>
        <p:spPr>
          <a:xfrm>
            <a:off x="640080" y="4754880"/>
            <a:ext cx="7863840" cy="228600"/>
          </a:xfrm>
          <a:prstGeom prst="rect">
            <a:avLst/>
          </a:prstGeom>
          <a:noFill/>
          <a:ln/>
        </p:spPr>
        <p:txBody>
          <a:bodyPr wrap="square" lIns="0" tIns="0" rIns="0" bIns="0" rtlCol="0" anchor="ctr"/>
          <a:lstStyle/>
          <a:p>
            <a:pPr marL="0" indent="0">
              <a:buNone/>
            </a:pPr>
            <a:r>
              <a:rPr lang="en-US" sz="1000" i="1" dirty="0">
                <a:solidFill>
                  <a:srgbClr val="FFB703"/>
                </a:solidFill>
                <a:latin typeface="Calibri" pitchFamily="34" charset="0"/>
                <a:ea typeface="Calibri" pitchFamily="34" charset="-122"/>
                <a:cs typeface="Calibri" pitchFamily="34" charset="-120"/>
              </a:rPr>
              <a:t>Published, peer-reviewed frameworks that auditors already know and regulators already require.</a:t>
            </a:r>
            <a:endParaRPr lang="en-US" sz="1000" dirty="0"/>
          </a:p>
        </p:txBody>
      </p:sp>
      <p:sp>
        <p:nvSpPr>
          <p:cNvPr id="71" name="Text 39">
            <a:extLst>
              <a:ext uri="{FF2B5EF4-FFF2-40B4-BE49-F238E27FC236}">
                <a16:creationId xmlns:a16="http://schemas.microsoft.com/office/drawing/2014/main" id="{9BC2DB04-E93F-3B12-5DC6-68D97AB96EE6}"/>
              </a:ext>
            </a:extLst>
          </p:cNvPr>
          <p:cNvSpPr/>
          <p:nvPr/>
        </p:nvSpPr>
        <p:spPr>
          <a:xfrm>
            <a:off x="548640" y="1490472"/>
            <a:ext cx="4937760" cy="274320"/>
          </a:xfrm>
          <a:prstGeom prst="rect">
            <a:avLst/>
          </a:prstGeom>
          <a:noFill/>
          <a:ln/>
        </p:spPr>
        <p:txBody>
          <a:bodyPr wrap="square" lIns="0" tIns="0" rIns="0" bIns="0" rtlCol="0" anchor="ct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DIMENSION	                Weight    Frameworks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228600"/>
            <a:ext cx="8229600" cy="68580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One Control Plane. 4 Hooks. No Bypass.</a:t>
            </a:r>
            <a:endParaRPr lang="en-US" sz="3200" dirty="0"/>
          </a:p>
        </p:txBody>
      </p:sp>
      <p:sp>
        <p:nvSpPr>
          <p:cNvPr id="3" name="Text 1"/>
          <p:cNvSpPr/>
          <p:nvPr/>
        </p:nvSpPr>
        <p:spPr>
          <a:xfrm>
            <a:off x="548640" y="804672"/>
            <a:ext cx="8229600" cy="274320"/>
          </a:xfrm>
          <a:prstGeom prst="rect">
            <a:avLst/>
          </a:prstGeom>
          <a:noFill/>
          <a:ln/>
        </p:spPr>
        <p:txBody>
          <a:bodyPr wrap="square" lIns="0" tIns="0" rIns="0" bIns="0" rtlCol="0" anchor="ctr"/>
          <a:lstStyle/>
          <a:p>
            <a:pPr marL="0" indent="0">
              <a:buNone/>
            </a:pPr>
            <a:r>
              <a:rPr lang="en-US" sz="1300" dirty="0">
                <a:solidFill>
                  <a:srgbClr val="8D99AE"/>
                </a:solidFill>
                <a:latin typeface="Calibri" pitchFamily="34" charset="0"/>
                <a:ea typeface="Calibri" pitchFamily="34" charset="-122"/>
                <a:cs typeface="Calibri" pitchFamily="34" charset="-120"/>
              </a:rPr>
              <a:t>Architectural guardrails that intersect every layer are mandated at every point</a:t>
            </a:r>
            <a:endParaRPr lang="en-US" sz="1300" dirty="0"/>
          </a:p>
        </p:txBody>
      </p:sp>
      <p:sp>
        <p:nvSpPr>
          <p:cNvPr id="4" name="Shape 2"/>
          <p:cNvSpPr/>
          <p:nvPr/>
        </p:nvSpPr>
        <p:spPr>
          <a:xfrm>
            <a:off x="457200" y="1325880"/>
            <a:ext cx="4023360" cy="1554480"/>
          </a:xfrm>
          <a:prstGeom prst="rect">
            <a:avLst/>
          </a:prstGeom>
          <a:solidFill>
            <a:srgbClr val="1E3A5F"/>
          </a:solidFill>
          <a:ln/>
          <a:effectLst>
            <a:outerShdw blurRad="101600" dist="38100" dir="8100000" algn="bl" rotWithShape="0">
              <a:srgbClr val="000000">
                <a:alpha val="25000"/>
              </a:srgbClr>
            </a:outerShdw>
          </a:effectLst>
        </p:spPr>
      </p:sp>
      <p:sp>
        <p:nvSpPr>
          <p:cNvPr id="5" name="Shape 3"/>
          <p:cNvSpPr/>
          <p:nvPr/>
        </p:nvSpPr>
        <p:spPr>
          <a:xfrm>
            <a:off x="457200" y="1325880"/>
            <a:ext cx="4023360" cy="54864"/>
          </a:xfrm>
          <a:prstGeom prst="rect">
            <a:avLst/>
          </a:prstGeom>
          <a:solidFill>
            <a:srgbClr val="00B4D8"/>
          </a:solidFill>
          <a:ln/>
        </p:spPr>
      </p:sp>
      <p:pic>
        <p:nvPicPr>
          <p:cNvPr id="6" name="Image 0" descr="preencoded.png"/>
          <p:cNvPicPr>
            <a:picLocks noChangeAspect="1"/>
          </p:cNvPicPr>
          <p:nvPr/>
        </p:nvPicPr>
        <p:blipFill>
          <a:blip r:embed="rId3"/>
          <a:stretch>
            <a:fillRect/>
          </a:stretch>
        </p:blipFill>
        <p:spPr>
          <a:xfrm>
            <a:off x="640080" y="1508760"/>
            <a:ext cx="457200" cy="457200"/>
          </a:xfrm>
          <a:prstGeom prst="rect">
            <a:avLst/>
          </a:prstGeom>
        </p:spPr>
      </p:pic>
      <p:sp>
        <p:nvSpPr>
          <p:cNvPr id="7" name="Text 4"/>
          <p:cNvSpPr/>
          <p:nvPr/>
        </p:nvSpPr>
        <p:spPr>
          <a:xfrm>
            <a:off x="1188720" y="1508760"/>
            <a:ext cx="3017520" cy="411480"/>
          </a:xfrm>
          <a:prstGeom prst="rect">
            <a:avLst/>
          </a:prstGeom>
          <a:noFill/>
          <a:ln/>
        </p:spPr>
        <p:txBody>
          <a:bodyPr wrap="square" lIns="0" tIns="0" rIns="0" bIns="0" rtlCol="0" anchor="ctr"/>
          <a:lstStyle/>
          <a:p>
            <a:pPr marL="0" indent="0">
              <a:buNone/>
            </a:pPr>
            <a:r>
              <a:rPr lang="en-US" sz="1800" b="1" dirty="0">
                <a:solidFill>
                  <a:srgbClr val="00B4D8"/>
                </a:solidFill>
                <a:latin typeface="Trebuchet MS" pitchFamily="34" charset="0"/>
                <a:ea typeface="Trebuchet MS" pitchFamily="34" charset="-122"/>
                <a:cs typeface="Trebuchet MS" pitchFamily="34" charset="-120"/>
              </a:rPr>
              <a:t>Policy &amp; Risk</a:t>
            </a:r>
            <a:endParaRPr lang="en-US" sz="1800" dirty="0"/>
          </a:p>
        </p:txBody>
      </p:sp>
      <p:sp>
        <p:nvSpPr>
          <p:cNvPr id="8" name="Text 5"/>
          <p:cNvSpPr/>
          <p:nvPr/>
        </p:nvSpPr>
        <p:spPr>
          <a:xfrm>
            <a:off x="640080" y="2057400"/>
            <a:ext cx="3657600" cy="685800"/>
          </a:xfrm>
          <a:prstGeom prst="rect">
            <a:avLst/>
          </a:prstGeom>
          <a:noFill/>
          <a:ln/>
        </p:spPr>
        <p:txBody>
          <a:bodyPr wrap="square" lIns="0" tIns="0" rIns="0" bIns="0" rtlCol="0" anchor="ctr"/>
          <a:lstStyle/>
          <a:p>
            <a:pPr marL="0" indent="0">
              <a:buNone/>
            </a:pPr>
            <a:r>
              <a:rPr lang="en-US" sz="1150" dirty="0">
                <a:solidFill>
                  <a:srgbClr val="CAD2C5"/>
                </a:solidFill>
                <a:latin typeface="Calibri" pitchFamily="34" charset="0"/>
                <a:ea typeface="Calibri" pitchFamily="34" charset="-122"/>
                <a:cs typeface="Calibri" pitchFamily="34" charset="-120"/>
              </a:rPr>
              <a:t>Evaluates every action against legal, ethical, financial, and strategic constraints before execution. The arbiter of 'allowed.'</a:t>
            </a:r>
            <a:endParaRPr lang="en-US" sz="1150" dirty="0"/>
          </a:p>
        </p:txBody>
      </p:sp>
      <p:sp>
        <p:nvSpPr>
          <p:cNvPr id="9" name="Shape 6"/>
          <p:cNvSpPr/>
          <p:nvPr/>
        </p:nvSpPr>
        <p:spPr>
          <a:xfrm>
            <a:off x="4754880" y="1325880"/>
            <a:ext cx="4023360" cy="1554480"/>
          </a:xfrm>
          <a:prstGeom prst="rect">
            <a:avLst/>
          </a:prstGeom>
          <a:solidFill>
            <a:srgbClr val="1E3A5F"/>
          </a:solidFill>
          <a:ln/>
          <a:effectLst>
            <a:outerShdw blurRad="101600" dist="38100" dir="8100000" algn="bl" rotWithShape="0">
              <a:srgbClr val="000000">
                <a:alpha val="25000"/>
              </a:srgbClr>
            </a:outerShdw>
          </a:effectLst>
        </p:spPr>
      </p:sp>
      <p:sp>
        <p:nvSpPr>
          <p:cNvPr id="10" name="Shape 7"/>
          <p:cNvSpPr/>
          <p:nvPr/>
        </p:nvSpPr>
        <p:spPr>
          <a:xfrm>
            <a:off x="4754880" y="1325880"/>
            <a:ext cx="4023360" cy="54864"/>
          </a:xfrm>
          <a:prstGeom prst="rect">
            <a:avLst/>
          </a:prstGeom>
          <a:solidFill>
            <a:srgbClr val="FFB703"/>
          </a:solidFill>
          <a:ln/>
        </p:spPr>
      </p:sp>
      <p:pic>
        <p:nvPicPr>
          <p:cNvPr id="11" name="Image 1" descr="preencoded.png"/>
          <p:cNvPicPr>
            <a:picLocks noChangeAspect="1"/>
          </p:cNvPicPr>
          <p:nvPr/>
        </p:nvPicPr>
        <p:blipFill>
          <a:blip r:embed="rId4"/>
          <a:stretch>
            <a:fillRect/>
          </a:stretch>
        </p:blipFill>
        <p:spPr>
          <a:xfrm>
            <a:off x="4937760" y="1508760"/>
            <a:ext cx="457200" cy="457200"/>
          </a:xfrm>
          <a:prstGeom prst="rect">
            <a:avLst/>
          </a:prstGeom>
        </p:spPr>
      </p:pic>
      <p:sp>
        <p:nvSpPr>
          <p:cNvPr id="12" name="Text 8"/>
          <p:cNvSpPr/>
          <p:nvPr/>
        </p:nvSpPr>
        <p:spPr>
          <a:xfrm>
            <a:off x="5486400" y="1508760"/>
            <a:ext cx="3017520" cy="411480"/>
          </a:xfrm>
          <a:prstGeom prst="rect">
            <a:avLst/>
          </a:prstGeom>
          <a:noFill/>
          <a:ln/>
        </p:spPr>
        <p:txBody>
          <a:bodyPr wrap="square" lIns="0" tIns="0" rIns="0" bIns="0" rtlCol="0" anchor="ctr"/>
          <a:lstStyle/>
          <a:p>
            <a:pPr marL="0" indent="0">
              <a:buNone/>
            </a:pPr>
            <a:r>
              <a:rPr lang="en-US" sz="1800" b="1" dirty="0">
                <a:solidFill>
                  <a:srgbClr val="FFB703"/>
                </a:solidFill>
                <a:latin typeface="Trebuchet MS" pitchFamily="34" charset="0"/>
                <a:ea typeface="Trebuchet MS" pitchFamily="34" charset="-122"/>
                <a:cs typeface="Trebuchet MS" pitchFamily="34" charset="-120"/>
              </a:rPr>
              <a:t>Evidence &amp; Audit</a:t>
            </a:r>
            <a:endParaRPr lang="en-US" sz="1800" dirty="0"/>
          </a:p>
        </p:txBody>
      </p:sp>
      <p:sp>
        <p:nvSpPr>
          <p:cNvPr id="13" name="Text 9"/>
          <p:cNvSpPr/>
          <p:nvPr/>
        </p:nvSpPr>
        <p:spPr>
          <a:xfrm>
            <a:off x="4937760" y="2057400"/>
            <a:ext cx="3657600" cy="685800"/>
          </a:xfrm>
          <a:prstGeom prst="rect">
            <a:avLst/>
          </a:prstGeom>
          <a:noFill/>
          <a:ln/>
        </p:spPr>
        <p:txBody>
          <a:bodyPr wrap="square" lIns="0" tIns="0" rIns="0" bIns="0" rtlCol="0" anchor="ctr"/>
          <a:lstStyle/>
          <a:p>
            <a:pPr marL="0" indent="0">
              <a:buNone/>
            </a:pPr>
            <a:r>
              <a:rPr lang="en-US" sz="1150" dirty="0">
                <a:solidFill>
                  <a:srgbClr val="CAD2C5"/>
                </a:solidFill>
                <a:latin typeface="Calibri" pitchFamily="34" charset="0"/>
                <a:ea typeface="Calibri" pitchFamily="34" charset="-122"/>
                <a:cs typeface="Calibri" pitchFamily="34" charset="-120"/>
              </a:rPr>
              <a:t>Cryptographically anchored proof of what was known, decided, and done. Audit = playback. Flight Recorder enables replay with why and how.</a:t>
            </a:r>
            <a:endParaRPr lang="en-US" sz="1150" dirty="0"/>
          </a:p>
        </p:txBody>
      </p:sp>
      <p:sp>
        <p:nvSpPr>
          <p:cNvPr id="14" name="Shape 10"/>
          <p:cNvSpPr/>
          <p:nvPr/>
        </p:nvSpPr>
        <p:spPr>
          <a:xfrm>
            <a:off x="457200" y="3108960"/>
            <a:ext cx="4023360" cy="1554480"/>
          </a:xfrm>
          <a:prstGeom prst="rect">
            <a:avLst/>
          </a:prstGeom>
          <a:solidFill>
            <a:srgbClr val="1E3A5F"/>
          </a:solidFill>
          <a:ln/>
          <a:effectLst>
            <a:outerShdw blurRad="101600" dist="38100" dir="8100000" algn="bl" rotWithShape="0">
              <a:srgbClr val="000000">
                <a:alpha val="25000"/>
              </a:srgbClr>
            </a:outerShdw>
          </a:effectLst>
        </p:spPr>
      </p:sp>
      <p:sp>
        <p:nvSpPr>
          <p:cNvPr id="15" name="Shape 11"/>
          <p:cNvSpPr/>
          <p:nvPr/>
        </p:nvSpPr>
        <p:spPr>
          <a:xfrm>
            <a:off x="457200" y="3108960"/>
            <a:ext cx="4023360" cy="54864"/>
          </a:xfrm>
          <a:prstGeom prst="rect">
            <a:avLst/>
          </a:prstGeom>
          <a:solidFill>
            <a:srgbClr val="FB8500"/>
          </a:solidFill>
          <a:ln/>
        </p:spPr>
      </p:sp>
      <p:pic>
        <p:nvPicPr>
          <p:cNvPr id="16" name="Image 2" descr="preencoded.png"/>
          <p:cNvPicPr>
            <a:picLocks noChangeAspect="1"/>
          </p:cNvPicPr>
          <p:nvPr/>
        </p:nvPicPr>
        <p:blipFill>
          <a:blip r:embed="rId5"/>
          <a:stretch>
            <a:fillRect/>
          </a:stretch>
        </p:blipFill>
        <p:spPr>
          <a:xfrm>
            <a:off x="640080" y="3291840"/>
            <a:ext cx="457200" cy="457200"/>
          </a:xfrm>
          <a:prstGeom prst="rect">
            <a:avLst/>
          </a:prstGeom>
        </p:spPr>
      </p:pic>
      <p:sp>
        <p:nvSpPr>
          <p:cNvPr id="17" name="Text 12"/>
          <p:cNvSpPr/>
          <p:nvPr/>
        </p:nvSpPr>
        <p:spPr>
          <a:xfrm>
            <a:off x="1188720" y="3291840"/>
            <a:ext cx="3017520" cy="411480"/>
          </a:xfrm>
          <a:prstGeom prst="rect">
            <a:avLst/>
          </a:prstGeom>
          <a:noFill/>
          <a:ln/>
        </p:spPr>
        <p:txBody>
          <a:bodyPr wrap="square" lIns="0" tIns="0" rIns="0" bIns="0" rtlCol="0" anchor="ctr"/>
          <a:lstStyle/>
          <a:p>
            <a:pPr marL="0" indent="0">
              <a:buNone/>
            </a:pPr>
            <a:r>
              <a:rPr lang="en-US" sz="1800" b="1" dirty="0">
                <a:solidFill>
                  <a:srgbClr val="FB8500"/>
                </a:solidFill>
                <a:latin typeface="Trebuchet MS" pitchFamily="34" charset="0"/>
                <a:ea typeface="Trebuchet MS" pitchFamily="34" charset="-122"/>
                <a:cs typeface="Trebuchet MS" pitchFamily="34" charset="-120"/>
              </a:rPr>
              <a:t>Security &amp; Trust</a:t>
            </a:r>
            <a:endParaRPr lang="en-US" sz="1800" dirty="0"/>
          </a:p>
        </p:txBody>
      </p:sp>
      <p:sp>
        <p:nvSpPr>
          <p:cNvPr id="18" name="Text 13"/>
          <p:cNvSpPr/>
          <p:nvPr/>
        </p:nvSpPr>
        <p:spPr>
          <a:xfrm>
            <a:off x="685800" y="3663555"/>
            <a:ext cx="3657600" cy="685800"/>
          </a:xfrm>
          <a:prstGeom prst="rect">
            <a:avLst/>
          </a:prstGeom>
          <a:noFill/>
          <a:ln/>
        </p:spPr>
        <p:txBody>
          <a:bodyPr wrap="square" lIns="0" tIns="0" rIns="0" bIns="0" rtlCol="0" anchor="ctr"/>
          <a:lstStyle/>
          <a:p>
            <a:pPr marL="0" indent="0">
              <a:buNone/>
            </a:pPr>
            <a:r>
              <a:rPr lang="en-US" sz="1150" dirty="0">
                <a:solidFill>
                  <a:srgbClr val="CAD2C5"/>
                </a:solidFill>
                <a:latin typeface="Calibri" pitchFamily="34" charset="0"/>
                <a:ea typeface="Calibri" pitchFamily="34" charset="-122"/>
                <a:cs typeface="Calibri" pitchFamily="34" charset="-120"/>
              </a:rPr>
              <a:t>Identity enforcement, trust boundaries, prompt abuse resistance. Manipulation can not override execution. Microsoft AGT preferred, integrated.</a:t>
            </a:r>
            <a:endParaRPr lang="en-US" sz="1150" dirty="0"/>
          </a:p>
        </p:txBody>
      </p:sp>
      <p:sp>
        <p:nvSpPr>
          <p:cNvPr id="19" name="Shape 14"/>
          <p:cNvSpPr/>
          <p:nvPr/>
        </p:nvSpPr>
        <p:spPr>
          <a:xfrm>
            <a:off x="4754880" y="3108960"/>
            <a:ext cx="4023360" cy="1554480"/>
          </a:xfrm>
          <a:prstGeom prst="rect">
            <a:avLst/>
          </a:prstGeom>
          <a:solidFill>
            <a:srgbClr val="1E3A5F"/>
          </a:solidFill>
          <a:ln/>
          <a:effectLst>
            <a:outerShdw blurRad="101600" dist="38100" dir="8100000" algn="bl" rotWithShape="0">
              <a:srgbClr val="000000">
                <a:alpha val="25000"/>
              </a:srgbClr>
            </a:outerShdw>
          </a:effectLst>
        </p:spPr>
      </p:sp>
      <p:sp>
        <p:nvSpPr>
          <p:cNvPr id="20" name="Shape 15"/>
          <p:cNvSpPr/>
          <p:nvPr/>
        </p:nvSpPr>
        <p:spPr>
          <a:xfrm>
            <a:off x="4754880" y="3108960"/>
            <a:ext cx="4023360" cy="54864"/>
          </a:xfrm>
          <a:prstGeom prst="rect">
            <a:avLst/>
          </a:prstGeom>
          <a:solidFill>
            <a:srgbClr val="2A9D8F"/>
          </a:solidFill>
          <a:ln/>
        </p:spPr>
      </p:sp>
      <p:pic>
        <p:nvPicPr>
          <p:cNvPr id="21" name="Image 3" descr="preencoded.png"/>
          <p:cNvPicPr>
            <a:picLocks noChangeAspect="1"/>
          </p:cNvPicPr>
          <p:nvPr/>
        </p:nvPicPr>
        <p:blipFill>
          <a:blip r:embed="rId6"/>
          <a:stretch>
            <a:fillRect/>
          </a:stretch>
        </p:blipFill>
        <p:spPr>
          <a:xfrm>
            <a:off x="4937760" y="3291840"/>
            <a:ext cx="457200" cy="457200"/>
          </a:xfrm>
          <a:prstGeom prst="rect">
            <a:avLst/>
          </a:prstGeom>
        </p:spPr>
      </p:pic>
      <p:sp>
        <p:nvSpPr>
          <p:cNvPr id="22" name="Text 16"/>
          <p:cNvSpPr/>
          <p:nvPr/>
        </p:nvSpPr>
        <p:spPr>
          <a:xfrm>
            <a:off x="5486400" y="3291840"/>
            <a:ext cx="3017520" cy="411480"/>
          </a:xfrm>
          <a:prstGeom prst="rect">
            <a:avLst/>
          </a:prstGeom>
          <a:noFill/>
          <a:ln/>
        </p:spPr>
        <p:txBody>
          <a:bodyPr wrap="square" lIns="0" tIns="0" rIns="0" bIns="0" rtlCol="0" anchor="ctr"/>
          <a:lstStyle/>
          <a:p>
            <a:pPr marL="0" indent="0">
              <a:buNone/>
            </a:pPr>
            <a:r>
              <a:rPr lang="en-US" sz="1800" b="1" dirty="0">
                <a:solidFill>
                  <a:srgbClr val="2A9D8F"/>
                </a:solidFill>
                <a:latin typeface="Trebuchet MS" pitchFamily="34" charset="0"/>
                <a:ea typeface="Trebuchet MS" pitchFamily="34" charset="-122"/>
                <a:cs typeface="Trebuchet MS" pitchFamily="34" charset="-120"/>
              </a:rPr>
              <a:t>Stability &amp; Drift</a:t>
            </a:r>
            <a:endParaRPr lang="en-US" sz="1800" dirty="0"/>
          </a:p>
        </p:txBody>
      </p:sp>
      <p:sp>
        <p:nvSpPr>
          <p:cNvPr id="23" name="Text 17"/>
          <p:cNvSpPr/>
          <p:nvPr/>
        </p:nvSpPr>
        <p:spPr>
          <a:xfrm>
            <a:off x="4937760" y="3747503"/>
            <a:ext cx="3657600" cy="685800"/>
          </a:xfrm>
          <a:prstGeom prst="rect">
            <a:avLst/>
          </a:prstGeom>
          <a:noFill/>
          <a:ln/>
        </p:spPr>
        <p:txBody>
          <a:bodyPr wrap="square" lIns="0" tIns="0" rIns="0" bIns="0" rtlCol="0" anchor="ctr"/>
          <a:lstStyle/>
          <a:p>
            <a:pPr marL="0" indent="0">
              <a:buNone/>
            </a:pPr>
            <a:r>
              <a:rPr lang="en-US" sz="1150" dirty="0">
                <a:solidFill>
                  <a:srgbClr val="CAD2C5"/>
                </a:solidFill>
                <a:latin typeface="Calibri" pitchFamily="34" charset="0"/>
                <a:ea typeface="Calibri" pitchFamily="34" charset="-122"/>
                <a:cs typeface="Calibri" pitchFamily="34" charset="-120"/>
              </a:rPr>
              <a:t>Monitors feedback loops and autonomy budgets. Detects when ADAM drifts from the current DNA graph or enters Skynet territory. The quiet guardian and the ADAM DNA baby-sitter.</a:t>
            </a:r>
            <a:endParaRPr lang="en-US" sz="1150" dirty="0"/>
          </a:p>
        </p:txBody>
      </p:sp>
      <p:sp>
        <p:nvSpPr>
          <p:cNvPr id="24" name="Text 18"/>
          <p:cNvSpPr/>
          <p:nvPr/>
        </p:nvSpPr>
        <p:spPr>
          <a:xfrm>
            <a:off x="457200" y="4754880"/>
            <a:ext cx="8412480" cy="320040"/>
          </a:xfrm>
          <a:prstGeom prst="rect">
            <a:avLst/>
          </a:prstGeom>
          <a:noFill/>
          <a:ln/>
        </p:spPr>
        <p:txBody>
          <a:bodyPr wrap="square" lIns="0" tIns="0" rIns="0" bIns="0" rtlCol="0" anchor="ctr"/>
          <a:lstStyle/>
          <a:p>
            <a:pPr marL="0" indent="0">
              <a:buNone/>
            </a:pPr>
            <a:r>
              <a:rPr lang="en-US" sz="1100" i="1" dirty="0">
                <a:solidFill>
                  <a:srgbClr val="00B4D8"/>
                </a:solidFill>
                <a:latin typeface="Calibri" pitchFamily="34" charset="0"/>
                <a:ea typeface="Calibri" pitchFamily="34" charset="-122"/>
                <a:cs typeface="Calibri" pitchFamily="34" charset="-120"/>
              </a:rPr>
              <a:t>Because these planes are architectural — not procedural — they cannot be bypassed by agents, orchestration, or human pressure.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182880"/>
            <a:ext cx="4572000" cy="365760"/>
          </a:xfrm>
          <a:prstGeom prst="rect">
            <a:avLst/>
          </a:prstGeom>
          <a:noFill/>
          <a:ln/>
        </p:spPr>
        <p:txBody>
          <a:bodyPr wrap="square" lIns="0" tIns="0" rIns="0" bIns="0" rtlCol="0" anchor="ctr"/>
          <a:lstStyle/>
          <a:p>
            <a:pPr marL="0" indent="0">
              <a:buNone/>
            </a:pPr>
            <a:r>
              <a:rPr lang="en-US" sz="2800" b="1" dirty="0">
                <a:solidFill>
                  <a:srgbClr val="00B4D8"/>
                </a:solidFill>
                <a:latin typeface="Calibri" pitchFamily="34" charset="0"/>
                <a:ea typeface="Calibri" pitchFamily="34" charset="-122"/>
                <a:cs typeface="Calibri" pitchFamily="34" charset="-120"/>
              </a:rPr>
              <a:t>The Human Element</a:t>
            </a:r>
            <a:endParaRPr lang="en-US" sz="2800" dirty="0"/>
          </a:p>
        </p:txBody>
      </p:sp>
      <p:sp>
        <p:nvSpPr>
          <p:cNvPr id="3" name="Text 1"/>
          <p:cNvSpPr/>
          <p:nvPr/>
        </p:nvSpPr>
        <p:spPr>
          <a:xfrm>
            <a:off x="548640" y="457200"/>
            <a:ext cx="8229600" cy="594360"/>
          </a:xfrm>
          <a:prstGeom prst="rect">
            <a:avLst/>
          </a:prstGeom>
          <a:noFill/>
          <a:ln/>
        </p:spPr>
        <p:txBody>
          <a:bodyPr wrap="square" lIns="0" tIns="0" rIns="0" bIns="0" rtlCol="0" anchor="ctr"/>
          <a:lstStyle/>
          <a:p>
            <a:pPr marL="0" indent="0">
              <a:buNone/>
            </a:pPr>
            <a:r>
              <a:rPr lang="en-US" b="1" dirty="0">
                <a:solidFill>
                  <a:srgbClr val="FFFFFF"/>
                </a:solidFill>
                <a:latin typeface="Trebuchet MS" pitchFamily="34" charset="0"/>
                <a:ea typeface="Trebuchet MS" pitchFamily="34" charset="-122"/>
                <a:cs typeface="Trebuchet MS" pitchFamily="34" charset="-120"/>
              </a:rPr>
              <a:t>5 Directors. No Middle Management.</a:t>
            </a:r>
            <a:endParaRPr lang="en-US" dirty="0"/>
          </a:p>
        </p:txBody>
      </p:sp>
      <p:pic>
        <p:nvPicPr>
          <p:cNvPr id="4" name="Image 0" descr="preencoded.png"/>
          <p:cNvPicPr>
            <a:picLocks noChangeAspect="1"/>
          </p:cNvPicPr>
          <p:nvPr/>
        </p:nvPicPr>
        <p:blipFill>
          <a:blip r:embed="rId3">
            <a:alphaModFix amt="30000"/>
          </a:blip>
          <a:stretch>
            <a:fillRect/>
          </a:stretch>
        </p:blipFill>
        <p:spPr>
          <a:xfrm>
            <a:off x="7772400" y="182880"/>
            <a:ext cx="1097280" cy="1097280"/>
          </a:xfrm>
          <a:prstGeom prst="rect">
            <a:avLst/>
          </a:prstGeom>
        </p:spPr>
      </p:pic>
      <p:sp>
        <p:nvSpPr>
          <p:cNvPr id="5" name="Shape 2"/>
          <p:cNvSpPr/>
          <p:nvPr/>
        </p:nvSpPr>
        <p:spPr>
          <a:xfrm>
            <a:off x="228600" y="1280160"/>
            <a:ext cx="1627632" cy="2377440"/>
          </a:xfrm>
          <a:prstGeom prst="rect">
            <a:avLst/>
          </a:prstGeom>
          <a:solidFill>
            <a:srgbClr val="1E3A5F"/>
          </a:solidFill>
          <a:ln/>
          <a:effectLst>
            <a:outerShdw blurRad="101600" dist="38100" dir="8100000" algn="bl" rotWithShape="0">
              <a:srgbClr val="000000">
                <a:alpha val="25000"/>
              </a:srgbClr>
            </a:outerShdw>
          </a:effectLst>
        </p:spPr>
      </p:sp>
      <p:sp>
        <p:nvSpPr>
          <p:cNvPr id="6" name="Shape 3"/>
          <p:cNvSpPr/>
          <p:nvPr/>
        </p:nvSpPr>
        <p:spPr>
          <a:xfrm>
            <a:off x="228600" y="1280160"/>
            <a:ext cx="1627632" cy="54864"/>
          </a:xfrm>
          <a:prstGeom prst="rect">
            <a:avLst/>
          </a:prstGeom>
          <a:solidFill>
            <a:srgbClr val="FFB703"/>
          </a:solidFill>
          <a:ln/>
        </p:spPr>
      </p:sp>
      <p:sp>
        <p:nvSpPr>
          <p:cNvPr id="7" name="Shape 4"/>
          <p:cNvSpPr/>
          <p:nvPr/>
        </p:nvSpPr>
        <p:spPr>
          <a:xfrm>
            <a:off x="502920" y="1463040"/>
            <a:ext cx="1078992" cy="384048"/>
          </a:xfrm>
          <a:prstGeom prst="rect">
            <a:avLst/>
          </a:prstGeom>
          <a:solidFill>
            <a:srgbClr val="FFB703"/>
          </a:solidFill>
          <a:ln/>
        </p:spPr>
      </p:sp>
      <p:sp>
        <p:nvSpPr>
          <p:cNvPr id="8" name="Text 5"/>
          <p:cNvSpPr/>
          <p:nvPr/>
        </p:nvSpPr>
        <p:spPr>
          <a:xfrm>
            <a:off x="502920" y="1463040"/>
            <a:ext cx="1078992" cy="384048"/>
          </a:xfrm>
          <a:prstGeom prst="rect">
            <a:avLst/>
          </a:prstGeom>
          <a:noFill/>
          <a:ln/>
        </p:spPr>
        <p:txBody>
          <a:bodyPr wrap="square" lIns="0" tIns="0" rIns="0" bIns="0" rtlCol="0" anchor="ctr"/>
          <a:lstStyle/>
          <a:p>
            <a:pPr marL="0" indent="0" algn="ctr">
              <a:buNone/>
            </a:pPr>
            <a:r>
              <a:rPr lang="en-US" sz="1600" b="1" dirty="0">
                <a:solidFill>
                  <a:srgbClr val="0D1B2A"/>
                </a:solidFill>
                <a:latin typeface="Trebuchet MS" pitchFamily="34" charset="0"/>
                <a:ea typeface="Trebuchet MS" pitchFamily="34" charset="-122"/>
                <a:cs typeface="Trebuchet MS" pitchFamily="34" charset="-120"/>
              </a:rPr>
              <a:t>CEO</a:t>
            </a:r>
            <a:endParaRPr lang="en-US" sz="1600" dirty="0"/>
          </a:p>
        </p:txBody>
      </p:sp>
      <p:sp>
        <p:nvSpPr>
          <p:cNvPr id="9" name="Text 6"/>
          <p:cNvSpPr/>
          <p:nvPr/>
        </p:nvSpPr>
        <p:spPr>
          <a:xfrm>
            <a:off x="320040" y="1965960"/>
            <a:ext cx="1444752"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Primary</a:t>
            </a:r>
            <a:endParaRPr lang="en-US" sz="1200" dirty="0"/>
          </a:p>
          <a:p>
            <a:pPr marL="0" indent="0" algn="ctr">
              <a:buNone/>
            </a:pPr>
            <a:r>
              <a:rPr lang="en-US" sz="1200" b="1" dirty="0">
                <a:solidFill>
                  <a:srgbClr val="FFFFFF"/>
                </a:solidFill>
                <a:latin typeface="Trebuchet MS" pitchFamily="34" charset="0"/>
                <a:ea typeface="Trebuchet MS" pitchFamily="34" charset="-122"/>
                <a:cs typeface="Trebuchet MS" pitchFamily="34" charset="-120"/>
              </a:rPr>
              <a:t>Accountability</a:t>
            </a:r>
            <a:endParaRPr lang="en-US" sz="1200" dirty="0"/>
          </a:p>
        </p:txBody>
      </p:sp>
      <p:sp>
        <p:nvSpPr>
          <p:cNvPr id="10" name="Text 7"/>
          <p:cNvSpPr/>
          <p:nvPr/>
        </p:nvSpPr>
        <p:spPr>
          <a:xfrm>
            <a:off x="320040" y="2651760"/>
            <a:ext cx="1444752" cy="868680"/>
          </a:xfrm>
          <a:prstGeom prst="rect">
            <a:avLst/>
          </a:prstGeom>
          <a:noFill/>
          <a:ln/>
        </p:spPr>
        <p:txBody>
          <a:bodyPr wrap="square" lIns="0" tIns="0" rIns="0" bIns="0" rtlCol="0" anchor="ctr"/>
          <a:lstStyle/>
          <a:p>
            <a:pPr marL="0" indent="0" algn="ctr">
              <a:buNone/>
            </a:pPr>
            <a:r>
              <a:rPr lang="en-US" sz="1000" dirty="0">
                <a:solidFill>
                  <a:srgbClr val="CAD2C5"/>
                </a:solidFill>
                <a:latin typeface="Calibri" pitchFamily="34" charset="0"/>
                <a:ea typeface="Calibri" pitchFamily="34" charset="-122"/>
                <a:cs typeface="Calibri" pitchFamily="34" charset="-120"/>
              </a:rPr>
              <a:t>Board reporting.</a:t>
            </a:r>
            <a:endParaRPr lang="en-US" sz="1000" dirty="0"/>
          </a:p>
          <a:p>
            <a:pPr marL="0" indent="0" algn="ctr">
              <a:buNone/>
            </a:pPr>
            <a:r>
              <a:rPr lang="en-US" sz="1000" dirty="0">
                <a:solidFill>
                  <a:srgbClr val="CAD2C5"/>
                </a:solidFill>
                <a:latin typeface="Calibri" pitchFamily="34" charset="0"/>
                <a:ea typeface="Calibri" pitchFamily="34" charset="-122"/>
                <a:cs typeface="Calibri" pitchFamily="34" charset="-120"/>
              </a:rPr>
              <a:t>Final escalation.</a:t>
            </a:r>
            <a:endParaRPr lang="en-US" sz="1000" dirty="0"/>
          </a:p>
        </p:txBody>
      </p:sp>
      <p:sp>
        <p:nvSpPr>
          <p:cNvPr id="11" name="Shape 8"/>
          <p:cNvSpPr/>
          <p:nvPr/>
        </p:nvSpPr>
        <p:spPr>
          <a:xfrm>
            <a:off x="2011680" y="1280160"/>
            <a:ext cx="1627632" cy="2377440"/>
          </a:xfrm>
          <a:prstGeom prst="rect">
            <a:avLst/>
          </a:prstGeom>
          <a:solidFill>
            <a:srgbClr val="1E3A5F"/>
          </a:solidFill>
          <a:ln/>
          <a:effectLst>
            <a:outerShdw blurRad="101600" dist="38100" dir="8100000" algn="bl" rotWithShape="0">
              <a:srgbClr val="000000">
                <a:alpha val="25000"/>
              </a:srgbClr>
            </a:outerShdw>
          </a:effectLst>
        </p:spPr>
      </p:sp>
      <p:sp>
        <p:nvSpPr>
          <p:cNvPr id="12" name="Shape 9"/>
          <p:cNvSpPr/>
          <p:nvPr/>
        </p:nvSpPr>
        <p:spPr>
          <a:xfrm>
            <a:off x="2011680" y="1280160"/>
            <a:ext cx="1627632" cy="54864"/>
          </a:xfrm>
          <a:prstGeom prst="rect">
            <a:avLst/>
          </a:prstGeom>
          <a:solidFill>
            <a:srgbClr val="00B4D8"/>
          </a:solidFill>
          <a:ln/>
        </p:spPr>
      </p:sp>
      <p:sp>
        <p:nvSpPr>
          <p:cNvPr id="13" name="Shape 10"/>
          <p:cNvSpPr/>
          <p:nvPr/>
        </p:nvSpPr>
        <p:spPr>
          <a:xfrm>
            <a:off x="2286000" y="1463040"/>
            <a:ext cx="1078992" cy="384048"/>
          </a:xfrm>
          <a:prstGeom prst="rect">
            <a:avLst/>
          </a:prstGeom>
          <a:solidFill>
            <a:srgbClr val="00B4D8"/>
          </a:solidFill>
          <a:ln/>
        </p:spPr>
      </p:sp>
      <p:sp>
        <p:nvSpPr>
          <p:cNvPr id="14" name="Text 11"/>
          <p:cNvSpPr/>
          <p:nvPr/>
        </p:nvSpPr>
        <p:spPr>
          <a:xfrm>
            <a:off x="2286000" y="1463040"/>
            <a:ext cx="1078992" cy="384048"/>
          </a:xfrm>
          <a:prstGeom prst="rect">
            <a:avLst/>
          </a:prstGeom>
          <a:noFill/>
          <a:ln/>
        </p:spPr>
        <p:txBody>
          <a:bodyPr wrap="square" lIns="0" tIns="0" rIns="0" bIns="0" rtlCol="0" anchor="ctr"/>
          <a:lstStyle/>
          <a:p>
            <a:pPr marL="0" indent="0" algn="ctr">
              <a:buNone/>
            </a:pPr>
            <a:r>
              <a:rPr lang="en-US" sz="1600" b="1" dirty="0">
                <a:solidFill>
                  <a:srgbClr val="0D1B2A"/>
                </a:solidFill>
                <a:latin typeface="Trebuchet MS" pitchFamily="34" charset="0"/>
                <a:ea typeface="Trebuchet MS" pitchFamily="34" charset="-122"/>
                <a:cs typeface="Trebuchet MS" pitchFamily="34" charset="-120"/>
              </a:rPr>
              <a:t>CFO</a:t>
            </a:r>
            <a:endParaRPr lang="en-US" sz="1600" dirty="0"/>
          </a:p>
        </p:txBody>
      </p:sp>
      <p:sp>
        <p:nvSpPr>
          <p:cNvPr id="15" name="Text 12"/>
          <p:cNvSpPr/>
          <p:nvPr/>
        </p:nvSpPr>
        <p:spPr>
          <a:xfrm>
            <a:off x="2103120" y="1965960"/>
            <a:ext cx="1444752"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Financial</a:t>
            </a:r>
            <a:endParaRPr lang="en-US" sz="1200" dirty="0"/>
          </a:p>
          <a:p>
            <a:pPr marL="0" indent="0" algn="ctr">
              <a:buNone/>
            </a:pPr>
            <a:r>
              <a:rPr lang="en-US" sz="1200" b="1" dirty="0">
                <a:solidFill>
                  <a:srgbClr val="FFFFFF"/>
                </a:solidFill>
                <a:latin typeface="Trebuchet MS" pitchFamily="34" charset="0"/>
                <a:ea typeface="Trebuchet MS" pitchFamily="34" charset="-122"/>
                <a:cs typeface="Trebuchet MS" pitchFamily="34" charset="-120"/>
              </a:rPr>
              <a:t>Stewardship</a:t>
            </a:r>
            <a:endParaRPr lang="en-US" sz="1200" dirty="0"/>
          </a:p>
        </p:txBody>
      </p:sp>
      <p:sp>
        <p:nvSpPr>
          <p:cNvPr id="16" name="Text 13"/>
          <p:cNvSpPr/>
          <p:nvPr/>
        </p:nvSpPr>
        <p:spPr>
          <a:xfrm>
            <a:off x="2103120" y="2651760"/>
            <a:ext cx="1444752" cy="868680"/>
          </a:xfrm>
          <a:prstGeom prst="rect">
            <a:avLst/>
          </a:prstGeom>
          <a:noFill/>
          <a:ln/>
        </p:spPr>
        <p:txBody>
          <a:bodyPr wrap="square" lIns="0" tIns="0" rIns="0" bIns="0" rtlCol="0" anchor="ctr"/>
          <a:lstStyle/>
          <a:p>
            <a:pPr marL="0" indent="0" algn="ctr">
              <a:buNone/>
            </a:pPr>
            <a:r>
              <a:rPr lang="en-US" sz="1000" dirty="0">
                <a:solidFill>
                  <a:srgbClr val="CAD2C5"/>
                </a:solidFill>
                <a:latin typeface="Calibri" pitchFamily="34" charset="0"/>
                <a:ea typeface="Calibri" pitchFamily="34" charset="-122"/>
                <a:cs typeface="Calibri" pitchFamily="34" charset="-120"/>
              </a:rPr>
              <a:t>Thresholds.</a:t>
            </a:r>
            <a:endParaRPr lang="en-US" sz="1000" dirty="0"/>
          </a:p>
          <a:p>
            <a:pPr marL="0" indent="0" algn="ctr">
              <a:buNone/>
            </a:pPr>
            <a:r>
              <a:rPr lang="en-US" sz="1000" dirty="0">
                <a:solidFill>
                  <a:srgbClr val="CAD2C5"/>
                </a:solidFill>
                <a:latin typeface="Calibri" pitchFamily="34" charset="0"/>
                <a:ea typeface="Calibri" pitchFamily="34" charset="-122"/>
                <a:cs typeface="Calibri" pitchFamily="34" charset="-120"/>
              </a:rPr>
              <a:t>Capital allocation.</a:t>
            </a:r>
            <a:endParaRPr lang="en-US" sz="1000" dirty="0"/>
          </a:p>
        </p:txBody>
      </p:sp>
      <p:sp>
        <p:nvSpPr>
          <p:cNvPr id="17" name="Shape 14"/>
          <p:cNvSpPr/>
          <p:nvPr/>
        </p:nvSpPr>
        <p:spPr>
          <a:xfrm>
            <a:off x="3794760" y="1280160"/>
            <a:ext cx="1627632" cy="2377440"/>
          </a:xfrm>
          <a:prstGeom prst="rect">
            <a:avLst/>
          </a:prstGeom>
          <a:solidFill>
            <a:srgbClr val="1E3A5F"/>
          </a:solidFill>
          <a:ln/>
          <a:effectLst>
            <a:outerShdw blurRad="101600" dist="38100" dir="8100000" algn="bl" rotWithShape="0">
              <a:srgbClr val="000000">
                <a:alpha val="25000"/>
              </a:srgbClr>
            </a:outerShdw>
          </a:effectLst>
        </p:spPr>
      </p:sp>
      <p:sp>
        <p:nvSpPr>
          <p:cNvPr id="18" name="Shape 15"/>
          <p:cNvSpPr/>
          <p:nvPr/>
        </p:nvSpPr>
        <p:spPr>
          <a:xfrm>
            <a:off x="3794760" y="1280160"/>
            <a:ext cx="1627632" cy="54864"/>
          </a:xfrm>
          <a:prstGeom prst="rect">
            <a:avLst/>
          </a:prstGeom>
          <a:solidFill>
            <a:srgbClr val="48CAE4"/>
          </a:solidFill>
          <a:ln/>
        </p:spPr>
      </p:sp>
      <p:sp>
        <p:nvSpPr>
          <p:cNvPr id="19" name="Shape 16"/>
          <p:cNvSpPr/>
          <p:nvPr/>
        </p:nvSpPr>
        <p:spPr>
          <a:xfrm>
            <a:off x="4069080" y="1463040"/>
            <a:ext cx="1078992" cy="384048"/>
          </a:xfrm>
          <a:prstGeom prst="rect">
            <a:avLst/>
          </a:prstGeom>
          <a:solidFill>
            <a:srgbClr val="48CAE4"/>
          </a:solidFill>
          <a:ln/>
        </p:spPr>
      </p:sp>
      <p:sp>
        <p:nvSpPr>
          <p:cNvPr id="20" name="Text 17"/>
          <p:cNvSpPr/>
          <p:nvPr/>
        </p:nvSpPr>
        <p:spPr>
          <a:xfrm>
            <a:off x="4069080" y="1463040"/>
            <a:ext cx="1078992" cy="384048"/>
          </a:xfrm>
          <a:prstGeom prst="rect">
            <a:avLst/>
          </a:prstGeom>
          <a:noFill/>
          <a:ln/>
        </p:spPr>
        <p:txBody>
          <a:bodyPr wrap="square" lIns="0" tIns="0" rIns="0" bIns="0" rtlCol="0" anchor="ctr"/>
          <a:lstStyle/>
          <a:p>
            <a:pPr marL="0" indent="0" algn="ctr">
              <a:buNone/>
            </a:pPr>
            <a:r>
              <a:rPr lang="en-US" sz="1600" b="1" dirty="0">
                <a:solidFill>
                  <a:srgbClr val="0D1B2A"/>
                </a:solidFill>
                <a:latin typeface="Trebuchet MS" pitchFamily="34" charset="0"/>
                <a:ea typeface="Trebuchet MS" pitchFamily="34" charset="-122"/>
                <a:cs typeface="Trebuchet MS" pitchFamily="34" charset="-120"/>
              </a:rPr>
              <a:t>Legal</a:t>
            </a:r>
            <a:endParaRPr lang="en-US" sz="1600" dirty="0"/>
          </a:p>
        </p:txBody>
      </p:sp>
      <p:sp>
        <p:nvSpPr>
          <p:cNvPr id="21" name="Text 18"/>
          <p:cNvSpPr/>
          <p:nvPr/>
        </p:nvSpPr>
        <p:spPr>
          <a:xfrm>
            <a:off x="3886200" y="1965960"/>
            <a:ext cx="1444752"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Regulatory</a:t>
            </a:r>
            <a:endParaRPr lang="en-US" sz="1200" dirty="0"/>
          </a:p>
          <a:p>
            <a:pPr marL="0" indent="0" algn="ctr">
              <a:buNone/>
            </a:pPr>
            <a:r>
              <a:rPr lang="en-US" sz="1200" b="1" dirty="0">
                <a:solidFill>
                  <a:srgbClr val="FFFFFF"/>
                </a:solidFill>
                <a:latin typeface="Trebuchet MS" pitchFamily="34" charset="0"/>
                <a:ea typeface="Trebuchet MS" pitchFamily="34" charset="-122"/>
                <a:cs typeface="Trebuchet MS" pitchFamily="34" charset="-120"/>
              </a:rPr>
              <a:t>&amp; Risk</a:t>
            </a:r>
            <a:endParaRPr lang="en-US" sz="1200" dirty="0"/>
          </a:p>
        </p:txBody>
      </p:sp>
      <p:sp>
        <p:nvSpPr>
          <p:cNvPr id="22" name="Text 19"/>
          <p:cNvSpPr/>
          <p:nvPr/>
        </p:nvSpPr>
        <p:spPr>
          <a:xfrm>
            <a:off x="3886200" y="2651760"/>
            <a:ext cx="1444752" cy="868680"/>
          </a:xfrm>
          <a:prstGeom prst="rect">
            <a:avLst/>
          </a:prstGeom>
          <a:noFill/>
          <a:ln/>
        </p:spPr>
        <p:txBody>
          <a:bodyPr wrap="square" lIns="0" tIns="0" rIns="0" bIns="0" rtlCol="0" anchor="ctr"/>
          <a:lstStyle/>
          <a:p>
            <a:pPr marL="0" indent="0" algn="ctr">
              <a:buNone/>
            </a:pPr>
            <a:r>
              <a:rPr lang="en-US" sz="1000" dirty="0">
                <a:solidFill>
                  <a:srgbClr val="CAD2C5"/>
                </a:solidFill>
                <a:latin typeface="Calibri" pitchFamily="34" charset="0"/>
                <a:ea typeface="Calibri" pitchFamily="34" charset="-122"/>
                <a:cs typeface="Calibri" pitchFamily="34" charset="-120"/>
              </a:rPr>
              <a:t>Risk appetite.</a:t>
            </a:r>
            <a:endParaRPr lang="en-US" sz="1000" dirty="0"/>
          </a:p>
          <a:p>
            <a:pPr marL="0" indent="0" algn="ctr">
              <a:buNone/>
            </a:pPr>
            <a:r>
              <a:rPr lang="en-US" sz="1000" dirty="0">
                <a:solidFill>
                  <a:srgbClr val="CAD2C5"/>
                </a:solidFill>
                <a:latin typeface="Calibri" pitchFamily="34" charset="0"/>
                <a:ea typeface="Calibri" pitchFamily="34" charset="-122"/>
                <a:cs typeface="Calibri" pitchFamily="34" charset="-120"/>
              </a:rPr>
              <a:t>Compliance owner.</a:t>
            </a:r>
            <a:endParaRPr lang="en-US" sz="1000" dirty="0"/>
          </a:p>
        </p:txBody>
      </p:sp>
      <p:sp>
        <p:nvSpPr>
          <p:cNvPr id="23" name="Shape 20"/>
          <p:cNvSpPr/>
          <p:nvPr/>
        </p:nvSpPr>
        <p:spPr>
          <a:xfrm>
            <a:off x="5577840" y="1280160"/>
            <a:ext cx="1627632" cy="2377440"/>
          </a:xfrm>
          <a:prstGeom prst="rect">
            <a:avLst/>
          </a:prstGeom>
          <a:solidFill>
            <a:srgbClr val="1E3A5F"/>
          </a:solidFill>
          <a:ln/>
          <a:effectLst>
            <a:outerShdw blurRad="101600" dist="38100" dir="8100000" algn="bl" rotWithShape="0">
              <a:srgbClr val="000000">
                <a:alpha val="25000"/>
              </a:srgbClr>
            </a:outerShdw>
          </a:effectLst>
        </p:spPr>
      </p:sp>
      <p:sp>
        <p:nvSpPr>
          <p:cNvPr id="24" name="Shape 21"/>
          <p:cNvSpPr/>
          <p:nvPr/>
        </p:nvSpPr>
        <p:spPr>
          <a:xfrm>
            <a:off x="5577840" y="1280160"/>
            <a:ext cx="1627632" cy="54864"/>
          </a:xfrm>
          <a:prstGeom prst="rect">
            <a:avLst/>
          </a:prstGeom>
          <a:solidFill>
            <a:srgbClr val="2A9D8F"/>
          </a:solidFill>
          <a:ln/>
        </p:spPr>
      </p:sp>
      <p:sp>
        <p:nvSpPr>
          <p:cNvPr id="25" name="Shape 22"/>
          <p:cNvSpPr/>
          <p:nvPr/>
        </p:nvSpPr>
        <p:spPr>
          <a:xfrm>
            <a:off x="5852160" y="1463040"/>
            <a:ext cx="1078992" cy="384048"/>
          </a:xfrm>
          <a:prstGeom prst="rect">
            <a:avLst/>
          </a:prstGeom>
          <a:solidFill>
            <a:srgbClr val="2A9D8F"/>
          </a:solidFill>
          <a:ln/>
        </p:spPr>
      </p:sp>
      <p:sp>
        <p:nvSpPr>
          <p:cNvPr id="26" name="Text 23"/>
          <p:cNvSpPr/>
          <p:nvPr/>
        </p:nvSpPr>
        <p:spPr>
          <a:xfrm>
            <a:off x="5852160" y="1463040"/>
            <a:ext cx="1078992" cy="384048"/>
          </a:xfrm>
          <a:prstGeom prst="rect">
            <a:avLst/>
          </a:prstGeom>
          <a:noFill/>
          <a:ln/>
        </p:spPr>
        <p:txBody>
          <a:bodyPr wrap="square" lIns="0" tIns="0" rIns="0" bIns="0" rtlCol="0" anchor="ctr"/>
          <a:lstStyle/>
          <a:p>
            <a:pPr marL="0" indent="0" algn="ctr">
              <a:buNone/>
            </a:pPr>
            <a:r>
              <a:rPr lang="en-US" sz="1600" b="1" dirty="0">
                <a:solidFill>
                  <a:srgbClr val="0D1B2A"/>
                </a:solidFill>
                <a:latin typeface="Trebuchet MS" pitchFamily="34" charset="0"/>
                <a:ea typeface="Trebuchet MS" pitchFamily="34" charset="-122"/>
                <a:cs typeface="Trebuchet MS" pitchFamily="34" charset="-120"/>
              </a:rPr>
              <a:t>Market</a:t>
            </a:r>
            <a:endParaRPr lang="en-US" sz="1600" dirty="0"/>
          </a:p>
        </p:txBody>
      </p:sp>
      <p:sp>
        <p:nvSpPr>
          <p:cNvPr id="27" name="Text 24"/>
          <p:cNvSpPr/>
          <p:nvPr/>
        </p:nvSpPr>
        <p:spPr>
          <a:xfrm>
            <a:off x="5669280" y="1965960"/>
            <a:ext cx="1444752"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Strategy &amp;</a:t>
            </a:r>
            <a:endParaRPr lang="en-US" sz="1200" dirty="0"/>
          </a:p>
          <a:p>
            <a:pPr marL="0" indent="0" algn="ctr">
              <a:buNone/>
            </a:pPr>
            <a:r>
              <a:rPr lang="en-US" sz="1200" b="1" dirty="0">
                <a:solidFill>
                  <a:srgbClr val="FFFFFF"/>
                </a:solidFill>
                <a:latin typeface="Trebuchet MS" pitchFamily="34" charset="0"/>
                <a:ea typeface="Trebuchet MS" pitchFamily="34" charset="-122"/>
                <a:cs typeface="Trebuchet MS" pitchFamily="34" charset="-120"/>
              </a:rPr>
              <a:t>Posture</a:t>
            </a:r>
            <a:endParaRPr lang="en-US" sz="1200" dirty="0"/>
          </a:p>
        </p:txBody>
      </p:sp>
      <p:sp>
        <p:nvSpPr>
          <p:cNvPr id="28" name="Text 25"/>
          <p:cNvSpPr/>
          <p:nvPr/>
        </p:nvSpPr>
        <p:spPr>
          <a:xfrm>
            <a:off x="5669280" y="2651760"/>
            <a:ext cx="1444752" cy="868680"/>
          </a:xfrm>
          <a:prstGeom prst="rect">
            <a:avLst/>
          </a:prstGeom>
          <a:noFill/>
          <a:ln/>
        </p:spPr>
        <p:txBody>
          <a:bodyPr wrap="square" lIns="0" tIns="0" rIns="0" bIns="0" rtlCol="0" anchor="ctr"/>
          <a:lstStyle/>
          <a:p>
            <a:pPr marL="0" indent="0" algn="ctr">
              <a:buNone/>
            </a:pPr>
            <a:r>
              <a:rPr lang="en-US" sz="1000" dirty="0">
                <a:solidFill>
                  <a:srgbClr val="CAD2C5"/>
                </a:solidFill>
                <a:latin typeface="Calibri" pitchFamily="34" charset="0"/>
                <a:ea typeface="Calibri" pitchFamily="34" charset="-122"/>
                <a:cs typeface="Calibri" pitchFamily="34" charset="-120"/>
              </a:rPr>
              <a:t>Growth vs.</a:t>
            </a:r>
            <a:endParaRPr lang="en-US" sz="1000" dirty="0"/>
          </a:p>
          <a:p>
            <a:pPr marL="0" indent="0" algn="ctr">
              <a:buNone/>
            </a:pPr>
            <a:r>
              <a:rPr lang="en-US" sz="1000" dirty="0">
                <a:solidFill>
                  <a:srgbClr val="CAD2C5"/>
                </a:solidFill>
                <a:latin typeface="Calibri" pitchFamily="34" charset="0"/>
                <a:ea typeface="Calibri" pitchFamily="34" charset="-122"/>
                <a:cs typeface="Calibri" pitchFamily="34" charset="-120"/>
              </a:rPr>
              <a:t>reputation.</a:t>
            </a:r>
          </a:p>
          <a:p>
            <a:pPr marL="0" indent="0" algn="ctr">
              <a:buNone/>
            </a:pPr>
            <a:r>
              <a:rPr lang="en-US" sz="1000" dirty="0">
                <a:solidFill>
                  <a:srgbClr val="CAD2C5"/>
                </a:solidFill>
                <a:latin typeface="Calibri" pitchFamily="34" charset="0"/>
                <a:ea typeface="Calibri" pitchFamily="34" charset="-122"/>
                <a:cs typeface="Calibri" pitchFamily="34" charset="-120"/>
              </a:rPr>
              <a:t>Product &amp; Tech</a:t>
            </a:r>
          </a:p>
          <a:p>
            <a:pPr marL="0" indent="0" algn="ctr">
              <a:buNone/>
            </a:pPr>
            <a:r>
              <a:rPr lang="en-US" sz="800" dirty="0">
                <a:solidFill>
                  <a:srgbClr val="CAD2C5"/>
                </a:solidFill>
                <a:latin typeface="Calibri" pitchFamily="34" charset="0"/>
                <a:ea typeface="Calibri" pitchFamily="34" charset="-122"/>
                <a:cs typeface="Calibri" pitchFamily="34" charset="-120"/>
              </a:rPr>
              <a:t>(optional CPO/CTO)</a:t>
            </a:r>
            <a:endParaRPr lang="en-US" sz="800" dirty="0"/>
          </a:p>
        </p:txBody>
      </p:sp>
      <p:sp>
        <p:nvSpPr>
          <p:cNvPr id="29" name="Shape 26"/>
          <p:cNvSpPr/>
          <p:nvPr/>
        </p:nvSpPr>
        <p:spPr>
          <a:xfrm>
            <a:off x="7360920" y="1280160"/>
            <a:ext cx="1627632" cy="2377440"/>
          </a:xfrm>
          <a:prstGeom prst="rect">
            <a:avLst/>
          </a:prstGeom>
          <a:solidFill>
            <a:srgbClr val="1E3A5F"/>
          </a:solidFill>
          <a:ln/>
          <a:effectLst>
            <a:outerShdw blurRad="101600" dist="38100" dir="8100000" algn="bl" rotWithShape="0">
              <a:srgbClr val="000000">
                <a:alpha val="25000"/>
              </a:srgbClr>
            </a:outerShdw>
          </a:effectLst>
        </p:spPr>
      </p:sp>
      <p:sp>
        <p:nvSpPr>
          <p:cNvPr id="30" name="Shape 27"/>
          <p:cNvSpPr/>
          <p:nvPr/>
        </p:nvSpPr>
        <p:spPr>
          <a:xfrm>
            <a:off x="7360920" y="1280160"/>
            <a:ext cx="1627632" cy="54864"/>
          </a:xfrm>
          <a:prstGeom prst="rect">
            <a:avLst/>
          </a:prstGeom>
          <a:solidFill>
            <a:srgbClr val="FB8500"/>
          </a:solidFill>
          <a:ln/>
        </p:spPr>
      </p:sp>
      <p:sp>
        <p:nvSpPr>
          <p:cNvPr id="31" name="Shape 28"/>
          <p:cNvSpPr/>
          <p:nvPr/>
        </p:nvSpPr>
        <p:spPr>
          <a:xfrm>
            <a:off x="7635240" y="1463040"/>
            <a:ext cx="1078992" cy="384048"/>
          </a:xfrm>
          <a:prstGeom prst="rect">
            <a:avLst/>
          </a:prstGeom>
          <a:solidFill>
            <a:srgbClr val="FB8500"/>
          </a:solidFill>
          <a:ln/>
        </p:spPr>
      </p:sp>
      <p:sp>
        <p:nvSpPr>
          <p:cNvPr id="32" name="Text 29"/>
          <p:cNvSpPr/>
          <p:nvPr/>
        </p:nvSpPr>
        <p:spPr>
          <a:xfrm>
            <a:off x="7635240" y="1463040"/>
            <a:ext cx="1078992" cy="384048"/>
          </a:xfrm>
          <a:prstGeom prst="rect">
            <a:avLst/>
          </a:prstGeom>
          <a:noFill/>
          <a:ln/>
        </p:spPr>
        <p:txBody>
          <a:bodyPr wrap="square" lIns="0" tIns="0" rIns="0" bIns="0" rtlCol="0" anchor="ctr"/>
          <a:lstStyle/>
          <a:p>
            <a:pPr marL="0" indent="0" algn="ctr">
              <a:buNone/>
            </a:pPr>
            <a:r>
              <a:rPr lang="en-US" sz="1600" b="1" dirty="0">
                <a:solidFill>
                  <a:srgbClr val="0D1B2A"/>
                </a:solidFill>
                <a:latin typeface="Trebuchet MS" pitchFamily="34" charset="0"/>
                <a:ea typeface="Trebuchet MS" pitchFamily="34" charset="-122"/>
                <a:cs typeface="Trebuchet MS" pitchFamily="34" charset="-120"/>
              </a:rPr>
              <a:t>CISO</a:t>
            </a:r>
            <a:endParaRPr lang="en-US" sz="1600" dirty="0"/>
          </a:p>
        </p:txBody>
      </p:sp>
      <p:sp>
        <p:nvSpPr>
          <p:cNvPr id="33" name="Text 30"/>
          <p:cNvSpPr/>
          <p:nvPr/>
        </p:nvSpPr>
        <p:spPr>
          <a:xfrm>
            <a:off x="7452360" y="1965960"/>
            <a:ext cx="1444752" cy="594360"/>
          </a:xfrm>
          <a:prstGeom prst="rect">
            <a:avLst/>
          </a:prstGeom>
          <a:noFill/>
          <a:ln/>
        </p:spPr>
        <p:txBody>
          <a:bodyPr wrap="square" lIns="0" tIns="0" rIns="0" bIns="0" rtlCol="0" anchor="ctr"/>
          <a:lstStyle/>
          <a:p>
            <a:pPr marL="0" indent="0" algn="ctr">
              <a:buNone/>
            </a:pPr>
            <a:r>
              <a:rPr lang="en-US" sz="1200" b="1" dirty="0">
                <a:solidFill>
                  <a:srgbClr val="FFFFFF"/>
                </a:solidFill>
                <a:latin typeface="Trebuchet MS" pitchFamily="34" charset="0"/>
                <a:ea typeface="Trebuchet MS" pitchFamily="34" charset="-122"/>
                <a:cs typeface="Trebuchet MS" pitchFamily="34" charset="-120"/>
              </a:rPr>
              <a:t>Security &amp;</a:t>
            </a:r>
            <a:endParaRPr lang="en-US" sz="1200" dirty="0"/>
          </a:p>
          <a:p>
            <a:pPr marL="0" indent="0" algn="ctr">
              <a:buNone/>
            </a:pPr>
            <a:r>
              <a:rPr lang="en-US" sz="1200" b="1" dirty="0">
                <a:solidFill>
                  <a:srgbClr val="FFFFFF"/>
                </a:solidFill>
                <a:latin typeface="Trebuchet MS" pitchFamily="34" charset="0"/>
                <a:ea typeface="Trebuchet MS" pitchFamily="34" charset="-122"/>
                <a:cs typeface="Trebuchet MS" pitchFamily="34" charset="-120"/>
              </a:rPr>
              <a:t>Resilience</a:t>
            </a:r>
            <a:endParaRPr lang="en-US" sz="1200" dirty="0"/>
          </a:p>
        </p:txBody>
      </p:sp>
      <p:sp>
        <p:nvSpPr>
          <p:cNvPr id="34" name="Text 31"/>
          <p:cNvSpPr/>
          <p:nvPr/>
        </p:nvSpPr>
        <p:spPr>
          <a:xfrm>
            <a:off x="7452360" y="2651760"/>
            <a:ext cx="1444752" cy="868680"/>
          </a:xfrm>
          <a:prstGeom prst="rect">
            <a:avLst/>
          </a:prstGeom>
          <a:noFill/>
          <a:ln/>
        </p:spPr>
        <p:txBody>
          <a:bodyPr wrap="square" lIns="0" tIns="0" rIns="0" bIns="0" rtlCol="0" anchor="ctr"/>
          <a:lstStyle/>
          <a:p>
            <a:pPr marL="0" indent="0" algn="ctr">
              <a:buNone/>
            </a:pPr>
            <a:r>
              <a:rPr lang="en-US" sz="1000" dirty="0">
                <a:solidFill>
                  <a:srgbClr val="CAD2C5"/>
                </a:solidFill>
                <a:latin typeface="Calibri" pitchFamily="34" charset="0"/>
                <a:ea typeface="Calibri" pitchFamily="34" charset="-122"/>
                <a:cs typeface="Calibri" pitchFamily="34" charset="-120"/>
              </a:rPr>
              <a:t>Threat response.</a:t>
            </a:r>
            <a:endParaRPr lang="en-US" sz="1000" dirty="0"/>
          </a:p>
          <a:p>
            <a:pPr marL="0" indent="0" algn="ctr">
              <a:buNone/>
            </a:pPr>
            <a:r>
              <a:rPr lang="en-US" sz="1000" dirty="0">
                <a:solidFill>
                  <a:srgbClr val="CAD2C5"/>
                </a:solidFill>
                <a:latin typeface="Calibri" pitchFamily="34" charset="0"/>
                <a:ea typeface="Calibri" pitchFamily="34" charset="-122"/>
                <a:cs typeface="Calibri" pitchFamily="34" charset="-120"/>
              </a:rPr>
              <a:t>Trust boundaries.</a:t>
            </a:r>
            <a:endParaRPr lang="en-US" sz="1000" dirty="0"/>
          </a:p>
        </p:txBody>
      </p:sp>
      <p:sp>
        <p:nvSpPr>
          <p:cNvPr id="35" name="Shape 32"/>
          <p:cNvSpPr/>
          <p:nvPr/>
        </p:nvSpPr>
        <p:spPr>
          <a:xfrm>
            <a:off x="365760" y="3794760"/>
            <a:ext cx="8412480" cy="457200"/>
          </a:xfrm>
          <a:prstGeom prst="rect">
            <a:avLst/>
          </a:prstGeom>
          <a:solidFill>
            <a:srgbClr val="1B2838"/>
          </a:solidFill>
          <a:ln/>
        </p:spPr>
      </p:sp>
      <p:sp>
        <p:nvSpPr>
          <p:cNvPr id="36" name="Text 33"/>
          <p:cNvSpPr/>
          <p:nvPr/>
        </p:nvSpPr>
        <p:spPr>
          <a:xfrm>
            <a:off x="365760" y="3822192"/>
            <a:ext cx="8412480" cy="411480"/>
          </a:xfrm>
          <a:prstGeom prst="rect">
            <a:avLst/>
          </a:prstGeom>
          <a:noFill/>
          <a:ln/>
        </p:spPr>
        <p:txBody>
          <a:bodyPr wrap="square" lIns="0" tIns="0" rIns="0" bIns="0" rtlCol="0" anchor="ctr"/>
          <a:lstStyle/>
          <a:p>
            <a:pPr marL="0" indent="0" algn="ctr">
              <a:buNone/>
            </a:pPr>
            <a:r>
              <a:rPr lang="en-US" sz="1100" dirty="0">
                <a:solidFill>
                  <a:srgbClr val="48CAE4"/>
                </a:solidFill>
                <a:latin typeface="Calibri" pitchFamily="34" charset="0"/>
                <a:ea typeface="Calibri" pitchFamily="34" charset="-122"/>
                <a:cs typeface="Calibri" pitchFamily="34" charset="-120"/>
              </a:rPr>
              <a:t>Optional Directors: CPO/CTO — Product and/or Technology Director  |  Activated when complexity or scale demands more humans in the loop</a:t>
            </a:r>
            <a:endParaRPr lang="en-US" sz="1100" dirty="0"/>
          </a:p>
        </p:txBody>
      </p:sp>
      <p:sp>
        <p:nvSpPr>
          <p:cNvPr id="37" name="Shape 34"/>
          <p:cNvSpPr/>
          <p:nvPr/>
        </p:nvSpPr>
        <p:spPr>
          <a:xfrm>
            <a:off x="365760" y="4389120"/>
            <a:ext cx="8412480" cy="594360"/>
          </a:xfrm>
          <a:prstGeom prst="rect">
            <a:avLst/>
          </a:prstGeom>
          <a:solidFill>
            <a:srgbClr val="1E3A5F"/>
          </a:solidFill>
          <a:ln/>
        </p:spPr>
      </p:sp>
      <p:sp>
        <p:nvSpPr>
          <p:cNvPr id="38" name="Text 35"/>
          <p:cNvSpPr/>
          <p:nvPr/>
        </p:nvSpPr>
        <p:spPr>
          <a:xfrm>
            <a:off x="365760" y="4416552"/>
            <a:ext cx="8412480" cy="502920"/>
          </a:xfrm>
          <a:prstGeom prst="rect">
            <a:avLst/>
          </a:prstGeom>
          <a:noFill/>
          <a:ln/>
        </p:spPr>
        <p:txBody>
          <a:bodyPr wrap="square" lIns="0" tIns="0" rIns="0" bIns="0" rtlCol="0" anchor="ctr"/>
          <a:lstStyle/>
          <a:p>
            <a:pPr marL="0" indent="0" algn="ctr">
              <a:buNone/>
            </a:pPr>
            <a:r>
              <a:rPr lang="en-US" sz="1100" u="sng" dirty="0">
                <a:solidFill>
                  <a:srgbClr val="FFFFFF"/>
                </a:solidFill>
                <a:latin typeface="Calibri" pitchFamily="34" charset="0"/>
                <a:ea typeface="Calibri" pitchFamily="34" charset="-122"/>
                <a:cs typeface="Calibri" pitchFamily="34" charset="-120"/>
              </a:rPr>
              <a:t>Director Interfaces to ADAM:</a:t>
            </a:r>
          </a:p>
          <a:p>
            <a:pPr marL="0" indent="0" algn="ctr">
              <a:buNone/>
            </a:pPr>
            <a:r>
              <a:rPr lang="en-US" sz="1100" dirty="0">
                <a:solidFill>
                  <a:srgbClr val="FFFFFF"/>
                </a:solidFill>
                <a:latin typeface="Calibri" pitchFamily="34" charset="0"/>
                <a:ea typeface="Calibri" pitchFamily="34" charset="-122"/>
                <a:cs typeface="Calibri" pitchFamily="34" charset="-120"/>
              </a:rPr>
              <a:t> 1. Intent Interpretation (say what you want)    2. Trust Gateway (prove authorization)     3. Explain-Back (see what happened)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D1B2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35000"/>
          </a:blip>
          <a:stretch>
            <a:fillRect/>
          </a:stretch>
        </p:blipFill>
        <p:spPr>
          <a:xfrm>
            <a:off x="7772400" y="91440"/>
            <a:ext cx="1188720" cy="1188720"/>
          </a:xfrm>
          <a:prstGeom prst="rect">
            <a:avLst/>
          </a:prstGeom>
        </p:spPr>
      </p:pic>
      <p:sp>
        <p:nvSpPr>
          <p:cNvPr id="3" name="Text 0"/>
          <p:cNvSpPr/>
          <p:nvPr/>
        </p:nvSpPr>
        <p:spPr>
          <a:xfrm>
            <a:off x="548640" y="182880"/>
            <a:ext cx="7315200" cy="411480"/>
          </a:xfrm>
          <a:prstGeom prst="rect">
            <a:avLst/>
          </a:prstGeom>
          <a:noFill/>
          <a:ln/>
        </p:spPr>
        <p:txBody>
          <a:bodyPr wrap="square" lIns="0" tIns="0" rIns="0" bIns="0" rtlCol="0" anchor="ctr"/>
          <a:lstStyle/>
          <a:p>
            <a:pPr marL="0" indent="0">
              <a:buNone/>
            </a:pPr>
            <a:r>
              <a:rPr lang="en-US" sz="2000" b="1" dirty="0">
                <a:solidFill>
                  <a:srgbClr val="00B4D8"/>
                </a:solidFill>
                <a:latin typeface="Trebuchet MS" pitchFamily="34" charset="0"/>
                <a:ea typeface="Trebuchet MS" pitchFamily="34" charset="-122"/>
                <a:cs typeface="Trebuchet MS" pitchFamily="34" charset="-120"/>
              </a:rPr>
              <a:t>THE DNA QUESTIONNAIRE &amp; TOOL</a:t>
            </a:r>
            <a:endParaRPr lang="en-US" sz="2000" dirty="0"/>
          </a:p>
        </p:txBody>
      </p:sp>
      <p:sp>
        <p:nvSpPr>
          <p:cNvPr id="4" name="Text 1"/>
          <p:cNvSpPr/>
          <p:nvPr/>
        </p:nvSpPr>
        <p:spPr>
          <a:xfrm>
            <a:off x="548640" y="395344"/>
            <a:ext cx="7315200" cy="640080"/>
          </a:xfrm>
          <a:prstGeom prst="rect">
            <a:avLst/>
          </a:prstGeom>
          <a:noFill/>
          <a:ln/>
        </p:spPr>
        <p:txBody>
          <a:bodyPr wrap="square" lIns="0" tIns="0" rIns="0" bIns="0" rtlCol="0" anchor="ctr"/>
          <a:lstStyle/>
          <a:p>
            <a:pPr marL="0" indent="0">
              <a:buNone/>
            </a:pPr>
            <a:r>
              <a:rPr lang="en-US" sz="1600" b="1" dirty="0">
                <a:solidFill>
                  <a:srgbClr val="FFFFFF"/>
                </a:solidFill>
                <a:latin typeface="Trebuchet MS" pitchFamily="34" charset="0"/>
                <a:ea typeface="Trebuchet MS" pitchFamily="34" charset="-122"/>
                <a:cs typeface="Trebuchet MS" pitchFamily="34" charset="-120"/>
              </a:rPr>
              <a:t>Your Company's Genome in 13 Sections</a:t>
            </a:r>
            <a:endParaRPr lang="en-US" sz="1600" dirty="0"/>
          </a:p>
        </p:txBody>
      </p:sp>
      <p:sp>
        <p:nvSpPr>
          <p:cNvPr id="5" name="Text 2"/>
          <p:cNvSpPr/>
          <p:nvPr/>
        </p:nvSpPr>
        <p:spPr>
          <a:xfrm>
            <a:off x="548640" y="889120"/>
            <a:ext cx="8229600" cy="320040"/>
          </a:xfrm>
          <a:prstGeom prst="rect">
            <a:avLst/>
          </a:prstGeom>
          <a:noFill/>
          <a:ln/>
        </p:spPr>
        <p:txBody>
          <a:bodyPr wrap="square" lIns="0" tIns="0" rIns="0" bIns="0" rtlCol="0" anchor="ctr"/>
          <a:lstStyle/>
          <a:p>
            <a:pPr marL="0" indent="0">
              <a:buNone/>
            </a:pPr>
            <a:r>
              <a:rPr lang="en-US" sz="1200" i="1" dirty="0">
                <a:solidFill>
                  <a:srgbClr val="FFB703"/>
                </a:solidFill>
                <a:latin typeface="Calibri" pitchFamily="34" charset="0"/>
                <a:ea typeface="Calibri" pitchFamily="34" charset="-122"/>
                <a:cs typeface="Calibri" pitchFamily="34" charset="-120"/>
              </a:rPr>
              <a:t>Not a survey. ADAM cares how your company thinks and how it competes.</a:t>
            </a:r>
            <a:endParaRPr lang="en-US" sz="1200" dirty="0"/>
          </a:p>
        </p:txBody>
      </p:sp>
      <p:sp>
        <p:nvSpPr>
          <p:cNvPr id="6" name="Shape 3"/>
          <p:cNvSpPr/>
          <p:nvPr/>
        </p:nvSpPr>
        <p:spPr>
          <a:xfrm>
            <a:off x="274320" y="148494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7" name="Text 4"/>
          <p:cNvSpPr/>
          <p:nvPr/>
        </p:nvSpPr>
        <p:spPr>
          <a:xfrm>
            <a:off x="320040" y="153066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1</a:t>
            </a:r>
            <a:endParaRPr lang="en-US" sz="1200" dirty="0"/>
          </a:p>
        </p:txBody>
      </p:sp>
      <p:sp>
        <p:nvSpPr>
          <p:cNvPr id="8" name="Text 5"/>
          <p:cNvSpPr/>
          <p:nvPr/>
        </p:nvSpPr>
        <p:spPr>
          <a:xfrm>
            <a:off x="320040" y="175926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Doctrine Identity</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&amp; Constitution</a:t>
            </a:r>
            <a:endParaRPr lang="en-US" sz="1200" dirty="0"/>
          </a:p>
        </p:txBody>
      </p:sp>
      <p:sp>
        <p:nvSpPr>
          <p:cNvPr id="9" name="Shape 6"/>
          <p:cNvSpPr/>
          <p:nvPr/>
        </p:nvSpPr>
        <p:spPr>
          <a:xfrm>
            <a:off x="2057400" y="148494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10" name="Text 7"/>
          <p:cNvSpPr/>
          <p:nvPr/>
        </p:nvSpPr>
        <p:spPr>
          <a:xfrm>
            <a:off x="2103120" y="153066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2</a:t>
            </a:r>
            <a:endParaRPr lang="en-US" sz="1200" dirty="0"/>
          </a:p>
        </p:txBody>
      </p:sp>
      <p:sp>
        <p:nvSpPr>
          <p:cNvPr id="11" name="Text 8"/>
          <p:cNvSpPr/>
          <p:nvPr/>
        </p:nvSpPr>
        <p:spPr>
          <a:xfrm>
            <a:off x="2103120" y="175926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Culture</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Graph</a:t>
            </a:r>
            <a:endParaRPr lang="en-US" sz="1200" dirty="0"/>
          </a:p>
        </p:txBody>
      </p:sp>
      <p:sp>
        <p:nvSpPr>
          <p:cNvPr id="12" name="Shape 9"/>
          <p:cNvSpPr/>
          <p:nvPr/>
        </p:nvSpPr>
        <p:spPr>
          <a:xfrm>
            <a:off x="3840480" y="148494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13" name="Text 10"/>
          <p:cNvSpPr/>
          <p:nvPr/>
        </p:nvSpPr>
        <p:spPr>
          <a:xfrm>
            <a:off x="3886200" y="153066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3</a:t>
            </a:r>
            <a:endParaRPr lang="en-US" sz="1200" dirty="0"/>
          </a:p>
        </p:txBody>
      </p:sp>
      <p:sp>
        <p:nvSpPr>
          <p:cNvPr id="14" name="Text 11"/>
          <p:cNvSpPr/>
          <p:nvPr/>
        </p:nvSpPr>
        <p:spPr>
          <a:xfrm>
            <a:off x="3886200" y="175926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Objectives</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Graph</a:t>
            </a:r>
            <a:endParaRPr lang="en-US" sz="1200" dirty="0"/>
          </a:p>
        </p:txBody>
      </p:sp>
      <p:sp>
        <p:nvSpPr>
          <p:cNvPr id="15" name="Shape 12"/>
          <p:cNvSpPr/>
          <p:nvPr/>
        </p:nvSpPr>
        <p:spPr>
          <a:xfrm>
            <a:off x="5623560" y="148494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16" name="Text 13"/>
          <p:cNvSpPr/>
          <p:nvPr/>
        </p:nvSpPr>
        <p:spPr>
          <a:xfrm>
            <a:off x="5669280" y="153066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4</a:t>
            </a:r>
            <a:endParaRPr lang="en-US" sz="1200" dirty="0"/>
          </a:p>
        </p:txBody>
      </p:sp>
      <p:sp>
        <p:nvSpPr>
          <p:cNvPr id="17" name="Text 14"/>
          <p:cNvSpPr/>
          <p:nvPr/>
        </p:nvSpPr>
        <p:spPr>
          <a:xfrm>
            <a:off x="5669280" y="175926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Rules &amp;</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Expectations</a:t>
            </a:r>
            <a:endParaRPr lang="en-US" sz="1200" dirty="0"/>
          </a:p>
        </p:txBody>
      </p:sp>
      <p:sp>
        <p:nvSpPr>
          <p:cNvPr id="18" name="Shape 15"/>
          <p:cNvSpPr/>
          <p:nvPr/>
        </p:nvSpPr>
        <p:spPr>
          <a:xfrm>
            <a:off x="7406640" y="148494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19" name="Text 16"/>
          <p:cNvSpPr/>
          <p:nvPr/>
        </p:nvSpPr>
        <p:spPr>
          <a:xfrm>
            <a:off x="7452360" y="153066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5</a:t>
            </a:r>
            <a:endParaRPr lang="en-US" sz="1200" dirty="0"/>
          </a:p>
        </p:txBody>
      </p:sp>
      <p:sp>
        <p:nvSpPr>
          <p:cNvPr id="20" name="Text 17"/>
          <p:cNvSpPr/>
          <p:nvPr/>
        </p:nvSpPr>
        <p:spPr>
          <a:xfrm>
            <a:off x="7452360" y="175926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Enterprise</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Memory</a:t>
            </a:r>
            <a:endParaRPr lang="en-US" sz="1200" dirty="0"/>
          </a:p>
        </p:txBody>
      </p:sp>
      <p:sp>
        <p:nvSpPr>
          <p:cNvPr id="21" name="Shape 18"/>
          <p:cNvSpPr/>
          <p:nvPr/>
        </p:nvSpPr>
        <p:spPr>
          <a:xfrm>
            <a:off x="274320" y="244506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22" name="Text 19"/>
          <p:cNvSpPr/>
          <p:nvPr/>
        </p:nvSpPr>
        <p:spPr>
          <a:xfrm>
            <a:off x="320040" y="249078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6</a:t>
            </a:r>
            <a:endParaRPr lang="en-US" sz="1200" dirty="0"/>
          </a:p>
        </p:txBody>
      </p:sp>
      <p:sp>
        <p:nvSpPr>
          <p:cNvPr id="23" name="Text 20"/>
          <p:cNvSpPr/>
          <p:nvPr/>
        </p:nvSpPr>
        <p:spPr>
          <a:xfrm>
            <a:off x="320040" y="271938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BOSS Scoring &amp;</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Exception Economy</a:t>
            </a:r>
            <a:endParaRPr lang="en-US" sz="1200" dirty="0"/>
          </a:p>
        </p:txBody>
      </p:sp>
      <p:sp>
        <p:nvSpPr>
          <p:cNvPr id="24" name="Shape 21"/>
          <p:cNvSpPr/>
          <p:nvPr/>
        </p:nvSpPr>
        <p:spPr>
          <a:xfrm>
            <a:off x="2057400" y="244506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25" name="Text 22"/>
          <p:cNvSpPr/>
          <p:nvPr/>
        </p:nvSpPr>
        <p:spPr>
          <a:xfrm>
            <a:off x="2103120" y="249078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7</a:t>
            </a:r>
            <a:endParaRPr lang="en-US" sz="1200" dirty="0"/>
          </a:p>
        </p:txBody>
      </p:sp>
      <p:sp>
        <p:nvSpPr>
          <p:cNvPr id="26" name="Text 23"/>
          <p:cNvSpPr/>
          <p:nvPr/>
        </p:nvSpPr>
        <p:spPr>
          <a:xfrm>
            <a:off x="2103120" y="271938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Intent Objects &amp;</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Conflict Config</a:t>
            </a:r>
            <a:endParaRPr lang="en-US" sz="1200" dirty="0"/>
          </a:p>
        </p:txBody>
      </p:sp>
      <p:sp>
        <p:nvSpPr>
          <p:cNvPr id="27" name="Shape 24"/>
          <p:cNvSpPr/>
          <p:nvPr/>
        </p:nvSpPr>
        <p:spPr>
          <a:xfrm>
            <a:off x="3840480" y="244506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28" name="Text 25"/>
          <p:cNvSpPr/>
          <p:nvPr/>
        </p:nvSpPr>
        <p:spPr>
          <a:xfrm>
            <a:off x="3886200" y="249078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8</a:t>
            </a:r>
            <a:endParaRPr lang="en-US" sz="1200" dirty="0"/>
          </a:p>
        </p:txBody>
      </p:sp>
      <p:sp>
        <p:nvSpPr>
          <p:cNvPr id="29" name="Text 26"/>
          <p:cNvSpPr/>
          <p:nvPr/>
        </p:nvSpPr>
        <p:spPr>
          <a:xfrm>
            <a:off x="3886200" y="271938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Agent Architecture</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&amp; Domains</a:t>
            </a:r>
            <a:endParaRPr lang="en-US" sz="1200" dirty="0"/>
          </a:p>
        </p:txBody>
      </p:sp>
      <p:sp>
        <p:nvSpPr>
          <p:cNvPr id="30" name="Shape 27"/>
          <p:cNvSpPr/>
          <p:nvPr/>
        </p:nvSpPr>
        <p:spPr>
          <a:xfrm>
            <a:off x="5623560" y="244506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31" name="Text 28"/>
          <p:cNvSpPr/>
          <p:nvPr/>
        </p:nvSpPr>
        <p:spPr>
          <a:xfrm>
            <a:off x="5669280" y="2490780"/>
            <a:ext cx="347472" cy="201168"/>
          </a:xfrm>
          <a:prstGeom prst="rect">
            <a:avLst/>
          </a:prstGeom>
          <a:solidFill>
            <a:srgbClr val="00B4D8"/>
          </a:solidFill>
          <a:ln/>
        </p:spPr>
        <p:txBody>
          <a:bodyPr wrap="square" rtlCol="0" anchor="ctr"/>
          <a:lstStyle/>
          <a:p>
            <a:pPr marL="0" indent="0" algn="ctr">
              <a:buNone/>
            </a:pPr>
            <a:r>
              <a:rPr lang="en-US" sz="1200" b="1" dirty="0">
                <a:solidFill>
                  <a:srgbClr val="0D1B2A"/>
                </a:solidFill>
                <a:latin typeface="Trebuchet MS" pitchFamily="34" charset="0"/>
                <a:ea typeface="Trebuchet MS" pitchFamily="34" charset="-122"/>
                <a:cs typeface="Trebuchet MS" pitchFamily="34" charset="-120"/>
              </a:rPr>
              <a:t>9</a:t>
            </a:r>
            <a:endParaRPr lang="en-US" sz="1200" dirty="0"/>
          </a:p>
        </p:txBody>
      </p:sp>
      <p:sp>
        <p:nvSpPr>
          <p:cNvPr id="32" name="Text 29"/>
          <p:cNvSpPr/>
          <p:nvPr/>
        </p:nvSpPr>
        <p:spPr>
          <a:xfrm>
            <a:off x="5669280" y="271938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Flight Recorder</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&amp; Evidence</a:t>
            </a:r>
            <a:endParaRPr lang="en-US" sz="1200" dirty="0"/>
          </a:p>
        </p:txBody>
      </p:sp>
      <p:sp>
        <p:nvSpPr>
          <p:cNvPr id="33" name="Shape 30"/>
          <p:cNvSpPr/>
          <p:nvPr/>
        </p:nvSpPr>
        <p:spPr>
          <a:xfrm>
            <a:off x="7406640" y="244506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34" name="Text 31"/>
          <p:cNvSpPr/>
          <p:nvPr/>
        </p:nvSpPr>
        <p:spPr>
          <a:xfrm>
            <a:off x="7452360" y="2490780"/>
            <a:ext cx="347472" cy="201168"/>
          </a:xfrm>
          <a:prstGeom prst="rect">
            <a:avLst/>
          </a:prstGeom>
          <a:solidFill>
            <a:srgbClr val="00B4D8"/>
          </a:solidFill>
          <a:ln/>
        </p:spPr>
        <p:txBody>
          <a:bodyPr wrap="square"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10</a:t>
            </a:r>
            <a:endParaRPr lang="en-US" sz="1000" dirty="0"/>
          </a:p>
        </p:txBody>
      </p:sp>
      <p:sp>
        <p:nvSpPr>
          <p:cNvPr id="35" name="Text 32"/>
          <p:cNvSpPr/>
          <p:nvPr/>
        </p:nvSpPr>
        <p:spPr>
          <a:xfrm>
            <a:off x="7452360" y="271938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Products &amp;</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Operations</a:t>
            </a:r>
            <a:endParaRPr lang="en-US" sz="1200" dirty="0"/>
          </a:p>
        </p:txBody>
      </p:sp>
      <p:sp>
        <p:nvSpPr>
          <p:cNvPr id="36" name="Shape 33"/>
          <p:cNvSpPr/>
          <p:nvPr/>
        </p:nvSpPr>
        <p:spPr>
          <a:xfrm>
            <a:off x="2057400" y="340518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37" name="Text 34"/>
          <p:cNvSpPr/>
          <p:nvPr/>
        </p:nvSpPr>
        <p:spPr>
          <a:xfrm>
            <a:off x="2103120" y="3450900"/>
            <a:ext cx="347472" cy="201168"/>
          </a:xfrm>
          <a:prstGeom prst="rect">
            <a:avLst/>
          </a:prstGeom>
          <a:solidFill>
            <a:srgbClr val="00B4D8"/>
          </a:solidFill>
          <a:ln/>
        </p:spPr>
        <p:txBody>
          <a:bodyPr wrap="square"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11</a:t>
            </a:r>
            <a:endParaRPr lang="en-US" sz="1000" dirty="0"/>
          </a:p>
        </p:txBody>
      </p:sp>
      <p:sp>
        <p:nvSpPr>
          <p:cNvPr id="38" name="Text 35"/>
          <p:cNvSpPr/>
          <p:nvPr/>
        </p:nvSpPr>
        <p:spPr>
          <a:xfrm>
            <a:off x="2103120" y="367950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Temporal &amp;</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Regional Variance</a:t>
            </a:r>
            <a:endParaRPr lang="en-US" sz="1200" dirty="0"/>
          </a:p>
        </p:txBody>
      </p:sp>
      <p:sp>
        <p:nvSpPr>
          <p:cNvPr id="39" name="Shape 36"/>
          <p:cNvSpPr/>
          <p:nvPr/>
        </p:nvSpPr>
        <p:spPr>
          <a:xfrm>
            <a:off x="3840480" y="340518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40" name="Text 37"/>
          <p:cNvSpPr/>
          <p:nvPr/>
        </p:nvSpPr>
        <p:spPr>
          <a:xfrm>
            <a:off x="3886200" y="3450900"/>
            <a:ext cx="347472" cy="201168"/>
          </a:xfrm>
          <a:prstGeom prst="rect">
            <a:avLst/>
          </a:prstGeom>
          <a:solidFill>
            <a:srgbClr val="00B4D8"/>
          </a:solidFill>
          <a:ln/>
        </p:spPr>
        <p:txBody>
          <a:bodyPr wrap="square"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12</a:t>
            </a:r>
            <a:endParaRPr lang="en-US" sz="1000" dirty="0"/>
          </a:p>
        </p:txBody>
      </p:sp>
      <p:sp>
        <p:nvSpPr>
          <p:cNvPr id="41" name="Text 38"/>
          <p:cNvSpPr/>
          <p:nvPr/>
        </p:nvSpPr>
        <p:spPr>
          <a:xfrm>
            <a:off x="3886200" y="367950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Cloud Infra &amp;</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Sovereignty</a:t>
            </a:r>
            <a:endParaRPr lang="en-US" sz="1200" dirty="0"/>
          </a:p>
        </p:txBody>
      </p:sp>
      <p:sp>
        <p:nvSpPr>
          <p:cNvPr id="42" name="Shape 39"/>
          <p:cNvSpPr/>
          <p:nvPr/>
        </p:nvSpPr>
        <p:spPr>
          <a:xfrm>
            <a:off x="5623560" y="3405180"/>
            <a:ext cx="1600200" cy="777240"/>
          </a:xfrm>
          <a:prstGeom prst="rect">
            <a:avLst/>
          </a:prstGeom>
          <a:solidFill>
            <a:srgbClr val="1E3A5F"/>
          </a:solidFill>
          <a:ln/>
          <a:effectLst>
            <a:outerShdw blurRad="101600" dist="38100" dir="8100000" algn="bl" rotWithShape="0">
              <a:srgbClr val="000000">
                <a:alpha val="25000"/>
              </a:srgbClr>
            </a:outerShdw>
          </a:effectLst>
        </p:spPr>
      </p:sp>
      <p:sp>
        <p:nvSpPr>
          <p:cNvPr id="43" name="Text 40"/>
          <p:cNvSpPr/>
          <p:nvPr/>
        </p:nvSpPr>
        <p:spPr>
          <a:xfrm>
            <a:off x="5669280" y="3450900"/>
            <a:ext cx="347472" cy="201168"/>
          </a:xfrm>
          <a:prstGeom prst="rect">
            <a:avLst/>
          </a:prstGeom>
          <a:solidFill>
            <a:srgbClr val="00B4D8"/>
          </a:solidFill>
          <a:ln/>
        </p:spPr>
        <p:txBody>
          <a:bodyPr wrap="square" rtlCol="0" anchor="ctr"/>
          <a:lstStyle/>
          <a:p>
            <a:pPr marL="0" indent="0" algn="ctr">
              <a:buNone/>
            </a:pPr>
            <a:r>
              <a:rPr lang="en-US" sz="1000" b="1" dirty="0">
                <a:solidFill>
                  <a:srgbClr val="0D1B2A"/>
                </a:solidFill>
                <a:latin typeface="Trebuchet MS" pitchFamily="34" charset="0"/>
                <a:ea typeface="Trebuchet MS" pitchFamily="34" charset="-122"/>
                <a:cs typeface="Trebuchet MS" pitchFamily="34" charset="-120"/>
              </a:rPr>
              <a:t>13</a:t>
            </a:r>
            <a:endParaRPr lang="en-US" sz="1000" dirty="0"/>
          </a:p>
        </p:txBody>
      </p:sp>
      <p:sp>
        <p:nvSpPr>
          <p:cNvPr id="44" name="Text 41"/>
          <p:cNvSpPr/>
          <p:nvPr/>
        </p:nvSpPr>
        <p:spPr>
          <a:xfrm>
            <a:off x="5669280" y="3679500"/>
            <a:ext cx="1508760" cy="45720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Resilience &amp;</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Security Posture</a:t>
            </a:r>
            <a:endParaRPr lang="en-US" sz="1200" dirty="0"/>
          </a:p>
        </p:txBody>
      </p:sp>
      <p:sp>
        <p:nvSpPr>
          <p:cNvPr id="45" name="Text 42"/>
          <p:cNvSpPr/>
          <p:nvPr/>
        </p:nvSpPr>
        <p:spPr>
          <a:xfrm>
            <a:off x="274320" y="4709160"/>
            <a:ext cx="8595360" cy="320040"/>
          </a:xfrm>
          <a:prstGeom prst="rect">
            <a:avLst/>
          </a:prstGeom>
          <a:noFill/>
          <a:ln/>
        </p:spPr>
        <p:txBody>
          <a:bodyPr wrap="square" lIns="0" tIns="0" rIns="0" bIns="0" rtlCol="0" anchor="ctr"/>
          <a:lstStyle/>
          <a:p>
            <a:pPr marL="0" indent="0">
              <a:buNone/>
            </a:pPr>
            <a:r>
              <a:rPr lang="en-US" sz="950" dirty="0">
                <a:solidFill>
                  <a:srgbClr val="8D99AE"/>
                </a:solidFill>
                <a:latin typeface="Calibri" pitchFamily="34" charset="0"/>
                <a:ea typeface="Calibri" pitchFamily="34" charset="-122"/>
                <a:cs typeface="Calibri" pitchFamily="34" charset="-120"/>
              </a:rPr>
              <a:t>KNOWLEDGE NEEDED: Sections 1-9 DNA: Directors (CEO, CFO, Legal, Market, CISO)  |  10-11: Company Domains  |  12-13: Infrastructure &amp; Security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0B429"/>
          </a:solidFill>
          <a:ln/>
        </p:spPr>
      </p:sp>
      <p:sp>
        <p:nvSpPr>
          <p:cNvPr id="3" name="Text 1"/>
          <p:cNvSpPr/>
          <p:nvPr/>
        </p:nvSpPr>
        <p:spPr>
          <a:xfrm>
            <a:off x="640080" y="182880"/>
            <a:ext cx="73152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0B429"/>
                </a:solidFill>
                <a:effectLst/>
                <a:uLnTx/>
                <a:uFillTx/>
                <a:latin typeface="Georgia" pitchFamily="34" charset="0"/>
                <a:ea typeface="Georgia" pitchFamily="34" charset="-122"/>
                <a:cs typeface="Georgia" pitchFamily="34" charset="-120"/>
              </a:rPr>
              <a:t>The DNA Tool</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640080"/>
            <a:ext cx="7863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AI-Powered Conversational Configuration — Your Company DNA Codified in Hours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640080" y="1097280"/>
            <a:ext cx="3794760" cy="3200400"/>
          </a:xfrm>
          <a:prstGeom prst="rect">
            <a:avLst/>
          </a:prstGeom>
          <a:solidFill>
            <a:srgbClr val="1B2838"/>
          </a:solidFill>
          <a:ln/>
          <a:effectLst>
            <a:outerShdw blurRad="101600" dist="38100" dir="8100000" algn="bl" rotWithShape="0">
              <a:srgbClr val="000000">
                <a:alpha val="18000"/>
              </a:srgbClr>
            </a:outerShdw>
          </a:effectLst>
        </p:spPr>
      </p:sp>
      <p:sp>
        <p:nvSpPr>
          <p:cNvPr id="6" name="Shape 4"/>
          <p:cNvSpPr/>
          <p:nvPr/>
        </p:nvSpPr>
        <p:spPr>
          <a:xfrm>
            <a:off x="640080" y="1097280"/>
            <a:ext cx="3794760" cy="411480"/>
          </a:xfrm>
          <a:prstGeom prst="rect">
            <a:avLst/>
          </a:prstGeom>
          <a:solidFill>
            <a:srgbClr val="EF4444"/>
          </a:solidFill>
          <a:ln/>
        </p:spPr>
      </p:sp>
      <p:sp>
        <p:nvSpPr>
          <p:cNvPr id="7" name="Text 5"/>
          <p:cNvSpPr/>
          <p:nvPr/>
        </p:nvSpPr>
        <p:spPr>
          <a:xfrm>
            <a:off x="640080" y="1097280"/>
            <a:ext cx="379476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Manual Custom DNA Definition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22960" y="1691640"/>
            <a:ext cx="3429000" cy="237744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13 sections filled out </a:t>
            </a:r>
            <a:r>
              <a:rPr lang="en-US" sz="1100" dirty="0">
                <a:solidFill>
                  <a:srgbClr val="CBD5E1"/>
                </a:solidFill>
                <a:latin typeface="Calibri" pitchFamily="34" charset="0"/>
                <a:ea typeface="Calibri" pitchFamily="34" charset="-122"/>
                <a:cs typeface="Calibri" pitchFamily="34" charset="-120"/>
              </a:rPr>
              <a:t>by key knowledge owners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Requires </a:t>
            </a:r>
            <a:r>
              <a:rPr lang="en-US" sz="1100" dirty="0">
                <a:solidFill>
                  <a:srgbClr val="CBD5E1"/>
                </a:solidFill>
                <a:latin typeface="Calibri" pitchFamily="34" charset="0"/>
                <a:ea typeface="Calibri" pitchFamily="34" charset="-122"/>
                <a:cs typeface="Calibri" pitchFamily="34" charset="-120"/>
              </a:rPr>
              <a:t>understanding of</a:t>
            </a: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ADAM structures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lang="en-US" sz="1100" dirty="0">
                <a:solidFill>
                  <a:srgbClr val="CBD5E1"/>
                </a:solidFill>
                <a:latin typeface="Calibri" pitchFamily="34" charset="0"/>
                <a:ea typeface="Calibri" pitchFamily="34" charset="-122"/>
                <a:cs typeface="Calibri" pitchFamily="34" charset="-120"/>
              </a:rPr>
              <a:t>Requires w</a:t>
            </a:r>
            <a:r>
              <a:rPr kumimoji="0" lang="en-US" sz="1100" b="0" i="0" u="none" strike="noStrike" kern="1200" cap="none" spc="0" normalizeH="0" baseline="0" noProof="0" dirty="0" err="1">
                <a:ln>
                  <a:noFill/>
                </a:ln>
                <a:solidFill>
                  <a:srgbClr val="CBD5E1"/>
                </a:solidFill>
                <a:effectLst/>
                <a:uLnTx/>
                <a:uFillTx/>
                <a:latin typeface="Calibri" pitchFamily="34" charset="0"/>
                <a:ea typeface="Calibri" pitchFamily="34" charset="-122"/>
                <a:cs typeface="Calibri" pitchFamily="34" charset="-120"/>
              </a:rPr>
              <a:t>orkshops</a:t>
            </a: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with all 5 directors and others in the current organization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Static document — validation at upload</a:t>
            </a: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lang="en-US" sz="1100" dirty="0">
                <a:solidFill>
                  <a:srgbClr val="CBD5E1"/>
                </a:solidFill>
                <a:latin typeface="Calibri" pitchFamily="34" charset="0"/>
                <a:ea typeface="Calibri" pitchFamily="34" charset="-122"/>
                <a:cs typeface="Calibri" pitchFamily="34" charset="-120"/>
              </a:rPr>
              <a:t>Allows customization of all aspects of ADAM.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709160" y="1097280"/>
            <a:ext cx="3794760" cy="3200400"/>
          </a:xfrm>
          <a:prstGeom prst="rect">
            <a:avLst/>
          </a:prstGeom>
          <a:solidFill>
            <a:srgbClr val="1B2838"/>
          </a:solidFill>
          <a:ln/>
          <a:effectLst>
            <a:outerShdw blurRad="101600" dist="38100" dir="8100000" algn="bl" rotWithShape="0">
              <a:srgbClr val="000000">
                <a:alpha val="18000"/>
              </a:srgbClr>
            </a:outerShdw>
          </a:effectLst>
        </p:spPr>
      </p:sp>
      <p:sp>
        <p:nvSpPr>
          <p:cNvPr id="10" name="Shape 8"/>
          <p:cNvSpPr/>
          <p:nvPr/>
        </p:nvSpPr>
        <p:spPr>
          <a:xfrm>
            <a:off x="4709160" y="1097280"/>
            <a:ext cx="3794760" cy="411480"/>
          </a:xfrm>
          <a:prstGeom prst="rect">
            <a:avLst/>
          </a:prstGeom>
          <a:solidFill>
            <a:srgbClr val="10B981"/>
          </a:solidFill>
          <a:ln/>
        </p:spPr>
      </p:sp>
      <p:sp>
        <p:nvSpPr>
          <p:cNvPr id="11" name="Text 9"/>
          <p:cNvSpPr/>
          <p:nvPr/>
        </p:nvSpPr>
        <p:spPr>
          <a:xfrm>
            <a:off x="4709160" y="1097280"/>
            <a:ext cx="379476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AI DNA Tool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4892040" y="1691640"/>
            <a:ext cx="3429000" cy="2377440"/>
          </a:xfrm>
          <a:prstGeom prst="rect">
            <a:avLst/>
          </a:prstGeom>
          <a:noFill/>
          <a:ln/>
        </p:spPr>
        <p:txBody>
          <a:bodyPr wrap="square" lIns="0" tIns="0" rIns="0" bIns="0" rtlCol="0" anchor="t"/>
          <a:lstStyle/>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Upload strategy, financial, HR, etc. docs and AI codifies into DNA data graph</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Conversational — asks targeted questions remaining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Validates against ADAM schema in real-time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Choose your AI provider(s) (OpenAI, Anthropic, Azure) plus universal AI model plugin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Tx/>
              <a:buSzPct val="100000"/>
              <a:buFontTx/>
              <a:buChar char="•"/>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Outputs deployment-ready DNA JSON, or feeds directly to DNA deployment flow.</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640080" y="4434840"/>
            <a:ext cx="7863840" cy="457200"/>
          </a:xfrm>
          <a:prstGeom prst="rect">
            <a:avLst/>
          </a:prstGeom>
          <a:solidFill>
            <a:srgbClr val="1B2838"/>
          </a:solidFill>
          <a:ln/>
        </p:spPr>
      </p:sp>
      <p:sp>
        <p:nvSpPr>
          <p:cNvPr id="15" name="Text 12"/>
          <p:cNvSpPr/>
          <p:nvPr/>
        </p:nvSpPr>
        <p:spPr>
          <a:xfrm>
            <a:off x="822960" y="4434840"/>
            <a:ext cx="749808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FastAPI + React + Tailwind  |  Helm/K8s Deployable  |  Document Ingestion (DOCX, PDF, PPTX, CSV, XLSX)  |  Bridges to DNA Deployment Tool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tx2">
            <a:lumMod val="60000"/>
            <a:lumOff val="40000"/>
          </a:schemeClr>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sp>
      <p:sp>
        <p:nvSpPr>
          <p:cNvPr id="3" name="Text 1"/>
          <p:cNvSpPr/>
          <p:nvPr/>
        </p:nvSpPr>
        <p:spPr>
          <a:xfrm>
            <a:off x="640080" y="182880"/>
            <a:ext cx="73152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D1B2A"/>
                </a:solidFill>
                <a:effectLst/>
                <a:uLnTx/>
                <a:uFillTx/>
                <a:latin typeface="Georgia" pitchFamily="34" charset="0"/>
                <a:ea typeface="Georgia" pitchFamily="34" charset="-122"/>
                <a:cs typeface="Georgia" pitchFamily="34" charset="-120"/>
              </a:rPr>
              <a:t>The DNA Deployment Tool</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640080"/>
            <a:ext cx="786384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chemeClr val="tx1">
                    <a:lumMod val="85000"/>
                    <a:lumOff val="15000"/>
                  </a:schemeClr>
                </a:solidFill>
                <a:effectLst/>
                <a:uLnTx/>
                <a:uFillTx/>
                <a:latin typeface="Calibri" pitchFamily="34" charset="0"/>
                <a:ea typeface="Calibri" pitchFamily="34" charset="-122"/>
                <a:cs typeface="Calibri" pitchFamily="34" charset="-120"/>
              </a:rPr>
              <a:t>Machine-Executable Companion — From DNA to Running Infrastructure Automatically</a:t>
            </a:r>
            <a:endParaRPr kumimoji="0" lang="en-US" sz="1300" b="0" i="0" u="none" strike="noStrike" kern="1200" cap="none" spc="0" normalizeH="0" baseline="0" noProof="0" dirty="0">
              <a:ln>
                <a:noFill/>
              </a:ln>
              <a:solidFill>
                <a:schemeClr val="tx1">
                  <a:lumMod val="85000"/>
                  <a:lumOff val="15000"/>
                </a:schemeClr>
              </a:solidFill>
              <a:effectLst/>
              <a:uLnTx/>
              <a:uFillTx/>
              <a:latin typeface="Calibri" panose="020F0502020204030204"/>
              <a:ea typeface="+mn-ea"/>
              <a:cs typeface="+mn-cs"/>
            </a:endParaRPr>
          </a:p>
        </p:txBody>
      </p:sp>
      <p:sp>
        <p:nvSpPr>
          <p:cNvPr id="5" name="Shape 3"/>
          <p:cNvSpPr/>
          <p:nvPr/>
        </p:nvSpPr>
        <p:spPr>
          <a:xfrm>
            <a:off x="640080" y="1097280"/>
            <a:ext cx="2606040" cy="1417320"/>
          </a:xfrm>
          <a:prstGeom prst="rect">
            <a:avLst/>
          </a:prstGeom>
          <a:solidFill>
            <a:srgbClr val="FFFFFF"/>
          </a:solidFill>
          <a:ln/>
          <a:effectLst>
            <a:outerShdw blurRad="76200" dist="25400" dir="8100000" algn="bl" rotWithShape="0">
              <a:srgbClr val="000000">
                <a:alpha val="12000"/>
              </a:srgbClr>
            </a:outerShdw>
          </a:effectLst>
        </p:spPr>
      </p:sp>
      <p:sp>
        <p:nvSpPr>
          <p:cNvPr id="6" name="Shape 4"/>
          <p:cNvSpPr/>
          <p:nvPr/>
        </p:nvSpPr>
        <p:spPr>
          <a:xfrm>
            <a:off x="640080" y="1097280"/>
            <a:ext cx="64008" cy="1417320"/>
          </a:xfrm>
          <a:prstGeom prst="rect">
            <a:avLst/>
          </a:prstGeom>
          <a:solidFill>
            <a:srgbClr val="00B4D8"/>
          </a:solidFill>
          <a:ln/>
        </p:spPr>
      </p:sp>
      <p:sp>
        <p:nvSpPr>
          <p:cNvPr id="7" name="Text 5"/>
          <p:cNvSpPr/>
          <p:nvPr/>
        </p:nvSpPr>
        <p:spPr>
          <a:xfrm>
            <a:off x="822960" y="1188720"/>
            <a:ext cx="2286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Terraform IaC</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22960" y="1508760"/>
            <a:ext cx="228600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Calibri" pitchFamily="34" charset="0"/>
                <a:ea typeface="Calibri" pitchFamily="34" charset="-122"/>
                <a:cs typeface="Calibri" pitchFamily="34" charset="-120"/>
              </a:rPr>
              <a:t>Multi-cloud infrastructure: Azure primary, AWS standby, on-prem failover. Complete networking, identity, storage.</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9" name="Shape 7"/>
          <p:cNvSpPr/>
          <p:nvPr/>
        </p:nvSpPr>
        <p:spPr>
          <a:xfrm>
            <a:off x="3474720" y="1097280"/>
            <a:ext cx="2606040" cy="1417320"/>
          </a:xfrm>
          <a:prstGeom prst="rect">
            <a:avLst/>
          </a:prstGeom>
          <a:solidFill>
            <a:srgbClr val="FFFFFF"/>
          </a:solidFill>
          <a:ln/>
          <a:effectLst>
            <a:outerShdw blurRad="76200" dist="25400" dir="8100000" algn="bl" rotWithShape="0">
              <a:srgbClr val="000000">
                <a:alpha val="12000"/>
              </a:srgbClr>
            </a:outerShdw>
          </a:effectLst>
        </p:spPr>
      </p:sp>
      <p:sp>
        <p:nvSpPr>
          <p:cNvPr id="10" name="Shape 8"/>
          <p:cNvSpPr/>
          <p:nvPr/>
        </p:nvSpPr>
        <p:spPr>
          <a:xfrm>
            <a:off x="3474720" y="1097280"/>
            <a:ext cx="64008" cy="1417320"/>
          </a:xfrm>
          <a:prstGeom prst="rect">
            <a:avLst/>
          </a:prstGeom>
          <a:solidFill>
            <a:srgbClr val="0077B6"/>
          </a:solidFill>
          <a:ln/>
        </p:spPr>
      </p:sp>
      <p:sp>
        <p:nvSpPr>
          <p:cNvPr id="11" name="Text 9"/>
          <p:cNvSpPr/>
          <p:nvPr/>
        </p:nvSpPr>
        <p:spPr>
          <a:xfrm>
            <a:off x="3657600" y="1188720"/>
            <a:ext cx="2286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Agent Runtime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3657600" y="1508760"/>
            <a:ext cx="228600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Calibri" pitchFamily="34" charset="0"/>
                <a:ea typeface="Calibri" pitchFamily="34" charset="-122"/>
                <a:cs typeface="Calibri" pitchFamily="34" charset="-120"/>
              </a:rPr>
              <a:t>LangGraph agent code, BOSS scoring engine, orchestration fabric. All 81 agents pre-configured.</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13" name="Shape 11"/>
          <p:cNvSpPr/>
          <p:nvPr/>
        </p:nvSpPr>
        <p:spPr>
          <a:xfrm>
            <a:off x="6309360" y="1097280"/>
            <a:ext cx="2606040" cy="1417320"/>
          </a:xfrm>
          <a:prstGeom prst="rect">
            <a:avLst/>
          </a:prstGeom>
          <a:solidFill>
            <a:srgbClr val="FFFFFF"/>
          </a:solidFill>
          <a:ln/>
          <a:effectLst>
            <a:outerShdw blurRad="76200" dist="25400" dir="8100000" algn="bl" rotWithShape="0">
              <a:srgbClr val="000000">
                <a:alpha val="12000"/>
              </a:srgbClr>
            </a:outerShdw>
          </a:effectLst>
        </p:spPr>
      </p:sp>
      <p:sp>
        <p:nvSpPr>
          <p:cNvPr id="14" name="Shape 12"/>
          <p:cNvSpPr/>
          <p:nvPr/>
        </p:nvSpPr>
        <p:spPr>
          <a:xfrm>
            <a:off x="6309360" y="1097280"/>
            <a:ext cx="64008" cy="1417320"/>
          </a:xfrm>
          <a:prstGeom prst="rect">
            <a:avLst/>
          </a:prstGeom>
          <a:solidFill>
            <a:srgbClr val="F0B429"/>
          </a:solidFill>
          <a:ln/>
        </p:spPr>
      </p:sp>
      <p:sp>
        <p:nvSpPr>
          <p:cNvPr id="15" name="Text 13"/>
          <p:cNvSpPr/>
          <p:nvPr/>
        </p:nvSpPr>
        <p:spPr>
          <a:xfrm>
            <a:off x="6492240" y="1188720"/>
            <a:ext cx="2286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CORE Graphs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6492240" y="1508760"/>
            <a:ext cx="228600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Calibri" pitchFamily="34" charset="0"/>
                <a:ea typeface="Calibri" pitchFamily="34" charset="-122"/>
                <a:cs typeface="Calibri" pitchFamily="34" charset="-120"/>
              </a:rPr>
              <a:t>Cosmos DB Gremlin graph populated from your DNA. Culture, Objectives, Rules, Expectations — queryable.</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17" name="Shape 15"/>
          <p:cNvSpPr/>
          <p:nvPr/>
        </p:nvSpPr>
        <p:spPr>
          <a:xfrm>
            <a:off x="640080" y="2743200"/>
            <a:ext cx="2606040" cy="1417320"/>
          </a:xfrm>
          <a:prstGeom prst="rect">
            <a:avLst/>
          </a:prstGeom>
          <a:solidFill>
            <a:srgbClr val="FFFFFF"/>
          </a:solidFill>
          <a:ln/>
          <a:effectLst>
            <a:outerShdw blurRad="76200" dist="25400" dir="8100000" algn="bl" rotWithShape="0">
              <a:srgbClr val="000000">
                <a:alpha val="12000"/>
              </a:srgbClr>
            </a:outerShdw>
          </a:effectLst>
        </p:spPr>
      </p:sp>
      <p:sp>
        <p:nvSpPr>
          <p:cNvPr id="18" name="Shape 16"/>
          <p:cNvSpPr/>
          <p:nvPr/>
        </p:nvSpPr>
        <p:spPr>
          <a:xfrm>
            <a:off x="640080" y="2743200"/>
            <a:ext cx="64008" cy="1417320"/>
          </a:xfrm>
          <a:prstGeom prst="rect">
            <a:avLst/>
          </a:prstGeom>
          <a:solidFill>
            <a:srgbClr val="10B981"/>
          </a:solidFill>
          <a:ln/>
        </p:spPr>
      </p:sp>
      <p:sp>
        <p:nvSpPr>
          <p:cNvPr id="19" name="Text 17"/>
          <p:cNvSpPr/>
          <p:nvPr/>
        </p:nvSpPr>
        <p:spPr>
          <a:xfrm>
            <a:off x="822960" y="2834640"/>
            <a:ext cx="2286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Policy Engine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822960" y="3154680"/>
            <a:ext cx="228600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Calibri" pitchFamily="34" charset="0"/>
                <a:ea typeface="Calibri" pitchFamily="34" charset="-122"/>
                <a:cs typeface="Calibri" pitchFamily="34" charset="-120"/>
              </a:rPr>
              <a:t>OPA/Rego policies generated from DNA rules. Enforcement at runtime, not documentation.</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21" name="Shape 19"/>
          <p:cNvSpPr/>
          <p:nvPr/>
        </p:nvSpPr>
        <p:spPr>
          <a:xfrm>
            <a:off x="3474720" y="2743200"/>
            <a:ext cx="2606040" cy="1417320"/>
          </a:xfrm>
          <a:prstGeom prst="rect">
            <a:avLst/>
          </a:prstGeom>
          <a:solidFill>
            <a:srgbClr val="FFFFFF"/>
          </a:solidFill>
          <a:ln/>
          <a:effectLst>
            <a:outerShdw blurRad="76200" dist="25400" dir="8100000" algn="bl" rotWithShape="0">
              <a:srgbClr val="000000">
                <a:alpha val="12000"/>
              </a:srgbClr>
            </a:outerShdw>
          </a:effectLst>
        </p:spPr>
      </p:sp>
      <p:sp>
        <p:nvSpPr>
          <p:cNvPr id="22" name="Shape 20"/>
          <p:cNvSpPr/>
          <p:nvPr/>
        </p:nvSpPr>
        <p:spPr>
          <a:xfrm>
            <a:off x="3474720" y="2743200"/>
            <a:ext cx="64008" cy="1417320"/>
          </a:xfrm>
          <a:prstGeom prst="rect">
            <a:avLst/>
          </a:prstGeom>
          <a:solidFill>
            <a:srgbClr val="0077B6"/>
          </a:solidFill>
          <a:ln/>
        </p:spPr>
      </p:sp>
      <p:sp>
        <p:nvSpPr>
          <p:cNvPr id="23" name="Text 21"/>
          <p:cNvSpPr/>
          <p:nvPr/>
        </p:nvSpPr>
        <p:spPr>
          <a:xfrm>
            <a:off x="3657600" y="2834640"/>
            <a:ext cx="2286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Flight Recorder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3657600" y="3154680"/>
            <a:ext cx="228600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Calibri" pitchFamily="34" charset="0"/>
                <a:ea typeface="Calibri" pitchFamily="34" charset="-122"/>
                <a:cs typeface="Calibri" pitchFamily="34" charset="-120"/>
              </a:rPr>
              <a:t>Confidential Ledger + immutable storage. Tamper-proof evidence from day one.</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25" name="Shape 23"/>
          <p:cNvSpPr/>
          <p:nvPr/>
        </p:nvSpPr>
        <p:spPr>
          <a:xfrm>
            <a:off x="6309360" y="2743200"/>
            <a:ext cx="2606040" cy="1417320"/>
          </a:xfrm>
          <a:prstGeom prst="rect">
            <a:avLst/>
          </a:prstGeom>
          <a:solidFill>
            <a:srgbClr val="FFFFFF"/>
          </a:solidFill>
          <a:ln/>
          <a:effectLst>
            <a:outerShdw blurRad="76200" dist="25400" dir="8100000" algn="bl" rotWithShape="0">
              <a:srgbClr val="000000">
                <a:alpha val="12000"/>
              </a:srgbClr>
            </a:outerShdw>
          </a:effectLst>
        </p:spPr>
      </p:sp>
      <p:sp>
        <p:nvSpPr>
          <p:cNvPr id="26" name="Shape 24"/>
          <p:cNvSpPr/>
          <p:nvPr/>
        </p:nvSpPr>
        <p:spPr>
          <a:xfrm>
            <a:off x="6309360" y="2743200"/>
            <a:ext cx="64008" cy="1417320"/>
          </a:xfrm>
          <a:prstGeom prst="rect">
            <a:avLst/>
          </a:prstGeom>
          <a:solidFill>
            <a:srgbClr val="00B4D8"/>
          </a:solidFill>
          <a:ln/>
        </p:spPr>
      </p:sp>
      <p:sp>
        <p:nvSpPr>
          <p:cNvPr id="27" name="Text 25"/>
          <p:cNvSpPr/>
          <p:nvPr/>
        </p:nvSpPr>
        <p:spPr>
          <a:xfrm>
            <a:off x="6492240" y="2834640"/>
            <a:ext cx="2286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GitOps Pipeline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6492240" y="3154680"/>
            <a:ext cx="2286000" cy="9144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accent1">
                    <a:lumMod val="50000"/>
                  </a:schemeClr>
                </a:solidFill>
                <a:effectLst/>
                <a:uLnTx/>
                <a:uFillTx/>
                <a:latin typeface="Calibri" pitchFamily="34" charset="0"/>
                <a:ea typeface="Calibri" pitchFamily="34" charset="-122"/>
                <a:cs typeface="Calibri" pitchFamily="34" charset="-120"/>
              </a:rPr>
              <a:t>Flux CD + Azure DevOps. Continuous deployment with drift detection built in.</a:t>
            </a:r>
            <a:endParaRPr kumimoji="0" lang="en-US" sz="1200" b="0" i="0" u="none" strike="noStrike" kern="1200" cap="none" spc="0" normalizeH="0" baseline="0" noProof="0" dirty="0">
              <a:ln>
                <a:noFill/>
              </a:ln>
              <a:solidFill>
                <a:schemeClr val="accent1">
                  <a:lumMod val="50000"/>
                </a:schemeClr>
              </a:solidFill>
              <a:effectLst/>
              <a:uLnTx/>
              <a:uFillTx/>
              <a:latin typeface="Calibri" panose="020F0502020204030204"/>
              <a:ea typeface="+mn-ea"/>
              <a:cs typeface="+mn-cs"/>
            </a:endParaRPr>
          </a:p>
        </p:txBody>
      </p:sp>
      <p:sp>
        <p:nvSpPr>
          <p:cNvPr id="30" name="Shape 27"/>
          <p:cNvSpPr/>
          <p:nvPr/>
        </p:nvSpPr>
        <p:spPr>
          <a:xfrm>
            <a:off x="640080" y="4572000"/>
            <a:ext cx="7863840" cy="411480"/>
          </a:xfrm>
          <a:prstGeom prst="rect">
            <a:avLst/>
          </a:prstGeom>
          <a:solidFill>
            <a:srgbClr val="0D1B2A"/>
          </a:solidFill>
          <a:ln/>
        </p:spPr>
      </p:sp>
      <p:sp>
        <p:nvSpPr>
          <p:cNvPr id="31" name="Text 28"/>
          <p:cNvSpPr/>
          <p:nvPr/>
        </p:nvSpPr>
        <p:spPr>
          <a:xfrm>
            <a:off x="822960" y="4572000"/>
            <a:ext cx="749808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F0B429"/>
                </a:solidFill>
                <a:effectLst/>
                <a:uLnTx/>
                <a:uFillTx/>
                <a:latin typeface="Calibri" pitchFamily="34" charset="0"/>
                <a:ea typeface="Calibri" pitchFamily="34" charset="-122"/>
                <a:cs typeface="Calibri" pitchFamily="34" charset="-120"/>
              </a:rPr>
              <a:t>Infrastructure-agnostic: Azure, AWS, GCP, bare metal. 9 reference architectures included. The DNA Deployment Spec provides complete Terraform and agent code.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0B4D8"/>
          </a:solidFill>
          <a:ln/>
        </p:spPr>
      </p:sp>
      <p:sp>
        <p:nvSpPr>
          <p:cNvPr id="3" name="Text 1"/>
          <p:cNvSpPr/>
          <p:nvPr/>
        </p:nvSpPr>
        <p:spPr>
          <a:xfrm>
            <a:off x="640080" y="182880"/>
            <a:ext cx="78638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From Book to Autonomous Company</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640080"/>
            <a:ext cx="7863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Two Paths: Manual DNA + Deployment Tool  OR  DNA Tool for Conversational Setup</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640080" y="1124712"/>
            <a:ext cx="502920" cy="502920"/>
          </a:xfrm>
          <a:prstGeom prst="ellipse">
            <a:avLst/>
          </a:prstGeom>
          <a:solidFill>
            <a:srgbClr val="00B4D8"/>
          </a:solidFill>
          <a:ln/>
        </p:spPr>
      </p:sp>
      <p:sp>
        <p:nvSpPr>
          <p:cNvPr id="6" name="Text 4"/>
          <p:cNvSpPr/>
          <p:nvPr/>
        </p:nvSpPr>
        <p:spPr>
          <a:xfrm>
            <a:off x="633595" y="1105257"/>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1</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1371600" y="1051560"/>
            <a:ext cx="2743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Define Your Company’s DNA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371599" y="1371600"/>
            <a:ext cx="4257473"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Fill out the 13-section DNA Questionnaire manually, OR use the AI DNA Tool to extract your DNA from existing data, strategy documents, and  conversational for missing details.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640080" y="2084832"/>
            <a:ext cx="502920" cy="502920"/>
          </a:xfrm>
          <a:prstGeom prst="ellipse">
            <a:avLst/>
          </a:prstGeom>
          <a:solidFill>
            <a:srgbClr val="F0B429"/>
          </a:solidFill>
          <a:ln/>
        </p:spPr>
      </p:sp>
      <p:sp>
        <p:nvSpPr>
          <p:cNvPr id="10" name="Text 8"/>
          <p:cNvSpPr/>
          <p:nvPr/>
        </p:nvSpPr>
        <p:spPr>
          <a:xfrm>
            <a:off x="640080" y="2065377"/>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2</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1371600" y="2011680"/>
            <a:ext cx="32004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0B429"/>
                </a:solidFill>
                <a:effectLst/>
                <a:uLnTx/>
                <a:uFillTx/>
                <a:latin typeface="Calibri" pitchFamily="34" charset="0"/>
                <a:ea typeface="Calibri" pitchFamily="34" charset="-122"/>
                <a:cs typeface="Calibri" pitchFamily="34" charset="-120"/>
              </a:rPr>
              <a:t>Auto-Generate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1371599" y="2331720"/>
            <a:ext cx="4314657"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The DNA Tool outputs deployment-ready JSON. Manual path: feed the completed DNA document directly into the DNA Deployment Tool.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40080" y="3044952"/>
            <a:ext cx="502920" cy="502920"/>
          </a:xfrm>
          <a:prstGeom prst="ellipse">
            <a:avLst/>
          </a:prstGeom>
          <a:solidFill>
            <a:srgbClr val="10B981"/>
          </a:solidFill>
          <a:ln/>
        </p:spPr>
      </p:sp>
      <p:sp>
        <p:nvSpPr>
          <p:cNvPr id="14" name="Text 12"/>
          <p:cNvSpPr/>
          <p:nvPr/>
        </p:nvSpPr>
        <p:spPr>
          <a:xfrm>
            <a:off x="640080" y="3012527"/>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3</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1371600" y="2971800"/>
            <a:ext cx="2743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0B981"/>
                </a:solidFill>
                <a:effectLst/>
                <a:uLnTx/>
                <a:uFillTx/>
                <a:latin typeface="Calibri" pitchFamily="34" charset="0"/>
                <a:ea typeface="Calibri" pitchFamily="34" charset="-122"/>
                <a:cs typeface="Calibri" pitchFamily="34" charset="-120"/>
              </a:rPr>
              <a:t>Auto-Provision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1371599" y="3291840"/>
            <a:ext cx="4314657"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The DNA Deployment Tool compiles your DNA into Terraform, agent code, CORE graphs, policy rules, and the Flight Recorder — all customized to your company’s DNA.</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640080" y="4005072"/>
            <a:ext cx="502920" cy="502920"/>
          </a:xfrm>
          <a:prstGeom prst="ellipse">
            <a:avLst/>
          </a:prstGeom>
          <a:solidFill>
            <a:srgbClr val="00B4D8"/>
          </a:solidFill>
          <a:ln/>
        </p:spPr>
      </p:sp>
      <p:sp>
        <p:nvSpPr>
          <p:cNvPr id="18" name="Text 16"/>
          <p:cNvSpPr/>
          <p:nvPr/>
        </p:nvSpPr>
        <p:spPr>
          <a:xfrm>
            <a:off x="633595" y="3959677"/>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4</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1371600" y="3931920"/>
            <a:ext cx="27432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Go Live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1371599" y="4251960"/>
            <a:ext cx="4471482" cy="5486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Autonomous enterprise operational. Humans govern intent. Machines execute. Evidence flows. Full BOSS scoring from day one.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6167336" y="3040380"/>
            <a:ext cx="2885226" cy="914400"/>
          </a:xfrm>
          <a:prstGeom prst="rect">
            <a:avLst/>
          </a:prstGeom>
          <a:solidFill>
            <a:srgbClr val="1B2838"/>
          </a:solidFill>
          <a:ln/>
        </p:spPr>
      </p:sp>
      <p:sp>
        <p:nvSpPr>
          <p:cNvPr id="23" name="Text 20"/>
          <p:cNvSpPr/>
          <p:nvPr/>
        </p:nvSpPr>
        <p:spPr>
          <a:xfrm>
            <a:off x="6167335" y="3040380"/>
            <a:ext cx="2885225" cy="9144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0B429"/>
                </a:solidFill>
                <a:effectLst/>
                <a:uLnTx/>
                <a:uFillTx/>
                <a:latin typeface="Calibri" pitchFamily="34" charset="0"/>
                <a:ea typeface="Calibri" pitchFamily="34" charset="-122"/>
                <a:cs typeface="Calibri" pitchFamily="34" charset="-120"/>
              </a:rPr>
              <a:t>Hours, not months. The DNA Tool + Deployment Tool pipeline means a customized ADAM instance can be deployed in a single sprint.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
            <a:extLst>
              <a:ext uri="{FF2B5EF4-FFF2-40B4-BE49-F238E27FC236}">
                <a16:creationId xmlns:a16="http://schemas.microsoft.com/office/drawing/2014/main" id="{1312BE2B-4BB7-274E-7BCF-5F534C06AD44}"/>
              </a:ext>
            </a:extLst>
          </p:cNvPr>
          <p:cNvSpPr/>
          <p:nvPr/>
        </p:nvSpPr>
        <p:spPr>
          <a:xfrm>
            <a:off x="6167336" y="1028700"/>
            <a:ext cx="2885226" cy="1851660"/>
          </a:xfrm>
          <a:prstGeom prst="rect">
            <a:avLst/>
          </a:prstGeom>
          <a:solidFill>
            <a:schemeClr val="accent5">
              <a:lumMod val="60000"/>
              <a:lumOff val="40000"/>
            </a:schemeClr>
          </a:solidFill>
          <a:ln/>
          <a:effectLst>
            <a:outerShdw blurRad="76200" dist="25400" dir="8100000" algn="bl" rotWithShape="0">
              <a:srgbClr val="000000">
                <a:alpha val="12000"/>
              </a:srgbClr>
            </a:outerShdw>
          </a:effectLst>
        </p:spPr>
      </p:sp>
      <p:sp>
        <p:nvSpPr>
          <p:cNvPr id="27" name="Shape 3">
            <a:extLst>
              <a:ext uri="{FF2B5EF4-FFF2-40B4-BE49-F238E27FC236}">
                <a16:creationId xmlns:a16="http://schemas.microsoft.com/office/drawing/2014/main" id="{C6684655-1D5A-CDB1-3568-03CFC1DA3FA8}"/>
              </a:ext>
            </a:extLst>
          </p:cNvPr>
          <p:cNvSpPr/>
          <p:nvPr/>
        </p:nvSpPr>
        <p:spPr>
          <a:xfrm>
            <a:off x="6167336" y="1028700"/>
            <a:ext cx="2885226" cy="365760"/>
          </a:xfrm>
          <a:prstGeom prst="rect">
            <a:avLst/>
          </a:prstGeom>
          <a:solidFill>
            <a:srgbClr val="10B981"/>
          </a:solidFill>
          <a:ln/>
        </p:spPr>
      </p:sp>
      <p:sp>
        <p:nvSpPr>
          <p:cNvPr id="28" name="Text 4">
            <a:extLst>
              <a:ext uri="{FF2B5EF4-FFF2-40B4-BE49-F238E27FC236}">
                <a16:creationId xmlns:a16="http://schemas.microsoft.com/office/drawing/2014/main" id="{190DFFF7-46FA-860D-74A8-7BA685AFDD8B}"/>
              </a:ext>
            </a:extLst>
          </p:cNvPr>
          <p:cNvSpPr/>
          <p:nvPr/>
        </p:nvSpPr>
        <p:spPr>
          <a:xfrm>
            <a:off x="6167336" y="1028700"/>
            <a:ext cx="2885226" cy="365760"/>
          </a:xfrm>
          <a:prstGeom prst="rect">
            <a:avLst/>
          </a:prstGeom>
          <a:solidFill>
            <a:srgbClr val="00B0F0"/>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ADAM IS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5">
            <a:extLst>
              <a:ext uri="{FF2B5EF4-FFF2-40B4-BE49-F238E27FC236}">
                <a16:creationId xmlns:a16="http://schemas.microsoft.com/office/drawing/2014/main" id="{C65270D3-95DD-0249-17E8-8B39AC2CBD0B}"/>
              </a:ext>
            </a:extLst>
          </p:cNvPr>
          <p:cNvSpPr/>
          <p:nvPr/>
        </p:nvSpPr>
        <p:spPr>
          <a:xfrm>
            <a:off x="6262549" y="1531620"/>
            <a:ext cx="2743199" cy="13487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  A constitutional operating model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  Delegated authority: explicit, scoped, revocable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  EU AI Act + DORA + NIS2 compatible by design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  Human accountability at every level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  Sovereign, vendor-neutral architecture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1" name="Image 1" descr="preencoded.png">
            <a:extLst>
              <a:ext uri="{FF2B5EF4-FFF2-40B4-BE49-F238E27FC236}">
                <a16:creationId xmlns:a16="http://schemas.microsoft.com/office/drawing/2014/main" id="{E0F332F0-D36A-E153-C2C3-6918F392AEBD}"/>
              </a:ext>
            </a:extLst>
          </p:cNvPr>
          <p:cNvPicPr>
            <a:picLocks noChangeAspect="1"/>
          </p:cNvPicPr>
          <p:nvPr/>
        </p:nvPicPr>
        <p:blipFill>
          <a:blip r:embed="rId3"/>
          <a:stretch>
            <a:fillRect/>
          </a:stretch>
        </p:blipFill>
        <p:spPr>
          <a:xfrm>
            <a:off x="91438" y="1097280"/>
            <a:ext cx="548640" cy="548640"/>
          </a:xfrm>
          <a:prstGeom prst="rect">
            <a:avLst/>
          </a:prstGeom>
        </p:spPr>
      </p:pic>
      <p:pic>
        <p:nvPicPr>
          <p:cNvPr id="24" name="Image 2" descr="preencoded.png">
            <a:extLst>
              <a:ext uri="{FF2B5EF4-FFF2-40B4-BE49-F238E27FC236}">
                <a16:creationId xmlns:a16="http://schemas.microsoft.com/office/drawing/2014/main" id="{986B45B1-75D9-F85E-E56E-8D83B97F30F4}"/>
              </a:ext>
            </a:extLst>
          </p:cNvPr>
          <p:cNvPicPr>
            <a:picLocks noChangeAspect="1"/>
          </p:cNvPicPr>
          <p:nvPr/>
        </p:nvPicPr>
        <p:blipFill>
          <a:blip r:embed="rId4"/>
          <a:stretch>
            <a:fillRect/>
          </a:stretch>
        </p:blipFill>
        <p:spPr>
          <a:xfrm>
            <a:off x="91440" y="2047997"/>
            <a:ext cx="548640" cy="548640"/>
          </a:xfrm>
          <a:prstGeom prst="rect">
            <a:avLst/>
          </a:prstGeom>
        </p:spPr>
      </p:pic>
      <p:pic>
        <p:nvPicPr>
          <p:cNvPr id="25" name="Image 3" descr="preencoded.png">
            <a:extLst>
              <a:ext uri="{FF2B5EF4-FFF2-40B4-BE49-F238E27FC236}">
                <a16:creationId xmlns:a16="http://schemas.microsoft.com/office/drawing/2014/main" id="{BDFB0390-F8BF-93BA-C110-B7C70CE6C0E4}"/>
              </a:ext>
            </a:extLst>
          </p:cNvPr>
          <p:cNvPicPr>
            <a:picLocks noChangeAspect="1"/>
          </p:cNvPicPr>
          <p:nvPr/>
        </p:nvPicPr>
        <p:blipFill>
          <a:blip r:embed="rId5"/>
          <a:stretch>
            <a:fillRect/>
          </a:stretch>
        </p:blipFill>
        <p:spPr>
          <a:xfrm>
            <a:off x="91440" y="3034382"/>
            <a:ext cx="548640" cy="548640"/>
          </a:xfrm>
          <a:prstGeom prst="rect">
            <a:avLst/>
          </a:prstGeom>
        </p:spPr>
      </p:pic>
      <p:pic>
        <p:nvPicPr>
          <p:cNvPr id="30" name="Image 4" descr="preencoded.png">
            <a:extLst>
              <a:ext uri="{FF2B5EF4-FFF2-40B4-BE49-F238E27FC236}">
                <a16:creationId xmlns:a16="http://schemas.microsoft.com/office/drawing/2014/main" id="{CC7017E4-1A03-4D38-729A-7D83C44DC383}"/>
              </a:ext>
            </a:extLst>
          </p:cNvPr>
          <p:cNvPicPr>
            <a:picLocks noChangeAspect="1"/>
          </p:cNvPicPr>
          <p:nvPr/>
        </p:nvPicPr>
        <p:blipFill>
          <a:blip r:embed="rId6"/>
          <a:stretch>
            <a:fillRect/>
          </a:stretch>
        </p:blipFill>
        <p:spPr>
          <a:xfrm>
            <a:off x="88198" y="4017849"/>
            <a:ext cx="548640" cy="548640"/>
          </a:xfrm>
          <a:prstGeom prst="rect">
            <a:avLst/>
          </a:prstGeom>
        </p:spPr>
      </p:pic>
      <p:pic>
        <p:nvPicPr>
          <p:cNvPr id="31" name="Image 0" descr="preencoded.png">
            <a:extLst>
              <a:ext uri="{FF2B5EF4-FFF2-40B4-BE49-F238E27FC236}">
                <a16:creationId xmlns:a16="http://schemas.microsoft.com/office/drawing/2014/main" id="{4D996EBC-75A9-752B-CF27-19F636D87D81}"/>
              </a:ext>
            </a:extLst>
          </p:cNvPr>
          <p:cNvPicPr>
            <a:picLocks noChangeAspect="1"/>
          </p:cNvPicPr>
          <p:nvPr/>
        </p:nvPicPr>
        <p:blipFill>
          <a:blip r:embed="rId6">
            <a:alphaModFix amt="35000"/>
          </a:blip>
          <a:stretch>
            <a:fillRect/>
          </a:stretch>
        </p:blipFill>
        <p:spPr>
          <a:xfrm>
            <a:off x="7314568" y="130302"/>
            <a:ext cx="699516" cy="699516"/>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0F4F8"/>
        </a:solidFill>
        <a:effectLst/>
      </p:bgPr>
    </p:bg>
    <p:spTree>
      <p:nvGrpSpPr>
        <p:cNvPr id="1" name=""/>
        <p:cNvGrpSpPr/>
        <p:nvPr/>
      </p:nvGrpSpPr>
      <p:grpSpPr>
        <a:xfrm>
          <a:off x="0" y="0"/>
          <a:ext cx="0" cy="0"/>
          <a:chOff x="0" y="0"/>
          <a:chExt cx="0" cy="0"/>
        </a:xfrm>
      </p:grpSpPr>
      <p:sp>
        <p:nvSpPr>
          <p:cNvPr id="35" name="Text 7">
            <a:extLst>
              <a:ext uri="{FF2B5EF4-FFF2-40B4-BE49-F238E27FC236}">
                <a16:creationId xmlns:a16="http://schemas.microsoft.com/office/drawing/2014/main" id="{A3C303A0-420C-F69D-3FDD-A953F820BDE5}"/>
              </a:ext>
            </a:extLst>
          </p:cNvPr>
          <p:cNvSpPr/>
          <p:nvPr/>
        </p:nvSpPr>
        <p:spPr>
          <a:xfrm>
            <a:off x="7076995" y="685800"/>
            <a:ext cx="1897956" cy="3703320"/>
          </a:xfrm>
          <a:prstGeom prst="rect">
            <a:avLst/>
          </a:prstGeom>
          <a:solidFill>
            <a:schemeClr val="tx1">
              <a:lumMod val="50000"/>
              <a:lumOff val="50000"/>
            </a:schemeClr>
          </a:solid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Roles</a:t>
            </a: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 name="Shape 0"/>
          <p:cNvSpPr/>
          <p:nvPr/>
        </p:nvSpPr>
        <p:spPr>
          <a:xfrm>
            <a:off x="0" y="0"/>
            <a:ext cx="9144000" cy="54864"/>
          </a:xfrm>
          <a:prstGeom prst="rect">
            <a:avLst/>
          </a:prstGeom>
          <a:solidFill>
            <a:srgbClr val="00B4D8"/>
          </a:solidFill>
          <a:ln/>
        </p:spPr>
      </p:sp>
      <p:sp>
        <p:nvSpPr>
          <p:cNvPr id="3" name="Text 1"/>
          <p:cNvSpPr/>
          <p:nvPr/>
        </p:nvSpPr>
        <p:spPr>
          <a:xfrm>
            <a:off x="640080" y="182880"/>
            <a:ext cx="731520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1" i="0" u="none" strike="noStrike" kern="1200" cap="none" spc="0" normalizeH="0" baseline="0" noProof="0" dirty="0">
                <a:ln>
                  <a:noFill/>
                </a:ln>
                <a:solidFill>
                  <a:srgbClr val="0D1B2A"/>
                </a:solidFill>
                <a:effectLst/>
                <a:uLnTx/>
                <a:uFillTx/>
                <a:latin typeface="Georgia" pitchFamily="34" charset="0"/>
                <a:ea typeface="Georgia" pitchFamily="34" charset="-122"/>
                <a:cs typeface="Georgia" pitchFamily="34" charset="-120"/>
              </a:rPr>
              <a:t>The ADAM Maturity Model</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640080"/>
            <a:ext cx="5952821"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sng" strike="noStrike" kern="1200" cap="none" spc="0" normalizeH="0" baseline="0" noProof="0" dirty="0">
                <a:ln>
                  <a:noFill/>
                </a:ln>
                <a:solidFill>
                  <a:srgbClr val="FF0000"/>
                </a:solidFill>
                <a:effectLst/>
                <a:uLnTx/>
                <a:uFillTx/>
                <a:latin typeface="Calibri" pitchFamily="34" charset="0"/>
                <a:ea typeface="Calibri" pitchFamily="34" charset="-122"/>
                <a:cs typeface="Calibri" pitchFamily="34" charset="-120"/>
              </a:rPr>
              <a:t>Measuring The Human Role in Autonomy rather than System Capability alone.</a:t>
            </a:r>
            <a:endParaRPr kumimoji="0" lang="en-US" sz="1300" b="1" i="0" u="sng"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5" name="Shape 3"/>
          <p:cNvSpPr/>
          <p:nvPr/>
        </p:nvSpPr>
        <p:spPr>
          <a:xfrm>
            <a:off x="640080" y="1051560"/>
            <a:ext cx="502920" cy="457200"/>
          </a:xfrm>
          <a:prstGeom prst="rect">
            <a:avLst/>
          </a:prstGeom>
          <a:solidFill>
            <a:srgbClr val="64748B"/>
          </a:solidFill>
          <a:ln/>
        </p:spPr>
      </p:sp>
      <p:sp>
        <p:nvSpPr>
          <p:cNvPr id="6" name="Text 4"/>
          <p:cNvSpPr/>
          <p:nvPr/>
        </p:nvSpPr>
        <p:spPr>
          <a:xfrm>
            <a:off x="640080" y="1051560"/>
            <a:ext cx="502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L0</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5"/>
          <p:cNvSpPr/>
          <p:nvPr/>
        </p:nvSpPr>
        <p:spPr>
          <a:xfrm>
            <a:off x="1280160" y="1051560"/>
            <a:ext cx="1371600" cy="457200"/>
          </a:xfrm>
          <a:prstGeom prst="rect">
            <a:avLst/>
          </a:prstGeom>
          <a:solidFill>
            <a:srgbClr val="64748B"/>
          </a:solidFill>
          <a:ln/>
        </p:spPr>
      </p:sp>
      <p:sp>
        <p:nvSpPr>
          <p:cNvPr id="8" name="Text 6"/>
          <p:cNvSpPr/>
          <p:nvPr/>
        </p:nvSpPr>
        <p:spPr>
          <a:xfrm>
            <a:off x="1371600" y="1051560"/>
            <a:ext cx="11887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lumMod val="95000"/>
                    <a:lumOff val="5000"/>
                  </a:schemeClr>
                </a:solidFill>
                <a:effectLst/>
                <a:uLnTx/>
                <a:uFillTx/>
                <a:latin typeface="Calibri" pitchFamily="34" charset="0"/>
                <a:ea typeface="Calibri" pitchFamily="34" charset="-122"/>
                <a:cs typeface="Calibri" pitchFamily="34" charset="-120"/>
              </a:rPr>
              <a:t>Manual + Tribal</a:t>
            </a:r>
            <a:endParaRPr kumimoji="0" lang="en-US" sz="14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endParaRPr>
          </a:p>
        </p:txBody>
      </p:sp>
      <p:sp>
        <p:nvSpPr>
          <p:cNvPr id="9" name="Text 7"/>
          <p:cNvSpPr/>
          <p:nvPr/>
        </p:nvSpPr>
        <p:spPr>
          <a:xfrm>
            <a:off x="7173822" y="1051560"/>
            <a:ext cx="1710772" cy="457200"/>
          </a:xfrm>
          <a:prstGeom prst="rect">
            <a:avLst/>
          </a:prstGeom>
          <a:solidFill>
            <a:schemeClr val="accent2">
              <a:lumMod val="40000"/>
              <a:lumOff val="60000"/>
            </a:schemeClr>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Human: Operator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No ADAM</a:t>
            </a: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8"/>
          <p:cNvSpPr/>
          <p:nvPr/>
        </p:nvSpPr>
        <p:spPr>
          <a:xfrm>
            <a:off x="640080" y="1618488"/>
            <a:ext cx="502920" cy="457200"/>
          </a:xfrm>
          <a:prstGeom prst="rect">
            <a:avLst/>
          </a:prstGeom>
          <a:solidFill>
            <a:srgbClr val="0077B6"/>
          </a:solidFill>
          <a:ln/>
        </p:spPr>
      </p:sp>
      <p:sp>
        <p:nvSpPr>
          <p:cNvPr id="11" name="Text 9"/>
          <p:cNvSpPr/>
          <p:nvPr/>
        </p:nvSpPr>
        <p:spPr>
          <a:xfrm>
            <a:off x="640080" y="1618488"/>
            <a:ext cx="502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L1</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1280160" y="1618488"/>
            <a:ext cx="2240280" cy="457200"/>
          </a:xfrm>
          <a:prstGeom prst="rect">
            <a:avLst/>
          </a:prstGeom>
          <a:solidFill>
            <a:srgbClr val="0077B6"/>
          </a:solidFill>
          <a:ln/>
        </p:spPr>
      </p:sp>
      <p:sp>
        <p:nvSpPr>
          <p:cNvPr id="13" name="Text 11"/>
          <p:cNvSpPr/>
          <p:nvPr/>
        </p:nvSpPr>
        <p:spPr>
          <a:xfrm>
            <a:off x="1371600" y="1618488"/>
            <a:ext cx="2057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lumMod val="95000"/>
                    <a:lumOff val="5000"/>
                  </a:schemeClr>
                </a:solidFill>
                <a:effectLst/>
                <a:uLnTx/>
                <a:uFillTx/>
                <a:latin typeface="Calibri" pitchFamily="34" charset="0"/>
                <a:ea typeface="Calibri" pitchFamily="34" charset="-122"/>
                <a:cs typeface="Calibri" pitchFamily="34" charset="-120"/>
              </a:rPr>
              <a:t>Documented Doctrine</a:t>
            </a:r>
            <a:endParaRPr kumimoji="0" lang="en-US" sz="14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endParaRPr>
          </a:p>
        </p:txBody>
      </p:sp>
      <p:sp>
        <p:nvSpPr>
          <p:cNvPr id="14" name="Text 12"/>
          <p:cNvSpPr/>
          <p:nvPr/>
        </p:nvSpPr>
        <p:spPr>
          <a:xfrm>
            <a:off x="7173822" y="1618488"/>
            <a:ext cx="1710772" cy="457200"/>
          </a:xfrm>
          <a:prstGeom prst="rect">
            <a:avLst/>
          </a:prstGeom>
          <a:solidFill>
            <a:schemeClr val="accent2">
              <a:lumMod val="40000"/>
              <a:lumOff val="60000"/>
            </a:schemeClr>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Human: Operator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rPr>
              <a:t>ADAM Advises</a:t>
            </a:r>
          </a:p>
        </p:txBody>
      </p:sp>
      <p:sp>
        <p:nvSpPr>
          <p:cNvPr id="15" name="Shape 13"/>
          <p:cNvSpPr/>
          <p:nvPr/>
        </p:nvSpPr>
        <p:spPr>
          <a:xfrm>
            <a:off x="640080" y="2185416"/>
            <a:ext cx="502920" cy="457200"/>
          </a:xfrm>
          <a:prstGeom prst="rect">
            <a:avLst/>
          </a:prstGeom>
          <a:solidFill>
            <a:srgbClr val="00B4D8"/>
          </a:solidFill>
          <a:ln/>
        </p:spPr>
      </p:sp>
      <p:sp>
        <p:nvSpPr>
          <p:cNvPr id="16" name="Text 14"/>
          <p:cNvSpPr/>
          <p:nvPr/>
        </p:nvSpPr>
        <p:spPr>
          <a:xfrm>
            <a:off x="640080" y="2185416"/>
            <a:ext cx="502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L2</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1280160" y="2185416"/>
            <a:ext cx="3108960" cy="457200"/>
          </a:xfrm>
          <a:prstGeom prst="rect">
            <a:avLst/>
          </a:prstGeom>
          <a:solidFill>
            <a:srgbClr val="00B4D8"/>
          </a:solidFill>
          <a:ln/>
        </p:spPr>
      </p:sp>
      <p:sp>
        <p:nvSpPr>
          <p:cNvPr id="18" name="Text 16"/>
          <p:cNvSpPr/>
          <p:nvPr/>
        </p:nvSpPr>
        <p:spPr>
          <a:xfrm>
            <a:off x="1371600" y="2185416"/>
            <a:ext cx="292608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lumMod val="95000"/>
                    <a:lumOff val="5000"/>
                  </a:schemeClr>
                </a:solidFill>
                <a:effectLst/>
                <a:uLnTx/>
                <a:uFillTx/>
                <a:latin typeface="Calibri" pitchFamily="34" charset="0"/>
                <a:ea typeface="Calibri" pitchFamily="34" charset="-122"/>
                <a:cs typeface="Calibri" pitchFamily="34" charset="-120"/>
              </a:rPr>
              <a:t>Assisted Autonomy</a:t>
            </a:r>
            <a:endParaRPr kumimoji="0" lang="en-US" sz="14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endParaRPr>
          </a:p>
        </p:txBody>
      </p:sp>
      <p:sp>
        <p:nvSpPr>
          <p:cNvPr id="19" name="Text 17"/>
          <p:cNvSpPr/>
          <p:nvPr/>
        </p:nvSpPr>
        <p:spPr>
          <a:xfrm>
            <a:off x="7173822" y="2185416"/>
            <a:ext cx="1710772" cy="457200"/>
          </a:xfrm>
          <a:prstGeom prst="rect">
            <a:avLst/>
          </a:prstGeom>
          <a:solidFill>
            <a:schemeClr val="accent2">
              <a:lumMod val="40000"/>
              <a:lumOff val="60000"/>
            </a:schemeClr>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Human: Approver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D1B2A"/>
                </a:solidFill>
                <a:latin typeface="Calibri" pitchFamily="34" charset="0"/>
                <a:ea typeface="Calibri" pitchFamily="34" charset="-122"/>
                <a:cs typeface="Calibri" pitchFamily="34" charset="-120"/>
              </a:rPr>
              <a:t>BOSS, FR</a:t>
            </a: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8"/>
          <p:cNvSpPr/>
          <p:nvPr/>
        </p:nvSpPr>
        <p:spPr>
          <a:xfrm>
            <a:off x="640080" y="2752344"/>
            <a:ext cx="502920" cy="457200"/>
          </a:xfrm>
          <a:prstGeom prst="rect">
            <a:avLst/>
          </a:prstGeom>
          <a:solidFill>
            <a:srgbClr val="F0B429"/>
          </a:solidFill>
          <a:ln/>
        </p:spPr>
      </p:sp>
      <p:sp>
        <p:nvSpPr>
          <p:cNvPr id="21" name="Text 19"/>
          <p:cNvSpPr/>
          <p:nvPr/>
        </p:nvSpPr>
        <p:spPr>
          <a:xfrm>
            <a:off x="640080" y="2752344"/>
            <a:ext cx="502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L3</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1280160" y="2752344"/>
            <a:ext cx="3977640" cy="457200"/>
          </a:xfrm>
          <a:prstGeom prst="rect">
            <a:avLst/>
          </a:prstGeom>
          <a:solidFill>
            <a:srgbClr val="F0B429"/>
          </a:solidFill>
          <a:ln/>
        </p:spPr>
      </p:sp>
      <p:sp>
        <p:nvSpPr>
          <p:cNvPr id="23" name="Text 21"/>
          <p:cNvSpPr/>
          <p:nvPr/>
        </p:nvSpPr>
        <p:spPr>
          <a:xfrm>
            <a:off x="1371600" y="2752344"/>
            <a:ext cx="37947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lumMod val="95000"/>
                    <a:lumOff val="5000"/>
                  </a:schemeClr>
                </a:solidFill>
                <a:effectLst/>
                <a:uLnTx/>
                <a:uFillTx/>
                <a:latin typeface="Calibri" pitchFamily="34" charset="0"/>
                <a:ea typeface="Calibri" pitchFamily="34" charset="-122"/>
                <a:cs typeface="Calibri" pitchFamily="34" charset="-120"/>
              </a:rPr>
              <a:t>Domain Autonomy</a:t>
            </a:r>
            <a:endParaRPr kumimoji="0" lang="en-US" sz="14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endParaRPr>
          </a:p>
        </p:txBody>
      </p:sp>
      <p:sp>
        <p:nvSpPr>
          <p:cNvPr id="24" name="Text 22"/>
          <p:cNvSpPr/>
          <p:nvPr/>
        </p:nvSpPr>
        <p:spPr>
          <a:xfrm>
            <a:off x="7173822" y="2752344"/>
            <a:ext cx="1710772" cy="457200"/>
          </a:xfrm>
          <a:prstGeom prst="rect">
            <a:avLst/>
          </a:prstGeom>
          <a:solidFill>
            <a:schemeClr val="accent2">
              <a:lumMod val="40000"/>
              <a:lumOff val="60000"/>
            </a:schemeClr>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Human: Consultant</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D1B2A"/>
                </a:solidFill>
                <a:latin typeface="Calibri" pitchFamily="34" charset="0"/>
                <a:ea typeface="Calibri" pitchFamily="34" charset="-122"/>
                <a:cs typeface="Calibri" pitchFamily="34" charset="-120"/>
              </a:rPr>
              <a:t>BOSS, FR, EE, DT, GA</a:t>
            </a: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640080" y="3319272"/>
            <a:ext cx="502920" cy="457200"/>
          </a:xfrm>
          <a:prstGeom prst="rect">
            <a:avLst/>
          </a:prstGeom>
          <a:solidFill>
            <a:srgbClr val="10B981"/>
          </a:solidFill>
          <a:ln/>
        </p:spPr>
      </p:sp>
      <p:sp>
        <p:nvSpPr>
          <p:cNvPr id="26" name="Text 24"/>
          <p:cNvSpPr/>
          <p:nvPr/>
        </p:nvSpPr>
        <p:spPr>
          <a:xfrm>
            <a:off x="640080" y="3319272"/>
            <a:ext cx="502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L4</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5"/>
          <p:cNvSpPr/>
          <p:nvPr/>
        </p:nvSpPr>
        <p:spPr>
          <a:xfrm>
            <a:off x="1280160" y="3319272"/>
            <a:ext cx="4846320" cy="457200"/>
          </a:xfrm>
          <a:prstGeom prst="rect">
            <a:avLst/>
          </a:prstGeom>
          <a:solidFill>
            <a:srgbClr val="10B981"/>
          </a:solidFill>
          <a:ln/>
        </p:spPr>
      </p:sp>
      <p:sp>
        <p:nvSpPr>
          <p:cNvPr id="28" name="Text 26"/>
          <p:cNvSpPr/>
          <p:nvPr/>
        </p:nvSpPr>
        <p:spPr>
          <a:xfrm>
            <a:off x="1371600" y="3319272"/>
            <a:ext cx="466344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lumMod val="95000"/>
                    <a:lumOff val="5000"/>
                  </a:schemeClr>
                </a:solidFill>
                <a:effectLst/>
                <a:uLnTx/>
                <a:uFillTx/>
                <a:latin typeface="Calibri" pitchFamily="34" charset="0"/>
                <a:ea typeface="Calibri" pitchFamily="34" charset="-122"/>
                <a:cs typeface="Calibri" pitchFamily="34" charset="-120"/>
              </a:rPr>
              <a:t>Enterprise Autonomy</a:t>
            </a:r>
            <a:endParaRPr kumimoji="0" lang="en-US" sz="14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endParaRPr>
          </a:p>
        </p:txBody>
      </p:sp>
      <p:sp>
        <p:nvSpPr>
          <p:cNvPr id="29" name="Text 27"/>
          <p:cNvSpPr/>
          <p:nvPr/>
        </p:nvSpPr>
        <p:spPr>
          <a:xfrm>
            <a:off x="7173822" y="3319272"/>
            <a:ext cx="1710772" cy="457200"/>
          </a:xfrm>
          <a:prstGeom prst="rect">
            <a:avLst/>
          </a:prstGeom>
          <a:solidFill>
            <a:schemeClr val="accent2">
              <a:lumMod val="40000"/>
              <a:lumOff val="60000"/>
            </a:schemeClr>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Human: Observer</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D1B2A"/>
                </a:solidFill>
                <a:latin typeface="Calibri" pitchFamily="34" charset="0"/>
                <a:ea typeface="Calibri" pitchFamily="34" charset="-122"/>
                <a:cs typeface="Calibri" pitchFamily="34" charset="-120"/>
              </a:rPr>
              <a:t>&amp; ADAM</a:t>
            </a: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8"/>
          <p:cNvSpPr/>
          <p:nvPr/>
        </p:nvSpPr>
        <p:spPr>
          <a:xfrm>
            <a:off x="640080" y="3886200"/>
            <a:ext cx="502920" cy="457200"/>
          </a:xfrm>
          <a:prstGeom prst="rect">
            <a:avLst/>
          </a:prstGeom>
          <a:solidFill>
            <a:srgbClr val="00B4D8"/>
          </a:solidFill>
          <a:ln/>
        </p:spPr>
      </p:sp>
      <p:sp>
        <p:nvSpPr>
          <p:cNvPr id="31" name="Text 29"/>
          <p:cNvSpPr/>
          <p:nvPr/>
        </p:nvSpPr>
        <p:spPr>
          <a:xfrm>
            <a:off x="640080" y="3886200"/>
            <a:ext cx="50292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L5</a:t>
            </a:r>
            <a:endParaRPr kumimoji="0" lang="en-US"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30"/>
          <p:cNvSpPr/>
          <p:nvPr/>
        </p:nvSpPr>
        <p:spPr>
          <a:xfrm>
            <a:off x="1280160" y="3886200"/>
            <a:ext cx="5715000" cy="457200"/>
          </a:xfrm>
          <a:prstGeom prst="rect">
            <a:avLst/>
          </a:prstGeom>
          <a:solidFill>
            <a:srgbClr val="00B4D8"/>
          </a:solidFill>
          <a:ln/>
        </p:spPr>
      </p:sp>
      <p:sp>
        <p:nvSpPr>
          <p:cNvPr id="33" name="Text 31"/>
          <p:cNvSpPr/>
          <p:nvPr/>
        </p:nvSpPr>
        <p:spPr>
          <a:xfrm>
            <a:off x="1371600" y="3886200"/>
            <a:ext cx="553212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chemeClr val="tx1">
                    <a:lumMod val="95000"/>
                    <a:lumOff val="5000"/>
                  </a:schemeClr>
                </a:solidFill>
                <a:effectLst/>
                <a:uLnTx/>
                <a:uFillTx/>
                <a:latin typeface="Calibri" pitchFamily="34" charset="0"/>
                <a:ea typeface="Calibri" pitchFamily="34" charset="-122"/>
                <a:cs typeface="Calibri" pitchFamily="34" charset="-120"/>
              </a:rPr>
              <a:t>Adaptive Autonomy</a:t>
            </a:r>
            <a:endParaRPr kumimoji="0" lang="en-US" sz="1400" b="0" i="0" u="none" strike="noStrike" kern="1200" cap="none" spc="0" normalizeH="0" baseline="0" noProof="0" dirty="0">
              <a:ln>
                <a:noFill/>
              </a:ln>
              <a:solidFill>
                <a:schemeClr val="tx1">
                  <a:lumMod val="95000"/>
                  <a:lumOff val="5000"/>
                </a:schemeClr>
              </a:solidFill>
              <a:effectLst/>
              <a:uLnTx/>
              <a:uFillTx/>
              <a:latin typeface="Calibri" panose="020F0502020204030204"/>
              <a:ea typeface="+mn-ea"/>
              <a:cs typeface="+mn-cs"/>
            </a:endParaRPr>
          </a:p>
        </p:txBody>
      </p:sp>
      <p:sp>
        <p:nvSpPr>
          <p:cNvPr id="34" name="Text 32"/>
          <p:cNvSpPr/>
          <p:nvPr/>
        </p:nvSpPr>
        <p:spPr>
          <a:xfrm>
            <a:off x="7173822" y="3886200"/>
            <a:ext cx="1710772" cy="457200"/>
          </a:xfrm>
          <a:prstGeom prst="rect">
            <a:avLst/>
          </a:prstGeom>
          <a:solidFill>
            <a:schemeClr val="accent2">
              <a:lumMod val="40000"/>
              <a:lumOff val="60000"/>
            </a:schemeClr>
          </a:solid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Human: Architect</a:t>
            </a:r>
            <a:b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br>
            <a:r>
              <a:rPr kumimoji="0" lang="en-US" sz="1400" b="1" i="0" u="none" strike="noStrike" kern="1200" cap="none" spc="0" normalizeH="0" baseline="0" noProof="0" dirty="0">
                <a:ln>
                  <a:noFill/>
                </a:ln>
                <a:solidFill>
                  <a:srgbClr val="0D1B2A"/>
                </a:solidFill>
                <a:effectLst/>
                <a:uLnTx/>
                <a:uFillTx/>
                <a:latin typeface="Calibri" pitchFamily="34" charset="0"/>
                <a:ea typeface="Calibri" pitchFamily="34" charset="-122"/>
                <a:cs typeface="Calibri" pitchFamily="34" charset="-120"/>
              </a:rPr>
              <a:t> &amp; ADAM</a:t>
            </a:r>
            <a:endParaRPr kumimoji="0" lang="en-US" sz="14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3"/>
          <p:cNvSpPr/>
          <p:nvPr/>
        </p:nvSpPr>
        <p:spPr>
          <a:xfrm>
            <a:off x="640080" y="4617720"/>
            <a:ext cx="7863840" cy="365760"/>
          </a:xfrm>
          <a:prstGeom prst="rect">
            <a:avLst/>
          </a:prstGeom>
          <a:solidFill>
            <a:srgbClr val="0D1B2A"/>
          </a:solidFill>
          <a:ln/>
        </p:spPr>
      </p:sp>
      <p:sp>
        <p:nvSpPr>
          <p:cNvPr id="37" name="Text 34"/>
          <p:cNvSpPr/>
          <p:nvPr/>
        </p:nvSpPr>
        <p:spPr>
          <a:xfrm>
            <a:off x="822960" y="4617720"/>
            <a:ext cx="74980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10 Month </a:t>
            </a:r>
            <a:r>
              <a:rPr lang="en-US" sz="1000" dirty="0">
                <a:solidFill>
                  <a:srgbClr val="CBD5E1"/>
                </a:solidFill>
                <a:latin typeface="Calibri" pitchFamily="34" charset="0"/>
                <a:ea typeface="Calibri" pitchFamily="34" charset="-122"/>
                <a:cs typeface="Calibri" pitchFamily="34" charset="-120"/>
              </a:rPr>
              <a:t>P</a:t>
            </a: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lan: Foundations (1 mo) →  Pilot Domain (3 mo) →  Domain Expansion (</a:t>
            </a:r>
            <a:r>
              <a:rPr lang="en-US" sz="1000" dirty="0">
                <a:solidFill>
                  <a:srgbClr val="CBD5E1"/>
                </a:solidFill>
                <a:latin typeface="Calibri" pitchFamily="34" charset="0"/>
                <a:ea typeface="Calibri" pitchFamily="34" charset="-122"/>
                <a:cs typeface="Calibri" pitchFamily="34" charset="-120"/>
              </a:rPr>
              <a:t>3</a:t>
            </a: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 mo) →  Enterprise Integration (3 mo)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A0F1E"/>
        </a:solidFill>
        <a:effectLst/>
      </p:bgPr>
    </p:bg>
    <p:spTree>
      <p:nvGrpSpPr>
        <p:cNvPr id="1" name="">
          <a:extLst>
            <a:ext uri="{FF2B5EF4-FFF2-40B4-BE49-F238E27FC236}">
              <a16:creationId xmlns:a16="http://schemas.microsoft.com/office/drawing/2014/main" id="{D79FB7BF-67FB-91CF-ED95-EE4D37C42088}"/>
            </a:ext>
          </a:extLst>
        </p:cNvPr>
        <p:cNvGrpSpPr/>
        <p:nvPr/>
      </p:nvGrpSpPr>
      <p:grpSpPr>
        <a:xfrm>
          <a:off x="0" y="0"/>
          <a:ext cx="0" cy="0"/>
          <a:chOff x="0" y="0"/>
          <a:chExt cx="0" cy="0"/>
        </a:xfrm>
      </p:grpSpPr>
      <p:sp>
        <p:nvSpPr>
          <p:cNvPr id="36" name="Rectangle: Rounded Corners 35">
            <a:extLst>
              <a:ext uri="{FF2B5EF4-FFF2-40B4-BE49-F238E27FC236}">
                <a16:creationId xmlns:a16="http://schemas.microsoft.com/office/drawing/2014/main" id="{AE6A9C78-DF77-93C6-2F74-0B3A0FA0E913}"/>
              </a:ext>
            </a:extLst>
          </p:cNvPr>
          <p:cNvSpPr/>
          <p:nvPr/>
        </p:nvSpPr>
        <p:spPr>
          <a:xfrm>
            <a:off x="706374" y="3648456"/>
            <a:ext cx="7700759" cy="637794"/>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defTabSz="342900"/>
            <a:r>
              <a:rPr lang="en-US" sz="1350" dirty="0">
                <a:solidFill>
                  <a:prstClr val="black"/>
                </a:solidFill>
                <a:latin typeface="Calibri"/>
              </a:rPr>
              <a:t>AI-NATIVE Functions &amp; Work Group Oversight/OS (23 Agents)</a:t>
            </a:r>
            <a:endParaRPr lang="LID4096" sz="1350" dirty="0">
              <a:solidFill>
                <a:prstClr val="black"/>
              </a:solidFill>
              <a:latin typeface="Calibri"/>
            </a:endParaRPr>
          </a:p>
        </p:txBody>
      </p:sp>
      <p:sp>
        <p:nvSpPr>
          <p:cNvPr id="37" name="Rectangle: Rounded Corners 36">
            <a:extLst>
              <a:ext uri="{FF2B5EF4-FFF2-40B4-BE49-F238E27FC236}">
                <a16:creationId xmlns:a16="http://schemas.microsoft.com/office/drawing/2014/main" id="{1A864A26-D9B8-ED7A-3973-3826AE6474A8}"/>
              </a:ext>
            </a:extLst>
          </p:cNvPr>
          <p:cNvSpPr/>
          <p:nvPr/>
        </p:nvSpPr>
        <p:spPr>
          <a:xfrm>
            <a:off x="227089" y="4419981"/>
            <a:ext cx="8722601" cy="637794"/>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defTabSz="342900"/>
            <a:r>
              <a:rPr lang="en-US" sz="1350" dirty="0">
                <a:solidFill>
                  <a:prstClr val="black"/>
                </a:solidFill>
                <a:latin typeface="Calibri"/>
              </a:rPr>
              <a:t>Corporate Functions &amp; Operations Agent Work Groups (39 Agents)</a:t>
            </a:r>
            <a:endParaRPr lang="LID4096" sz="1350" dirty="0">
              <a:solidFill>
                <a:prstClr val="black"/>
              </a:solidFill>
              <a:latin typeface="Calibri"/>
            </a:endParaRPr>
          </a:p>
        </p:txBody>
      </p:sp>
      <p:sp>
        <p:nvSpPr>
          <p:cNvPr id="38" name="Rectangle 37">
            <a:extLst>
              <a:ext uri="{FF2B5EF4-FFF2-40B4-BE49-F238E27FC236}">
                <a16:creationId xmlns:a16="http://schemas.microsoft.com/office/drawing/2014/main" id="{614F7B44-6209-5E18-5414-04C9683357B8}"/>
              </a:ext>
            </a:extLst>
          </p:cNvPr>
          <p:cNvSpPr/>
          <p:nvPr/>
        </p:nvSpPr>
        <p:spPr>
          <a:xfrm>
            <a:off x="283506"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Financial Stewardship</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39" name="Rectangle 38">
            <a:extLst>
              <a:ext uri="{FF2B5EF4-FFF2-40B4-BE49-F238E27FC236}">
                <a16:creationId xmlns:a16="http://schemas.microsoft.com/office/drawing/2014/main" id="{79D2FE25-ABDD-8C4D-BB64-D4CF1F6C5EFE}"/>
              </a:ext>
            </a:extLst>
          </p:cNvPr>
          <p:cNvSpPr/>
          <p:nvPr/>
        </p:nvSpPr>
        <p:spPr>
          <a:xfrm>
            <a:off x="1242574"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Legal, Regulatory Authority</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0" name="Rectangle 39">
            <a:extLst>
              <a:ext uri="{FF2B5EF4-FFF2-40B4-BE49-F238E27FC236}">
                <a16:creationId xmlns:a16="http://schemas.microsoft.com/office/drawing/2014/main" id="{521856B2-2EF0-F2D5-BD33-D552A4132773}"/>
              </a:ext>
            </a:extLst>
          </p:cNvPr>
          <p:cNvSpPr/>
          <p:nvPr/>
        </p:nvSpPr>
        <p:spPr>
          <a:xfrm>
            <a:off x="2201643"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Risk &amp; Liability</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1" name="Rectangle 40">
            <a:extLst>
              <a:ext uri="{FF2B5EF4-FFF2-40B4-BE49-F238E27FC236}">
                <a16:creationId xmlns:a16="http://schemas.microsoft.com/office/drawing/2014/main" id="{D4265180-91B9-A227-50FF-4AA21977DAAC}"/>
              </a:ext>
            </a:extLst>
          </p:cNvPr>
          <p:cNvSpPr/>
          <p:nvPr/>
        </p:nvSpPr>
        <p:spPr>
          <a:xfrm>
            <a:off x="3160711"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Market &amp; External</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2" name="Rectangle 41">
            <a:extLst>
              <a:ext uri="{FF2B5EF4-FFF2-40B4-BE49-F238E27FC236}">
                <a16:creationId xmlns:a16="http://schemas.microsoft.com/office/drawing/2014/main" id="{F7F186C5-6D68-9A4F-52B3-1389B40A017A}"/>
              </a:ext>
            </a:extLst>
          </p:cNvPr>
          <p:cNvSpPr/>
          <p:nvPr/>
        </p:nvSpPr>
        <p:spPr>
          <a:xfrm>
            <a:off x="4119781"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Objective Strategy</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3" name="Rectangle 42">
            <a:extLst>
              <a:ext uri="{FF2B5EF4-FFF2-40B4-BE49-F238E27FC236}">
                <a16:creationId xmlns:a16="http://schemas.microsoft.com/office/drawing/2014/main" id="{6AA83267-004F-925E-D248-63666DD7E919}"/>
              </a:ext>
            </a:extLst>
          </p:cNvPr>
          <p:cNvSpPr/>
          <p:nvPr/>
        </p:nvSpPr>
        <p:spPr>
          <a:xfrm>
            <a:off x="5078850"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Continuity &amp; Resilience</a:t>
            </a:r>
          </a:p>
        </p:txBody>
      </p:sp>
      <p:sp>
        <p:nvSpPr>
          <p:cNvPr id="44" name="Rectangle 43">
            <a:extLst>
              <a:ext uri="{FF2B5EF4-FFF2-40B4-BE49-F238E27FC236}">
                <a16:creationId xmlns:a16="http://schemas.microsoft.com/office/drawing/2014/main" id="{AE2CBCA5-22E5-8996-81D4-2B83774F3CBA}"/>
              </a:ext>
            </a:extLst>
          </p:cNvPr>
          <p:cNvSpPr/>
          <p:nvPr/>
        </p:nvSpPr>
        <p:spPr>
          <a:xfrm>
            <a:off x="6037918"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Security &amp; Trust</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5" name="Rectangle 44">
            <a:extLst>
              <a:ext uri="{FF2B5EF4-FFF2-40B4-BE49-F238E27FC236}">
                <a16:creationId xmlns:a16="http://schemas.microsoft.com/office/drawing/2014/main" id="{7664C8A3-F874-F1FF-173D-48AF1FC97185}"/>
              </a:ext>
            </a:extLst>
          </p:cNvPr>
          <p:cNvSpPr/>
          <p:nvPr/>
        </p:nvSpPr>
        <p:spPr>
          <a:xfrm>
            <a:off x="6996987"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Products &amp; Support</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6" name="Rectangle 45">
            <a:extLst>
              <a:ext uri="{FF2B5EF4-FFF2-40B4-BE49-F238E27FC236}">
                <a16:creationId xmlns:a16="http://schemas.microsoft.com/office/drawing/2014/main" id="{F781A333-80AE-3332-D6AE-323EB8E59D42}"/>
              </a:ext>
            </a:extLst>
          </p:cNvPr>
          <p:cNvSpPr/>
          <p:nvPr/>
        </p:nvSpPr>
        <p:spPr>
          <a:xfrm>
            <a:off x="734581" y="3717036"/>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Autonomy Governance</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7" name="Rectangle 46">
            <a:extLst>
              <a:ext uri="{FF2B5EF4-FFF2-40B4-BE49-F238E27FC236}">
                <a16:creationId xmlns:a16="http://schemas.microsoft.com/office/drawing/2014/main" id="{A6983891-0F6F-4619-8838-88BAC77363E2}"/>
              </a:ext>
            </a:extLst>
          </p:cNvPr>
          <p:cNvSpPr/>
          <p:nvPr/>
        </p:nvSpPr>
        <p:spPr>
          <a:xfrm>
            <a:off x="1693650" y="3717036"/>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Audit &amp; Evidence</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8" name="Rectangle 47">
            <a:extLst>
              <a:ext uri="{FF2B5EF4-FFF2-40B4-BE49-F238E27FC236}">
                <a16:creationId xmlns:a16="http://schemas.microsoft.com/office/drawing/2014/main" id="{7AFD6927-9721-99B8-895C-3F16B68CAC16}"/>
              </a:ext>
            </a:extLst>
          </p:cNvPr>
          <p:cNvSpPr/>
          <p:nvPr/>
        </p:nvSpPr>
        <p:spPr>
          <a:xfrm>
            <a:off x="2652720" y="3717036"/>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Ethics &amp; Risk OS</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49" name="Rectangle 48">
            <a:extLst>
              <a:ext uri="{FF2B5EF4-FFF2-40B4-BE49-F238E27FC236}">
                <a16:creationId xmlns:a16="http://schemas.microsoft.com/office/drawing/2014/main" id="{B188F367-119A-4C00-8F3F-CC861307834A}"/>
              </a:ext>
            </a:extLst>
          </p:cNvPr>
          <p:cNvSpPr/>
          <p:nvPr/>
        </p:nvSpPr>
        <p:spPr>
          <a:xfrm>
            <a:off x="3611788" y="3717036"/>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Model, Data Lifecycle</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0" name="Rectangle 49">
            <a:extLst>
              <a:ext uri="{FF2B5EF4-FFF2-40B4-BE49-F238E27FC236}">
                <a16:creationId xmlns:a16="http://schemas.microsoft.com/office/drawing/2014/main" id="{6B041235-E55E-491F-3331-670463EB9082}"/>
              </a:ext>
            </a:extLst>
          </p:cNvPr>
          <p:cNvSpPr/>
          <p:nvPr/>
        </p:nvSpPr>
        <p:spPr>
          <a:xfrm>
            <a:off x="4570857" y="3717036"/>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Innovate &amp; Create</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1" name="Rectangle 50">
            <a:extLst>
              <a:ext uri="{FF2B5EF4-FFF2-40B4-BE49-F238E27FC236}">
                <a16:creationId xmlns:a16="http://schemas.microsoft.com/office/drawing/2014/main" id="{E4BAB28B-E459-B7D3-CE3B-4E7A91722B10}"/>
              </a:ext>
            </a:extLst>
          </p:cNvPr>
          <p:cNvSpPr/>
          <p:nvPr/>
        </p:nvSpPr>
        <p:spPr>
          <a:xfrm>
            <a:off x="5529925" y="3717036"/>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CORE Graphs</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2" name="Rectangle 51">
            <a:extLst>
              <a:ext uri="{FF2B5EF4-FFF2-40B4-BE49-F238E27FC236}">
                <a16:creationId xmlns:a16="http://schemas.microsoft.com/office/drawing/2014/main" id="{3BDD7230-45D3-7A80-A5B3-F8A5BA9CE924}"/>
              </a:ext>
            </a:extLst>
          </p:cNvPr>
          <p:cNvSpPr/>
          <p:nvPr/>
        </p:nvSpPr>
        <p:spPr>
          <a:xfrm>
            <a:off x="6488994" y="3717036"/>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Stakeholder &amp; Market</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3" name="Rectangle 52">
            <a:extLst>
              <a:ext uri="{FF2B5EF4-FFF2-40B4-BE49-F238E27FC236}">
                <a16:creationId xmlns:a16="http://schemas.microsoft.com/office/drawing/2014/main" id="{8D86FF2F-6FB6-A554-9B38-93662015F76F}"/>
              </a:ext>
            </a:extLst>
          </p:cNvPr>
          <p:cNvSpPr/>
          <p:nvPr/>
        </p:nvSpPr>
        <p:spPr>
          <a:xfrm>
            <a:off x="7448062" y="3717036"/>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Corporate Governance OS</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4" name="Rectangle: Rounded Corners 53">
            <a:extLst>
              <a:ext uri="{FF2B5EF4-FFF2-40B4-BE49-F238E27FC236}">
                <a16:creationId xmlns:a16="http://schemas.microsoft.com/office/drawing/2014/main" id="{167EEC4E-C733-6F0A-D64F-214C6714EF5C}"/>
              </a:ext>
            </a:extLst>
          </p:cNvPr>
          <p:cNvSpPr/>
          <p:nvPr/>
        </p:nvSpPr>
        <p:spPr>
          <a:xfrm>
            <a:off x="1879092" y="2876931"/>
            <a:ext cx="5113007" cy="637794"/>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defTabSz="342900"/>
            <a:r>
              <a:rPr lang="en-US" sz="1350" dirty="0">
                <a:solidFill>
                  <a:prstClr val="black"/>
                </a:solidFill>
                <a:latin typeface="Calibri"/>
              </a:rPr>
              <a:t>Governor - Domain Governance </a:t>
            </a:r>
            <a:endParaRPr lang="LID4096" sz="1350" dirty="0">
              <a:solidFill>
                <a:prstClr val="black"/>
              </a:solidFill>
              <a:latin typeface="Calibri"/>
            </a:endParaRPr>
          </a:p>
        </p:txBody>
      </p:sp>
      <p:sp>
        <p:nvSpPr>
          <p:cNvPr id="55" name="Rectangle: Rounded Corners 54">
            <a:extLst>
              <a:ext uri="{FF2B5EF4-FFF2-40B4-BE49-F238E27FC236}">
                <a16:creationId xmlns:a16="http://schemas.microsoft.com/office/drawing/2014/main" id="{87256959-29CE-7DC4-E7EE-A7CE94AB9476}"/>
              </a:ext>
            </a:extLst>
          </p:cNvPr>
          <p:cNvSpPr/>
          <p:nvPr/>
        </p:nvSpPr>
        <p:spPr>
          <a:xfrm>
            <a:off x="2359152" y="2105406"/>
            <a:ext cx="4129842" cy="637794"/>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defTabSz="342900"/>
            <a:r>
              <a:rPr lang="en-US" sz="1350" dirty="0">
                <a:solidFill>
                  <a:prstClr val="black"/>
                </a:solidFill>
                <a:latin typeface="Calibri"/>
              </a:rPr>
              <a:t>Orchestration &amp; Oversight </a:t>
            </a:r>
            <a:endParaRPr lang="LID4096" sz="1350" dirty="0">
              <a:solidFill>
                <a:prstClr val="black"/>
              </a:solidFill>
              <a:latin typeface="Calibri"/>
            </a:endParaRPr>
          </a:p>
        </p:txBody>
      </p:sp>
      <p:sp>
        <p:nvSpPr>
          <p:cNvPr id="56" name="Rectangle: Rounded Corners 55">
            <a:extLst>
              <a:ext uri="{FF2B5EF4-FFF2-40B4-BE49-F238E27FC236}">
                <a16:creationId xmlns:a16="http://schemas.microsoft.com/office/drawing/2014/main" id="{2F2995D6-2533-A83B-D1D1-2B9EC3FCB9BE}"/>
              </a:ext>
            </a:extLst>
          </p:cNvPr>
          <p:cNvSpPr/>
          <p:nvPr/>
        </p:nvSpPr>
        <p:spPr>
          <a:xfrm>
            <a:off x="2534647" y="1344168"/>
            <a:ext cx="3779861" cy="637794"/>
          </a:xfrm>
          <a:prstGeom prst="round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defTabSz="342900"/>
            <a:r>
              <a:rPr lang="en-US" sz="1350" dirty="0">
                <a:solidFill>
                  <a:prstClr val="black"/>
                </a:solidFill>
                <a:latin typeface="Calibri"/>
              </a:rPr>
              <a:t>Intent to Action Agents – Human Interface</a:t>
            </a:r>
            <a:endParaRPr lang="LID4096" sz="1350" dirty="0">
              <a:solidFill>
                <a:prstClr val="black"/>
              </a:solidFill>
              <a:latin typeface="Calibri"/>
            </a:endParaRPr>
          </a:p>
        </p:txBody>
      </p:sp>
      <p:sp>
        <p:nvSpPr>
          <p:cNvPr id="57" name="Rectangle 56">
            <a:extLst>
              <a:ext uri="{FF2B5EF4-FFF2-40B4-BE49-F238E27FC236}">
                <a16:creationId xmlns:a16="http://schemas.microsoft.com/office/drawing/2014/main" id="{1032DB8F-6BE5-4FB6-3AAE-B21B0F9A9014}"/>
              </a:ext>
            </a:extLst>
          </p:cNvPr>
          <p:cNvSpPr/>
          <p:nvPr/>
        </p:nvSpPr>
        <p:spPr>
          <a:xfrm>
            <a:off x="2083321" y="2906078"/>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Financial Governance</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8" name="Rectangle 57">
            <a:extLst>
              <a:ext uri="{FF2B5EF4-FFF2-40B4-BE49-F238E27FC236}">
                <a16:creationId xmlns:a16="http://schemas.microsoft.com/office/drawing/2014/main" id="{954F7D1B-C51B-2A2B-B75B-9EF2F473E7A5}"/>
              </a:ext>
            </a:extLst>
          </p:cNvPr>
          <p:cNvSpPr/>
          <p:nvPr/>
        </p:nvSpPr>
        <p:spPr>
          <a:xfrm>
            <a:off x="3042389" y="2906078"/>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Legal &amp; Compliance</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59" name="Rectangle 58">
            <a:extLst>
              <a:ext uri="{FF2B5EF4-FFF2-40B4-BE49-F238E27FC236}">
                <a16:creationId xmlns:a16="http://schemas.microsoft.com/office/drawing/2014/main" id="{745C0989-B338-2A01-52C2-224A6A70FC9D}"/>
              </a:ext>
            </a:extLst>
          </p:cNvPr>
          <p:cNvSpPr/>
          <p:nvPr/>
        </p:nvSpPr>
        <p:spPr>
          <a:xfrm>
            <a:off x="4001459" y="2906078"/>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Enterprise Risk</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0" name="Rectangle 59">
            <a:extLst>
              <a:ext uri="{FF2B5EF4-FFF2-40B4-BE49-F238E27FC236}">
                <a16:creationId xmlns:a16="http://schemas.microsoft.com/office/drawing/2014/main" id="{DBBC9D2C-3942-9422-88C8-D60E7C03BFD4}"/>
              </a:ext>
            </a:extLst>
          </p:cNvPr>
          <p:cNvSpPr/>
          <p:nvPr/>
        </p:nvSpPr>
        <p:spPr>
          <a:xfrm>
            <a:off x="4960528" y="2906078"/>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Market &amp; Ecosystem</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1" name="Rectangle 60">
            <a:extLst>
              <a:ext uri="{FF2B5EF4-FFF2-40B4-BE49-F238E27FC236}">
                <a16:creationId xmlns:a16="http://schemas.microsoft.com/office/drawing/2014/main" id="{60896CCA-0D6E-8E0B-B7FC-8BB16C2B436F}"/>
              </a:ext>
            </a:extLst>
          </p:cNvPr>
          <p:cNvSpPr/>
          <p:nvPr/>
        </p:nvSpPr>
        <p:spPr>
          <a:xfrm>
            <a:off x="5919596" y="2906078"/>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Enterprise Strategy</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2" name="Rectangle 61">
            <a:extLst>
              <a:ext uri="{FF2B5EF4-FFF2-40B4-BE49-F238E27FC236}">
                <a16:creationId xmlns:a16="http://schemas.microsoft.com/office/drawing/2014/main" id="{4E2D0874-8B77-5C99-E0A0-C58D240C5BEA}"/>
              </a:ext>
            </a:extLst>
          </p:cNvPr>
          <p:cNvSpPr/>
          <p:nvPr/>
        </p:nvSpPr>
        <p:spPr>
          <a:xfrm>
            <a:off x="7955806" y="4481703"/>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Corporate Govern</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3" name="Rectangle 62">
            <a:extLst>
              <a:ext uri="{FF2B5EF4-FFF2-40B4-BE49-F238E27FC236}">
                <a16:creationId xmlns:a16="http://schemas.microsoft.com/office/drawing/2014/main" id="{41BF1C1C-0408-C157-7401-C1C576930A70}"/>
              </a:ext>
            </a:extLst>
          </p:cNvPr>
          <p:cNvSpPr/>
          <p:nvPr/>
        </p:nvSpPr>
        <p:spPr>
          <a:xfrm>
            <a:off x="2534647" y="2125980"/>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Global Orchestration</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4" name="Rectangle 63">
            <a:extLst>
              <a:ext uri="{FF2B5EF4-FFF2-40B4-BE49-F238E27FC236}">
                <a16:creationId xmlns:a16="http://schemas.microsoft.com/office/drawing/2014/main" id="{627314EA-8743-C770-DA5D-7215FA6DD90B}"/>
              </a:ext>
            </a:extLst>
          </p:cNvPr>
          <p:cNvSpPr/>
          <p:nvPr/>
        </p:nvSpPr>
        <p:spPr>
          <a:xfrm>
            <a:off x="3493716" y="2125980"/>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Policy Enforcement</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5" name="Rectangle 64">
            <a:extLst>
              <a:ext uri="{FF2B5EF4-FFF2-40B4-BE49-F238E27FC236}">
                <a16:creationId xmlns:a16="http://schemas.microsoft.com/office/drawing/2014/main" id="{191AFF1E-6669-8DBE-E332-75C0183B971A}"/>
              </a:ext>
            </a:extLst>
          </p:cNvPr>
          <p:cNvSpPr/>
          <p:nvPr/>
        </p:nvSpPr>
        <p:spPr>
          <a:xfrm>
            <a:off x="4452786" y="2125980"/>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Exception &amp; Escalation</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6" name="Rectangle 65">
            <a:extLst>
              <a:ext uri="{FF2B5EF4-FFF2-40B4-BE49-F238E27FC236}">
                <a16:creationId xmlns:a16="http://schemas.microsoft.com/office/drawing/2014/main" id="{6D71D3CA-759B-B354-A3C6-CA0BEBA793DD}"/>
              </a:ext>
            </a:extLst>
          </p:cNvPr>
          <p:cNvSpPr/>
          <p:nvPr/>
        </p:nvSpPr>
        <p:spPr>
          <a:xfrm>
            <a:off x="5411854" y="2125980"/>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Evidence-First Execution Orch</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7" name="Rectangle 66">
            <a:extLst>
              <a:ext uri="{FF2B5EF4-FFF2-40B4-BE49-F238E27FC236}">
                <a16:creationId xmlns:a16="http://schemas.microsoft.com/office/drawing/2014/main" id="{07C9DCD7-3137-4FF6-CEC2-7B566044E77D}"/>
              </a:ext>
            </a:extLst>
          </p:cNvPr>
          <p:cNvSpPr/>
          <p:nvPr/>
        </p:nvSpPr>
        <p:spPr>
          <a:xfrm>
            <a:off x="3042389" y="1401890"/>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Intent Interpretation</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8" name="Rectangle 67">
            <a:extLst>
              <a:ext uri="{FF2B5EF4-FFF2-40B4-BE49-F238E27FC236}">
                <a16:creationId xmlns:a16="http://schemas.microsoft.com/office/drawing/2014/main" id="{31C1A3CE-D84B-222D-D017-413BA09C1B5D}"/>
              </a:ext>
            </a:extLst>
          </p:cNvPr>
          <p:cNvSpPr/>
          <p:nvPr/>
        </p:nvSpPr>
        <p:spPr>
          <a:xfrm>
            <a:off x="4001458" y="1401890"/>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Trust Gateway</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sp>
        <p:nvSpPr>
          <p:cNvPr id="69" name="Rectangle 68">
            <a:extLst>
              <a:ext uri="{FF2B5EF4-FFF2-40B4-BE49-F238E27FC236}">
                <a16:creationId xmlns:a16="http://schemas.microsoft.com/office/drawing/2014/main" id="{84084462-F481-7B96-A8DF-3F2255126094}"/>
              </a:ext>
            </a:extLst>
          </p:cNvPr>
          <p:cNvSpPr/>
          <p:nvPr/>
        </p:nvSpPr>
        <p:spPr>
          <a:xfrm>
            <a:off x="4960528" y="1401890"/>
            <a:ext cx="902654" cy="30175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750" dirty="0">
                <a:solidFill>
                  <a:prstClr val="white"/>
                </a:solidFill>
                <a:latin typeface="Tahoma" panose="020B0604030504040204" pitchFamily="34" charset="0"/>
                <a:ea typeface="Tahoma" panose="020B0604030504040204" pitchFamily="34" charset="0"/>
                <a:cs typeface="Tahoma" panose="020B0604030504040204" pitchFamily="34" charset="0"/>
              </a:rPr>
              <a:t>Explain-Back</a:t>
            </a:r>
            <a:endParaRPr lang="LID4096" sz="750" dirty="0">
              <a:solidFill>
                <a:prstClr val="white"/>
              </a:solidFill>
              <a:latin typeface="Tahoma" panose="020B0604030504040204" pitchFamily="34" charset="0"/>
              <a:ea typeface="Tahoma" panose="020B0604030504040204" pitchFamily="34" charset="0"/>
              <a:cs typeface="Tahoma" panose="020B0604030504040204" pitchFamily="34" charset="0"/>
            </a:endParaRPr>
          </a:p>
        </p:txBody>
      </p:sp>
      <p:pic>
        <p:nvPicPr>
          <p:cNvPr id="70" name="Picture 69">
            <a:extLst>
              <a:ext uri="{FF2B5EF4-FFF2-40B4-BE49-F238E27FC236}">
                <a16:creationId xmlns:a16="http://schemas.microsoft.com/office/drawing/2014/main" id="{1D874419-7BC6-18EF-00FF-997DEFD000A1}"/>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3820877" y="469202"/>
            <a:ext cx="1277148" cy="848106"/>
          </a:xfrm>
          <a:prstGeom prst="rect">
            <a:avLst/>
          </a:prstGeom>
        </p:spPr>
      </p:pic>
      <p:sp>
        <p:nvSpPr>
          <p:cNvPr id="71" name="Oval 70">
            <a:extLst>
              <a:ext uri="{FF2B5EF4-FFF2-40B4-BE49-F238E27FC236}">
                <a16:creationId xmlns:a16="http://schemas.microsoft.com/office/drawing/2014/main" id="{55D09D93-CCEC-E80D-5B46-340ED104653A}"/>
              </a:ext>
            </a:extLst>
          </p:cNvPr>
          <p:cNvSpPr/>
          <p:nvPr/>
        </p:nvSpPr>
        <p:spPr>
          <a:xfrm>
            <a:off x="3945043" y="58865"/>
            <a:ext cx="1028817" cy="4103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1200" dirty="0">
                <a:solidFill>
                  <a:prstClr val="white"/>
                </a:solidFill>
                <a:latin typeface="Calibri"/>
              </a:rPr>
              <a:t>CEO</a:t>
            </a:r>
          </a:p>
          <a:p>
            <a:pPr algn="ctr" defTabSz="342900"/>
            <a:r>
              <a:rPr lang="en-US" sz="1200" dirty="0">
                <a:solidFill>
                  <a:prstClr val="white"/>
                </a:solidFill>
                <a:latin typeface="Calibri"/>
              </a:rPr>
              <a:t>Director</a:t>
            </a:r>
            <a:endParaRPr lang="LID4096" sz="1200" dirty="0">
              <a:solidFill>
                <a:prstClr val="white"/>
              </a:solidFill>
              <a:latin typeface="Calibri"/>
            </a:endParaRPr>
          </a:p>
        </p:txBody>
      </p:sp>
      <p:sp>
        <p:nvSpPr>
          <p:cNvPr id="72" name="Oval 71">
            <a:extLst>
              <a:ext uri="{FF2B5EF4-FFF2-40B4-BE49-F238E27FC236}">
                <a16:creationId xmlns:a16="http://schemas.microsoft.com/office/drawing/2014/main" id="{ECAB405D-1991-C7CC-4282-7F839983EB00}"/>
              </a:ext>
            </a:extLst>
          </p:cNvPr>
          <p:cNvSpPr/>
          <p:nvPr/>
        </p:nvSpPr>
        <p:spPr>
          <a:xfrm>
            <a:off x="2845477" y="556070"/>
            <a:ext cx="1028817" cy="4103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1200" dirty="0">
                <a:solidFill>
                  <a:prstClr val="white"/>
                </a:solidFill>
                <a:latin typeface="Calibri"/>
              </a:rPr>
              <a:t>Legal</a:t>
            </a:r>
          </a:p>
          <a:p>
            <a:pPr algn="ctr" defTabSz="342900"/>
            <a:r>
              <a:rPr lang="en-US" sz="1200" dirty="0">
                <a:solidFill>
                  <a:prstClr val="white"/>
                </a:solidFill>
                <a:latin typeface="Calibri"/>
              </a:rPr>
              <a:t>Director</a:t>
            </a:r>
            <a:endParaRPr lang="LID4096" sz="1200" dirty="0">
              <a:solidFill>
                <a:prstClr val="white"/>
              </a:solidFill>
              <a:latin typeface="Calibri"/>
            </a:endParaRPr>
          </a:p>
        </p:txBody>
      </p:sp>
      <p:sp>
        <p:nvSpPr>
          <p:cNvPr id="73" name="Oval 72">
            <a:extLst>
              <a:ext uri="{FF2B5EF4-FFF2-40B4-BE49-F238E27FC236}">
                <a16:creationId xmlns:a16="http://schemas.microsoft.com/office/drawing/2014/main" id="{ED9689DC-40AE-0CFC-695D-C244EB40EEBE}"/>
              </a:ext>
            </a:extLst>
          </p:cNvPr>
          <p:cNvSpPr/>
          <p:nvPr/>
        </p:nvSpPr>
        <p:spPr>
          <a:xfrm>
            <a:off x="5078850" y="556355"/>
            <a:ext cx="1028817" cy="4103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1200" dirty="0">
                <a:solidFill>
                  <a:prstClr val="white"/>
                </a:solidFill>
                <a:latin typeface="Calibri"/>
              </a:rPr>
              <a:t>Market</a:t>
            </a:r>
          </a:p>
          <a:p>
            <a:pPr algn="ctr" defTabSz="342900"/>
            <a:r>
              <a:rPr lang="en-US" sz="1200" dirty="0">
                <a:solidFill>
                  <a:prstClr val="white"/>
                </a:solidFill>
                <a:latin typeface="Calibri"/>
              </a:rPr>
              <a:t>Director</a:t>
            </a:r>
            <a:endParaRPr lang="LID4096" sz="1200" dirty="0">
              <a:solidFill>
                <a:prstClr val="white"/>
              </a:solidFill>
              <a:latin typeface="Calibri"/>
            </a:endParaRPr>
          </a:p>
        </p:txBody>
      </p:sp>
      <p:sp>
        <p:nvSpPr>
          <p:cNvPr id="74" name="Oval 73">
            <a:extLst>
              <a:ext uri="{FF2B5EF4-FFF2-40B4-BE49-F238E27FC236}">
                <a16:creationId xmlns:a16="http://schemas.microsoft.com/office/drawing/2014/main" id="{6A7E62FC-A8D3-5154-140C-D23EEF162F4E}"/>
              </a:ext>
            </a:extLst>
          </p:cNvPr>
          <p:cNvSpPr/>
          <p:nvPr/>
        </p:nvSpPr>
        <p:spPr>
          <a:xfrm>
            <a:off x="1809044" y="556070"/>
            <a:ext cx="1028817" cy="4103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1200" dirty="0">
                <a:solidFill>
                  <a:prstClr val="white"/>
                </a:solidFill>
                <a:latin typeface="Calibri"/>
              </a:rPr>
              <a:t>CFO</a:t>
            </a:r>
          </a:p>
          <a:p>
            <a:pPr algn="ctr" defTabSz="342900"/>
            <a:r>
              <a:rPr lang="en-US" sz="1200" dirty="0">
                <a:solidFill>
                  <a:prstClr val="white"/>
                </a:solidFill>
                <a:latin typeface="Calibri"/>
              </a:rPr>
              <a:t>Director</a:t>
            </a:r>
            <a:endParaRPr lang="LID4096" sz="1200" dirty="0">
              <a:solidFill>
                <a:prstClr val="white"/>
              </a:solidFill>
              <a:latin typeface="Calibri"/>
            </a:endParaRPr>
          </a:p>
        </p:txBody>
      </p:sp>
      <p:sp>
        <p:nvSpPr>
          <p:cNvPr id="75" name="Oval 74">
            <a:extLst>
              <a:ext uri="{FF2B5EF4-FFF2-40B4-BE49-F238E27FC236}">
                <a16:creationId xmlns:a16="http://schemas.microsoft.com/office/drawing/2014/main" id="{5D394EC3-731A-65C4-1C30-6286BB0ED2DA}"/>
              </a:ext>
            </a:extLst>
          </p:cNvPr>
          <p:cNvSpPr/>
          <p:nvPr/>
        </p:nvSpPr>
        <p:spPr>
          <a:xfrm>
            <a:off x="6107667" y="556070"/>
            <a:ext cx="1028817" cy="4103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1200" dirty="0">
                <a:solidFill>
                  <a:prstClr val="white"/>
                </a:solidFill>
                <a:latin typeface="Calibri"/>
              </a:rPr>
              <a:t>CISO</a:t>
            </a:r>
          </a:p>
          <a:p>
            <a:pPr algn="ctr" defTabSz="342900"/>
            <a:r>
              <a:rPr lang="en-US" sz="1200" dirty="0">
                <a:solidFill>
                  <a:prstClr val="white"/>
                </a:solidFill>
                <a:latin typeface="Calibri"/>
              </a:rPr>
              <a:t>Director</a:t>
            </a:r>
            <a:endParaRPr lang="LID4096" sz="1200" dirty="0">
              <a:solidFill>
                <a:prstClr val="white"/>
              </a:solidFill>
              <a:latin typeface="Calibri"/>
            </a:endParaRPr>
          </a:p>
        </p:txBody>
      </p:sp>
      <p:sp>
        <p:nvSpPr>
          <p:cNvPr id="2" name="Oval 1">
            <a:extLst>
              <a:ext uri="{FF2B5EF4-FFF2-40B4-BE49-F238E27FC236}">
                <a16:creationId xmlns:a16="http://schemas.microsoft.com/office/drawing/2014/main" id="{B8E4014C-03D3-4F5A-8A46-80CF28CB25B4}"/>
              </a:ext>
            </a:extLst>
          </p:cNvPr>
          <p:cNvSpPr/>
          <p:nvPr/>
        </p:nvSpPr>
        <p:spPr>
          <a:xfrm>
            <a:off x="6988352" y="1100138"/>
            <a:ext cx="1028817" cy="4103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800" dirty="0">
                <a:solidFill>
                  <a:prstClr val="white"/>
                </a:solidFill>
                <a:latin typeface="Calibri"/>
              </a:rPr>
              <a:t>Optional</a:t>
            </a:r>
          </a:p>
          <a:p>
            <a:pPr algn="ctr" defTabSz="342900"/>
            <a:r>
              <a:rPr lang="en-US" sz="1200" dirty="0">
                <a:solidFill>
                  <a:prstClr val="white"/>
                </a:solidFill>
                <a:latin typeface="Calibri"/>
              </a:rPr>
              <a:t>CTO</a:t>
            </a:r>
          </a:p>
        </p:txBody>
      </p:sp>
      <p:sp>
        <p:nvSpPr>
          <p:cNvPr id="3" name="Oval 2">
            <a:extLst>
              <a:ext uri="{FF2B5EF4-FFF2-40B4-BE49-F238E27FC236}">
                <a16:creationId xmlns:a16="http://schemas.microsoft.com/office/drawing/2014/main" id="{455FDB59-25AE-9A52-B86A-7FB6C9AB43C4}"/>
              </a:ext>
            </a:extLst>
          </p:cNvPr>
          <p:cNvSpPr/>
          <p:nvPr/>
        </p:nvSpPr>
        <p:spPr>
          <a:xfrm>
            <a:off x="901733" y="991553"/>
            <a:ext cx="1028817" cy="4103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342900"/>
            <a:r>
              <a:rPr lang="en-US" sz="800" dirty="0">
                <a:solidFill>
                  <a:prstClr val="white"/>
                </a:solidFill>
                <a:latin typeface="Calibri"/>
              </a:rPr>
              <a:t>Optional</a:t>
            </a:r>
          </a:p>
          <a:p>
            <a:pPr algn="ctr" defTabSz="342900"/>
            <a:r>
              <a:rPr lang="en-US" sz="1200" dirty="0">
                <a:solidFill>
                  <a:prstClr val="white"/>
                </a:solidFill>
                <a:latin typeface="Calibri"/>
              </a:rPr>
              <a:t>CPO</a:t>
            </a:r>
          </a:p>
        </p:txBody>
      </p:sp>
    </p:spTree>
    <p:extLst>
      <p:ext uri="{BB962C8B-B14F-4D97-AF65-F5344CB8AC3E}">
        <p14:creationId xmlns:p14="http://schemas.microsoft.com/office/powerpoint/2010/main" val="22768428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0B429"/>
          </a:solidFill>
          <a:ln/>
        </p:spPr>
      </p:sp>
      <p:sp>
        <p:nvSpPr>
          <p:cNvPr id="3" name="Text 1"/>
          <p:cNvSpPr/>
          <p:nvPr/>
        </p:nvSpPr>
        <p:spPr>
          <a:xfrm>
            <a:off x="640080" y="731520"/>
            <a:ext cx="7863840"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Georgia" pitchFamily="34" charset="0"/>
                <a:ea typeface="Georgia" pitchFamily="34" charset="-122"/>
                <a:cs typeface="Georgia" pitchFamily="34" charset="-120"/>
              </a:rPr>
              <a:t>The Future Isn’t AI.</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1417320"/>
            <a:ext cx="7863840" cy="8229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0B429"/>
                </a:solidFill>
                <a:effectLst/>
                <a:uLnTx/>
                <a:uFillTx/>
                <a:latin typeface="Georgia" pitchFamily="34" charset="0"/>
                <a:ea typeface="Georgia" pitchFamily="34" charset="-122"/>
                <a:cs typeface="Georgia" pitchFamily="34" charset="-120"/>
              </a:rPr>
              <a:t>It’s ADAM.</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3200400" y="2377440"/>
            <a:ext cx="2743200" cy="0"/>
          </a:xfrm>
          <a:prstGeom prst="line">
            <a:avLst/>
          </a:prstGeom>
          <a:noFill/>
          <a:ln w="25400">
            <a:solidFill>
              <a:srgbClr val="00B4D8"/>
            </a:solidFill>
            <a:prstDash val="solid"/>
          </a:ln>
        </p:spPr>
      </p:sp>
      <p:sp>
        <p:nvSpPr>
          <p:cNvPr id="6" name="Shape 4"/>
          <p:cNvSpPr/>
          <p:nvPr/>
        </p:nvSpPr>
        <p:spPr>
          <a:xfrm>
            <a:off x="640080" y="2606040"/>
            <a:ext cx="2606040" cy="411480"/>
          </a:xfrm>
          <a:prstGeom prst="rect">
            <a:avLst/>
          </a:prstGeom>
          <a:solidFill>
            <a:srgbClr val="1B2838"/>
          </a:solidFill>
          <a:ln/>
        </p:spPr>
      </p:sp>
      <p:sp>
        <p:nvSpPr>
          <p:cNvPr id="7" name="Shape 5"/>
          <p:cNvSpPr/>
          <p:nvPr/>
        </p:nvSpPr>
        <p:spPr>
          <a:xfrm>
            <a:off x="640080" y="2606040"/>
            <a:ext cx="2606040" cy="45720"/>
          </a:xfrm>
          <a:prstGeom prst="rect">
            <a:avLst/>
          </a:prstGeom>
          <a:solidFill>
            <a:srgbClr val="00B4D8"/>
          </a:solidFill>
          <a:ln/>
        </p:spPr>
      </p:sp>
      <p:sp>
        <p:nvSpPr>
          <p:cNvPr id="8" name="Text 6"/>
          <p:cNvSpPr/>
          <p:nvPr/>
        </p:nvSpPr>
        <p:spPr>
          <a:xfrm>
            <a:off x="640080" y="2606040"/>
            <a:ext cx="260604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Humans Define Intent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3474720" y="2606040"/>
            <a:ext cx="2606040" cy="411480"/>
          </a:xfrm>
          <a:prstGeom prst="rect">
            <a:avLst/>
          </a:prstGeom>
          <a:solidFill>
            <a:srgbClr val="1B2838"/>
          </a:solidFill>
          <a:ln/>
        </p:spPr>
      </p:sp>
      <p:sp>
        <p:nvSpPr>
          <p:cNvPr id="10" name="Shape 8"/>
          <p:cNvSpPr/>
          <p:nvPr/>
        </p:nvSpPr>
        <p:spPr>
          <a:xfrm>
            <a:off x="3474720" y="2606040"/>
            <a:ext cx="2606040" cy="45720"/>
          </a:xfrm>
          <a:prstGeom prst="rect">
            <a:avLst/>
          </a:prstGeom>
          <a:solidFill>
            <a:srgbClr val="F0B429"/>
          </a:solidFill>
          <a:ln/>
        </p:spPr>
      </p:sp>
      <p:sp>
        <p:nvSpPr>
          <p:cNvPr id="11" name="Text 9"/>
          <p:cNvSpPr/>
          <p:nvPr/>
        </p:nvSpPr>
        <p:spPr>
          <a:xfrm>
            <a:off x="3474720" y="2606040"/>
            <a:ext cx="260604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Machines Execute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10"/>
          <p:cNvSpPr/>
          <p:nvPr/>
        </p:nvSpPr>
        <p:spPr>
          <a:xfrm>
            <a:off x="6309360" y="2606040"/>
            <a:ext cx="2606040" cy="411480"/>
          </a:xfrm>
          <a:prstGeom prst="rect">
            <a:avLst/>
          </a:prstGeom>
          <a:solidFill>
            <a:srgbClr val="1B2838"/>
          </a:solidFill>
          <a:ln/>
        </p:spPr>
      </p:sp>
      <p:sp>
        <p:nvSpPr>
          <p:cNvPr id="13" name="Shape 11"/>
          <p:cNvSpPr/>
          <p:nvPr/>
        </p:nvSpPr>
        <p:spPr>
          <a:xfrm>
            <a:off x="6309360" y="2606040"/>
            <a:ext cx="2606040" cy="45720"/>
          </a:xfrm>
          <a:prstGeom prst="rect">
            <a:avLst/>
          </a:prstGeom>
          <a:solidFill>
            <a:srgbClr val="10B981"/>
          </a:solidFill>
          <a:ln/>
        </p:spPr>
      </p:sp>
      <p:sp>
        <p:nvSpPr>
          <p:cNvPr id="14" name="Text 12"/>
          <p:cNvSpPr/>
          <p:nvPr/>
        </p:nvSpPr>
        <p:spPr>
          <a:xfrm>
            <a:off x="6309360" y="2606040"/>
            <a:ext cx="260604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Evidence Proves Everything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40080" y="3246120"/>
            <a:ext cx="786384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The ADAM Ecosystem</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4"/>
          <p:cNvSpPr/>
          <p:nvPr/>
        </p:nvSpPr>
        <p:spPr>
          <a:xfrm>
            <a:off x="320040" y="3611880"/>
            <a:ext cx="1572768" cy="731520"/>
          </a:xfrm>
          <a:prstGeom prst="rect">
            <a:avLst/>
          </a:prstGeom>
          <a:solidFill>
            <a:srgbClr val="1B2838"/>
          </a:solidFill>
          <a:ln/>
        </p:spPr>
      </p:sp>
      <p:sp>
        <p:nvSpPr>
          <p:cNvPr id="17" name="Text 15"/>
          <p:cNvSpPr/>
          <p:nvPr/>
        </p:nvSpPr>
        <p:spPr>
          <a:xfrm>
            <a:off x="320040" y="3639312"/>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The Book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320040" y="3977640"/>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Complete blueprint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7"/>
          <p:cNvSpPr/>
          <p:nvPr/>
        </p:nvSpPr>
        <p:spPr>
          <a:xfrm>
            <a:off x="2075688" y="3611880"/>
            <a:ext cx="1572768" cy="731520"/>
          </a:xfrm>
          <a:prstGeom prst="rect">
            <a:avLst/>
          </a:prstGeom>
          <a:solidFill>
            <a:srgbClr val="1B2838"/>
          </a:solidFill>
          <a:ln/>
        </p:spPr>
      </p:sp>
      <p:sp>
        <p:nvSpPr>
          <p:cNvPr id="20" name="Text 18"/>
          <p:cNvSpPr/>
          <p:nvPr/>
        </p:nvSpPr>
        <p:spPr>
          <a:xfrm>
            <a:off x="2075688" y="3639312"/>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DNA Questionnaire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2075688" y="3977640"/>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Configuration interface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20"/>
          <p:cNvSpPr/>
          <p:nvPr/>
        </p:nvSpPr>
        <p:spPr>
          <a:xfrm>
            <a:off x="3831336" y="3611880"/>
            <a:ext cx="1572768" cy="731520"/>
          </a:xfrm>
          <a:prstGeom prst="rect">
            <a:avLst/>
          </a:prstGeom>
          <a:solidFill>
            <a:srgbClr val="1B2838"/>
          </a:solidFill>
          <a:ln/>
        </p:spPr>
      </p:sp>
      <p:sp>
        <p:nvSpPr>
          <p:cNvPr id="23" name="Text 21"/>
          <p:cNvSpPr/>
          <p:nvPr/>
        </p:nvSpPr>
        <p:spPr>
          <a:xfrm>
            <a:off x="3831336" y="3639312"/>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DNA Tool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3831336" y="3977640"/>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AI-powered setup</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5586984" y="3611880"/>
            <a:ext cx="1572768" cy="731520"/>
          </a:xfrm>
          <a:prstGeom prst="rect">
            <a:avLst/>
          </a:prstGeom>
          <a:solidFill>
            <a:srgbClr val="1B2838"/>
          </a:solidFill>
          <a:ln/>
        </p:spPr>
      </p:sp>
      <p:sp>
        <p:nvSpPr>
          <p:cNvPr id="26" name="Text 24"/>
          <p:cNvSpPr/>
          <p:nvPr/>
        </p:nvSpPr>
        <p:spPr>
          <a:xfrm>
            <a:off x="5586984" y="3639312"/>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Deployment Tool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5"/>
          <p:cNvSpPr/>
          <p:nvPr/>
        </p:nvSpPr>
        <p:spPr>
          <a:xfrm>
            <a:off x="5586984" y="3977640"/>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Machine-executable IaC</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6"/>
          <p:cNvSpPr/>
          <p:nvPr/>
        </p:nvSpPr>
        <p:spPr>
          <a:xfrm>
            <a:off x="7342632" y="3611880"/>
            <a:ext cx="1572768" cy="731520"/>
          </a:xfrm>
          <a:prstGeom prst="rect">
            <a:avLst/>
          </a:prstGeom>
          <a:solidFill>
            <a:srgbClr val="1B2838"/>
          </a:solidFill>
          <a:ln/>
        </p:spPr>
      </p:sp>
      <p:sp>
        <p:nvSpPr>
          <p:cNvPr id="29" name="Text 27"/>
          <p:cNvSpPr/>
          <p:nvPr/>
        </p:nvSpPr>
        <p:spPr>
          <a:xfrm>
            <a:off x="7342632" y="3639312"/>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9 Architectures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8"/>
          <p:cNvSpPr/>
          <p:nvPr/>
        </p:nvSpPr>
        <p:spPr>
          <a:xfrm>
            <a:off x="7342632" y="3977640"/>
            <a:ext cx="1572768"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Multi-cloud diagrams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9"/>
          <p:cNvSpPr/>
          <p:nvPr/>
        </p:nvSpPr>
        <p:spPr>
          <a:xfrm>
            <a:off x="640080" y="4572000"/>
            <a:ext cx="786384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ADAM — Autonomy Doctrine &amp; Architecture Model  |  Open Source  |  Global  |  2026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F0B429"/>
          </a:solidFill>
          <a:ln/>
        </p:spPr>
      </p:sp>
      <p:sp>
        <p:nvSpPr>
          <p:cNvPr id="3" name="Text 1"/>
          <p:cNvSpPr/>
          <p:nvPr/>
        </p:nvSpPr>
        <p:spPr>
          <a:xfrm>
            <a:off x="640080" y="137160"/>
            <a:ext cx="786384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0B429"/>
                </a:solidFill>
                <a:effectLst/>
                <a:uLnTx/>
                <a:uFillTx/>
                <a:latin typeface="Georgia" pitchFamily="34" charset="0"/>
                <a:ea typeface="Georgia" pitchFamily="34" charset="-122"/>
                <a:cs typeface="Georgia" pitchFamily="34" charset="-120"/>
              </a:rPr>
              <a:t>Why ADAM as a Global AI Doctrine</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p:cNvSpPr/>
          <p:nvPr/>
        </p:nvSpPr>
        <p:spPr>
          <a:xfrm>
            <a:off x="640080" y="594360"/>
            <a:ext cx="7863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What makes ADAM uniquely positioned as a constitutional model for AI governance worldwide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p:cNvSpPr/>
          <p:nvPr/>
        </p:nvSpPr>
        <p:spPr>
          <a:xfrm>
            <a:off x="640080" y="960120"/>
            <a:ext cx="3794760" cy="1051560"/>
          </a:xfrm>
          <a:prstGeom prst="rect">
            <a:avLst/>
          </a:prstGeom>
          <a:solidFill>
            <a:srgbClr val="1B2838"/>
          </a:solidFill>
          <a:ln/>
        </p:spPr>
      </p:sp>
      <p:sp>
        <p:nvSpPr>
          <p:cNvPr id="6" name="Shape 4"/>
          <p:cNvSpPr/>
          <p:nvPr/>
        </p:nvSpPr>
        <p:spPr>
          <a:xfrm>
            <a:off x="640080" y="960120"/>
            <a:ext cx="54864" cy="1051560"/>
          </a:xfrm>
          <a:prstGeom prst="rect">
            <a:avLst/>
          </a:prstGeom>
          <a:solidFill>
            <a:srgbClr val="00B4D8"/>
          </a:solidFill>
          <a:ln/>
        </p:spPr>
      </p:sp>
      <p:sp>
        <p:nvSpPr>
          <p:cNvPr id="7" name="Text 5"/>
          <p:cNvSpPr/>
          <p:nvPr/>
        </p:nvSpPr>
        <p:spPr>
          <a:xfrm>
            <a:off x="822960" y="1033272"/>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Constitutional, Not Procedural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822960" y="1325880"/>
            <a:ext cx="347472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ADAM encodes WHY decisions are made, not just WHAT to do. Doctrine is a living, versioned artifact that evolves with the enterprise.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7"/>
          <p:cNvSpPr/>
          <p:nvPr/>
        </p:nvSpPr>
        <p:spPr>
          <a:xfrm>
            <a:off x="4754880" y="960120"/>
            <a:ext cx="3794760" cy="1051560"/>
          </a:xfrm>
          <a:prstGeom prst="rect">
            <a:avLst/>
          </a:prstGeom>
          <a:solidFill>
            <a:srgbClr val="1B2838"/>
          </a:solidFill>
          <a:ln/>
        </p:spPr>
      </p:sp>
      <p:sp>
        <p:nvSpPr>
          <p:cNvPr id="10" name="Shape 8"/>
          <p:cNvSpPr/>
          <p:nvPr/>
        </p:nvSpPr>
        <p:spPr>
          <a:xfrm>
            <a:off x="4754880" y="960120"/>
            <a:ext cx="54864" cy="1051560"/>
          </a:xfrm>
          <a:prstGeom prst="rect">
            <a:avLst/>
          </a:prstGeom>
          <a:solidFill>
            <a:srgbClr val="F0B429"/>
          </a:solidFill>
          <a:ln/>
        </p:spPr>
      </p:sp>
      <p:sp>
        <p:nvSpPr>
          <p:cNvPr id="11" name="Text 9"/>
          <p:cNvSpPr/>
          <p:nvPr/>
        </p:nvSpPr>
        <p:spPr>
          <a:xfrm>
            <a:off x="4937760" y="1033272"/>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0B429"/>
                </a:solidFill>
                <a:effectLst/>
                <a:uLnTx/>
                <a:uFillTx/>
                <a:latin typeface="Calibri" pitchFamily="34" charset="0"/>
                <a:ea typeface="Calibri" pitchFamily="34" charset="-122"/>
                <a:cs typeface="Calibri" pitchFamily="34" charset="-120"/>
              </a:rPr>
              <a:t>Sovereignty by Design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4937760" y="1325880"/>
            <a:ext cx="347472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Vendor-neutral, jurisdiction-aware, data-sovereign. 9 reference architectures from hyperscale cloud to fully sovereign on-prem.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1"/>
          <p:cNvSpPr/>
          <p:nvPr/>
        </p:nvSpPr>
        <p:spPr>
          <a:xfrm>
            <a:off x="640080" y="2194560"/>
            <a:ext cx="3794760" cy="1051560"/>
          </a:xfrm>
          <a:prstGeom prst="rect">
            <a:avLst/>
          </a:prstGeom>
          <a:solidFill>
            <a:srgbClr val="1B2838"/>
          </a:solidFill>
          <a:ln/>
        </p:spPr>
      </p:sp>
      <p:sp>
        <p:nvSpPr>
          <p:cNvPr id="14" name="Shape 12"/>
          <p:cNvSpPr/>
          <p:nvPr/>
        </p:nvSpPr>
        <p:spPr>
          <a:xfrm>
            <a:off x="640080" y="2194560"/>
            <a:ext cx="54864" cy="1051560"/>
          </a:xfrm>
          <a:prstGeom prst="rect">
            <a:avLst/>
          </a:prstGeom>
          <a:solidFill>
            <a:srgbClr val="10B981"/>
          </a:solidFill>
          <a:ln/>
        </p:spPr>
      </p:sp>
      <p:sp>
        <p:nvSpPr>
          <p:cNvPr id="15" name="Text 13"/>
          <p:cNvSpPr/>
          <p:nvPr/>
        </p:nvSpPr>
        <p:spPr>
          <a:xfrm>
            <a:off x="822960" y="2267712"/>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0B981"/>
                </a:solidFill>
                <a:effectLst/>
                <a:uLnTx/>
                <a:uFillTx/>
                <a:latin typeface="Calibri" pitchFamily="34" charset="0"/>
                <a:ea typeface="Calibri" pitchFamily="34" charset="-122"/>
                <a:cs typeface="Calibri" pitchFamily="34" charset="-120"/>
              </a:rPr>
              <a:t>Accountability Preserved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822960" y="2560320"/>
            <a:ext cx="347472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Legal responsibility remains attached to identifiable humans through delegation, constraints, and evidence. Not a liability shield.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5"/>
          <p:cNvSpPr/>
          <p:nvPr/>
        </p:nvSpPr>
        <p:spPr>
          <a:xfrm>
            <a:off x="4754880" y="2194560"/>
            <a:ext cx="3794760" cy="1051560"/>
          </a:xfrm>
          <a:prstGeom prst="rect">
            <a:avLst/>
          </a:prstGeom>
          <a:solidFill>
            <a:srgbClr val="1B2838"/>
          </a:solidFill>
          <a:ln/>
        </p:spPr>
      </p:sp>
      <p:sp>
        <p:nvSpPr>
          <p:cNvPr id="18" name="Shape 16"/>
          <p:cNvSpPr/>
          <p:nvPr/>
        </p:nvSpPr>
        <p:spPr>
          <a:xfrm>
            <a:off x="4754880" y="2194560"/>
            <a:ext cx="54864" cy="1051560"/>
          </a:xfrm>
          <a:prstGeom prst="rect">
            <a:avLst/>
          </a:prstGeom>
          <a:solidFill>
            <a:srgbClr val="00B4D8"/>
          </a:solidFill>
          <a:ln/>
        </p:spPr>
      </p:sp>
      <p:sp>
        <p:nvSpPr>
          <p:cNvPr id="19" name="Text 17"/>
          <p:cNvSpPr/>
          <p:nvPr/>
        </p:nvSpPr>
        <p:spPr>
          <a:xfrm>
            <a:off x="4937760" y="2267712"/>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B4D8"/>
                </a:solidFill>
                <a:effectLst/>
                <a:uLnTx/>
                <a:uFillTx/>
                <a:latin typeface="Calibri" pitchFamily="34" charset="0"/>
                <a:ea typeface="Calibri" pitchFamily="34" charset="-122"/>
                <a:cs typeface="Calibri" pitchFamily="34" charset="-120"/>
              </a:rPr>
              <a:t>Framework-Grounded Scoring</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4937760" y="2560320"/>
            <a:ext cx="347472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Every BOSS dimension maps to published, peer-reviewed frameworks. Not proprietary algorithms. Not opinions. Not vibes.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9"/>
          <p:cNvSpPr/>
          <p:nvPr/>
        </p:nvSpPr>
        <p:spPr>
          <a:xfrm>
            <a:off x="640080" y="3429000"/>
            <a:ext cx="3794760" cy="1051560"/>
          </a:xfrm>
          <a:prstGeom prst="rect">
            <a:avLst/>
          </a:prstGeom>
          <a:solidFill>
            <a:srgbClr val="1B2838"/>
          </a:solidFill>
          <a:ln/>
        </p:spPr>
      </p:sp>
      <p:sp>
        <p:nvSpPr>
          <p:cNvPr id="22" name="Shape 20"/>
          <p:cNvSpPr/>
          <p:nvPr/>
        </p:nvSpPr>
        <p:spPr>
          <a:xfrm>
            <a:off x="640080" y="3429000"/>
            <a:ext cx="54864" cy="1051560"/>
          </a:xfrm>
          <a:prstGeom prst="rect">
            <a:avLst/>
          </a:prstGeom>
          <a:solidFill>
            <a:srgbClr val="0077B6"/>
          </a:solidFill>
          <a:ln/>
        </p:spPr>
      </p:sp>
      <p:sp>
        <p:nvSpPr>
          <p:cNvPr id="23" name="Text 21"/>
          <p:cNvSpPr/>
          <p:nvPr/>
        </p:nvSpPr>
        <p:spPr>
          <a:xfrm>
            <a:off x="822960" y="3502152"/>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77B6"/>
                </a:solidFill>
                <a:effectLst/>
                <a:uLnTx/>
                <a:uFillTx/>
                <a:latin typeface="Calibri" pitchFamily="34" charset="0"/>
                <a:ea typeface="Calibri" pitchFamily="34" charset="-122"/>
                <a:cs typeface="Calibri" pitchFamily="34" charset="-120"/>
              </a:rPr>
              <a:t>Industry-Agnostic Architecture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822960" y="3794760"/>
            <a:ext cx="347472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From media to healthcare to financial services. The CORE Engine adapts to any industry. The agent mesh scales to any size.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3"/>
          <p:cNvSpPr/>
          <p:nvPr/>
        </p:nvSpPr>
        <p:spPr>
          <a:xfrm>
            <a:off x="4754880" y="3429000"/>
            <a:ext cx="3794760" cy="1051560"/>
          </a:xfrm>
          <a:prstGeom prst="rect">
            <a:avLst/>
          </a:prstGeom>
          <a:solidFill>
            <a:srgbClr val="1B2838"/>
          </a:solidFill>
          <a:ln/>
        </p:spPr>
      </p:sp>
      <p:sp>
        <p:nvSpPr>
          <p:cNvPr id="26" name="Shape 24"/>
          <p:cNvSpPr/>
          <p:nvPr/>
        </p:nvSpPr>
        <p:spPr>
          <a:xfrm>
            <a:off x="4754880" y="3429000"/>
            <a:ext cx="54864" cy="1051560"/>
          </a:xfrm>
          <a:prstGeom prst="rect">
            <a:avLst/>
          </a:prstGeom>
          <a:solidFill>
            <a:srgbClr val="F0B429"/>
          </a:solidFill>
          <a:ln/>
        </p:spPr>
      </p:sp>
      <p:sp>
        <p:nvSpPr>
          <p:cNvPr id="27" name="Text 25"/>
          <p:cNvSpPr/>
          <p:nvPr/>
        </p:nvSpPr>
        <p:spPr>
          <a:xfrm>
            <a:off x="4937760" y="3502152"/>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0B429"/>
                </a:solidFill>
                <a:effectLst/>
                <a:uLnTx/>
                <a:uFillTx/>
                <a:latin typeface="Calibri" pitchFamily="34" charset="0"/>
                <a:ea typeface="Calibri" pitchFamily="34" charset="-122"/>
                <a:cs typeface="Calibri" pitchFamily="34" charset="-120"/>
              </a:rPr>
              <a:t>Deployable Today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6"/>
          <p:cNvSpPr/>
          <p:nvPr/>
        </p:nvSpPr>
        <p:spPr>
          <a:xfrm>
            <a:off x="4937760" y="3794760"/>
            <a:ext cx="3474720" cy="5943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BD5E1"/>
                </a:solidFill>
                <a:effectLst/>
                <a:uLnTx/>
                <a:uFillTx/>
                <a:latin typeface="Calibri" pitchFamily="34" charset="0"/>
                <a:ea typeface="Calibri" pitchFamily="34" charset="-122"/>
                <a:cs typeface="Calibri" pitchFamily="34" charset="-120"/>
              </a:rPr>
              <a:t>Complete book + DNA Questionnaire + DNA Tool + DNA Deployment Tool + 9 architecture diagrams. Blueprint to running enterprise.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p:nvPr/>
        </p:nvSpPr>
        <p:spPr>
          <a:xfrm>
            <a:off x="640080" y="4709160"/>
            <a:ext cx="78638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64748B"/>
                </a:solidFill>
                <a:effectLst/>
                <a:uLnTx/>
                <a:uFillTx/>
                <a:latin typeface="Calibri" pitchFamily="34" charset="0"/>
                <a:ea typeface="Calibri" pitchFamily="34" charset="-122"/>
                <a:cs typeface="Calibri" pitchFamily="34" charset="-120"/>
              </a:rPr>
              <a:t>Independently validated by: CMR Berkeley AOM (March 2026) | Microsoft Frontier Firm Research | TM Forum AOMM v1.5 | Singapore AI Governance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0A0F1E"/>
        </a:solidFill>
        <a:effectLst/>
      </p:bgPr>
    </p:bg>
    <p:spTree>
      <p:nvGrpSpPr>
        <p:cNvPr id="1" name=""/>
        <p:cNvGrpSpPr/>
        <p:nvPr/>
      </p:nvGrpSpPr>
      <p:grpSpPr>
        <a:xfrm>
          <a:off x="0" y="0"/>
          <a:ext cx="0" cy="0"/>
          <a:chOff x="0" y="0"/>
          <a:chExt cx="0" cy="0"/>
        </a:xfrm>
      </p:grpSpPr>
      <p:sp>
        <p:nvSpPr>
          <p:cNvPr id="2" name="TextBox 1"/>
          <p:cNvSpPr txBox="1"/>
          <p:nvPr/>
        </p:nvSpPr>
        <p:spPr>
          <a:xfrm>
            <a:off x="411480" y="171450"/>
            <a:ext cx="8229600" cy="411480"/>
          </a:xfrm>
          <a:prstGeom prst="rect">
            <a:avLst/>
          </a:prstGeom>
          <a:noFill/>
        </p:spPr>
        <p:txBody>
          <a:bodyPr wrap="square"/>
          <a:lstStyle/>
          <a:p>
            <a:pPr defTabSz="342900">
              <a:defRPr sz="2800" b="1">
                <a:solidFill>
                  <a:srgbClr val="FFFFFF"/>
                </a:solidFill>
                <a:latin typeface="Calibri"/>
              </a:defRPr>
            </a:pPr>
            <a:r>
              <a:rPr sz="2100" b="1">
                <a:solidFill>
                  <a:srgbClr val="FFFFFF"/>
                </a:solidFill>
                <a:latin typeface="Calibri"/>
              </a:rPr>
              <a:t>ADAM Architecture: Layers, Planes &amp; Guardrails</a:t>
            </a:r>
          </a:p>
        </p:txBody>
      </p:sp>
      <p:sp>
        <p:nvSpPr>
          <p:cNvPr id="3" name="TextBox 2"/>
          <p:cNvSpPr txBox="1"/>
          <p:nvPr/>
        </p:nvSpPr>
        <p:spPr>
          <a:xfrm>
            <a:off x="411480" y="514350"/>
            <a:ext cx="6858000" cy="240030"/>
          </a:xfrm>
          <a:prstGeom prst="rect">
            <a:avLst/>
          </a:prstGeom>
          <a:noFill/>
        </p:spPr>
        <p:txBody>
          <a:bodyPr wrap="square"/>
          <a:lstStyle/>
          <a:p>
            <a:pPr defTabSz="342900">
              <a:defRPr sz="1300" b="0">
                <a:solidFill>
                  <a:srgbClr val="A0B0C0"/>
                </a:solidFill>
                <a:latin typeface="Calibri"/>
              </a:defRPr>
            </a:pPr>
            <a:r>
              <a:rPr sz="975" dirty="0">
                <a:solidFill>
                  <a:srgbClr val="A0B0C0"/>
                </a:solidFill>
                <a:latin typeface="Calibri"/>
              </a:rPr>
              <a:t>How </a:t>
            </a:r>
            <a:r>
              <a:rPr sz="975" dirty="0">
                <a:solidFill>
                  <a:srgbClr val="FFC000"/>
                </a:solidFill>
                <a:latin typeface="Calibri"/>
              </a:rPr>
              <a:t>intent</a:t>
            </a:r>
            <a:r>
              <a:rPr sz="975" dirty="0">
                <a:solidFill>
                  <a:srgbClr val="A0B0C0"/>
                </a:solidFill>
                <a:latin typeface="Calibri"/>
              </a:rPr>
              <a:t> flows through governance into deterministic, auditable execution</a:t>
            </a:r>
          </a:p>
        </p:txBody>
      </p:sp>
      <p:sp>
        <p:nvSpPr>
          <p:cNvPr id="4" name="Rounded Rectangle 3"/>
          <p:cNvSpPr/>
          <p:nvPr/>
        </p:nvSpPr>
        <p:spPr>
          <a:xfrm>
            <a:off x="342900" y="925830"/>
            <a:ext cx="1577340" cy="1293162"/>
          </a:xfrm>
          <a:prstGeom prst="roundRect">
            <a:avLst/>
          </a:prstGeom>
          <a:solidFill>
            <a:srgbClr val="162038"/>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5" name="TextBox 4"/>
          <p:cNvSpPr txBox="1"/>
          <p:nvPr/>
        </p:nvSpPr>
        <p:spPr>
          <a:xfrm>
            <a:off x="445771" y="925830"/>
            <a:ext cx="1371599" cy="205740"/>
          </a:xfrm>
          <a:prstGeom prst="rect">
            <a:avLst/>
          </a:prstGeom>
          <a:noFill/>
        </p:spPr>
        <p:txBody>
          <a:bodyPr wrap="square"/>
          <a:lstStyle/>
          <a:p>
            <a:pPr defTabSz="342900">
              <a:defRPr sz="1100" b="1">
                <a:solidFill>
                  <a:srgbClr val="00B4D8"/>
                </a:solidFill>
                <a:latin typeface="Calibri"/>
              </a:defRPr>
            </a:pPr>
            <a:r>
              <a:rPr sz="900" b="1" u="sng" dirty="0">
                <a:solidFill>
                  <a:srgbClr val="00B4D8"/>
                </a:solidFill>
                <a:latin typeface="Calibri"/>
              </a:rPr>
              <a:t>HUMAN INTERFACE</a:t>
            </a:r>
          </a:p>
        </p:txBody>
      </p:sp>
      <p:sp>
        <p:nvSpPr>
          <p:cNvPr id="6" name="TextBox 5"/>
          <p:cNvSpPr txBox="1"/>
          <p:nvPr/>
        </p:nvSpPr>
        <p:spPr>
          <a:xfrm>
            <a:off x="445771" y="1124712"/>
            <a:ext cx="1371599" cy="1049274"/>
          </a:xfrm>
          <a:prstGeom prst="rect">
            <a:avLst/>
          </a:prstGeom>
          <a:noFill/>
        </p:spPr>
        <p:txBody>
          <a:bodyPr wrap="square"/>
          <a:lstStyle/>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Intent Interpretation Agent</a:t>
            </a: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Trust Gateway Agent</a:t>
            </a: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Explain-Back Agent</a:t>
            </a:r>
          </a:p>
        </p:txBody>
      </p:sp>
      <p:sp>
        <p:nvSpPr>
          <p:cNvPr id="7" name="Right Arrow 6"/>
          <p:cNvSpPr/>
          <p:nvPr/>
        </p:nvSpPr>
        <p:spPr>
          <a:xfrm>
            <a:off x="1988820" y="1234440"/>
            <a:ext cx="308610" cy="205740"/>
          </a:xfrm>
          <a:prstGeom prst="rightArrow">
            <a:avLst/>
          </a:prstGeom>
          <a:solidFill>
            <a:srgbClr val="00B4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8" name="Rounded Rectangle 7"/>
          <p:cNvSpPr/>
          <p:nvPr/>
        </p:nvSpPr>
        <p:spPr>
          <a:xfrm>
            <a:off x="2331720" y="925830"/>
            <a:ext cx="1714500" cy="1293162"/>
          </a:xfrm>
          <a:prstGeom prst="roundRect">
            <a:avLst/>
          </a:prstGeom>
          <a:solidFill>
            <a:srgbClr val="162038"/>
          </a:solidFill>
          <a:ln w="19050">
            <a:solidFill>
              <a:srgbClr val="FF8C42"/>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9" name="TextBox 8"/>
          <p:cNvSpPr txBox="1"/>
          <p:nvPr/>
        </p:nvSpPr>
        <p:spPr>
          <a:xfrm>
            <a:off x="2400300" y="925830"/>
            <a:ext cx="1577340" cy="205740"/>
          </a:xfrm>
          <a:prstGeom prst="rect">
            <a:avLst/>
          </a:prstGeom>
          <a:noFill/>
        </p:spPr>
        <p:txBody>
          <a:bodyPr wrap="square"/>
          <a:lstStyle/>
          <a:p>
            <a:pPr defTabSz="342900">
              <a:defRPr sz="1000" b="1">
                <a:solidFill>
                  <a:srgbClr val="FF8C42"/>
                </a:solidFill>
                <a:latin typeface="Calibri"/>
              </a:defRPr>
            </a:pPr>
            <a:r>
              <a:rPr sz="900" b="1" u="sng" dirty="0">
                <a:solidFill>
                  <a:srgbClr val="FF8C42"/>
                </a:solidFill>
                <a:latin typeface="Calibri"/>
              </a:rPr>
              <a:t>DOMAIN GOVERNOR AGENTS</a:t>
            </a:r>
          </a:p>
        </p:txBody>
      </p:sp>
      <p:sp>
        <p:nvSpPr>
          <p:cNvPr id="10" name="TextBox 9"/>
          <p:cNvSpPr txBox="1"/>
          <p:nvPr/>
        </p:nvSpPr>
        <p:spPr>
          <a:xfrm>
            <a:off x="2400300" y="1257818"/>
            <a:ext cx="1577340" cy="1114854"/>
          </a:xfrm>
          <a:prstGeom prst="rect">
            <a:avLst/>
          </a:prstGeom>
          <a:noFill/>
        </p:spPr>
        <p:txBody>
          <a:bodyPr wrap="square"/>
          <a:lstStyle/>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Financial Governance</a:t>
            </a: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Legal &amp; Compliance</a:t>
            </a: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Enterprise Risk</a:t>
            </a: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Market &amp; Strategy</a:t>
            </a:r>
          </a:p>
        </p:txBody>
      </p:sp>
      <p:sp>
        <p:nvSpPr>
          <p:cNvPr id="11" name="Right Arrow 10"/>
          <p:cNvSpPr/>
          <p:nvPr/>
        </p:nvSpPr>
        <p:spPr>
          <a:xfrm>
            <a:off x="4114800" y="1234440"/>
            <a:ext cx="308610" cy="205740"/>
          </a:xfrm>
          <a:prstGeom prst="rightArrow">
            <a:avLst/>
          </a:prstGeom>
          <a:solidFill>
            <a:srgbClr val="FF8C4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12" name="Rounded Rectangle 11"/>
          <p:cNvSpPr/>
          <p:nvPr/>
        </p:nvSpPr>
        <p:spPr>
          <a:xfrm>
            <a:off x="4457700" y="925830"/>
            <a:ext cx="1920240" cy="1293162"/>
          </a:xfrm>
          <a:prstGeom prst="roundRect">
            <a:avLst/>
          </a:prstGeom>
          <a:solidFill>
            <a:srgbClr val="162038"/>
          </a:solidFill>
          <a:ln w="1905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13" name="TextBox 12"/>
          <p:cNvSpPr txBox="1"/>
          <p:nvPr/>
        </p:nvSpPr>
        <p:spPr>
          <a:xfrm>
            <a:off x="4526281" y="925830"/>
            <a:ext cx="1783079" cy="205740"/>
          </a:xfrm>
          <a:prstGeom prst="rect">
            <a:avLst/>
          </a:prstGeom>
          <a:noFill/>
        </p:spPr>
        <p:txBody>
          <a:bodyPr wrap="square"/>
          <a:lstStyle/>
          <a:p>
            <a:pPr defTabSz="342900">
              <a:defRPr sz="1100" b="1">
                <a:solidFill>
                  <a:srgbClr val="00E5A0"/>
                </a:solidFill>
                <a:latin typeface="Calibri"/>
              </a:defRPr>
            </a:pPr>
            <a:r>
              <a:rPr sz="900" b="1" u="sng" dirty="0">
                <a:solidFill>
                  <a:srgbClr val="00E5A0"/>
                </a:solidFill>
                <a:latin typeface="Calibri"/>
              </a:rPr>
              <a:t>ORCHESTRATION PLANE</a:t>
            </a:r>
          </a:p>
        </p:txBody>
      </p:sp>
      <p:sp>
        <p:nvSpPr>
          <p:cNvPr id="14" name="TextBox 13"/>
          <p:cNvSpPr txBox="1"/>
          <p:nvPr/>
        </p:nvSpPr>
        <p:spPr>
          <a:xfrm>
            <a:off x="4526281" y="1090422"/>
            <a:ext cx="1783079" cy="1049274"/>
          </a:xfrm>
          <a:prstGeom prst="rect">
            <a:avLst/>
          </a:prstGeom>
          <a:noFill/>
        </p:spPr>
        <p:txBody>
          <a:bodyPr wrap="square"/>
          <a:lstStyle/>
          <a:p>
            <a:pPr defTabSz="342900">
              <a:spcAft>
                <a:spcPts val="150"/>
              </a:spcAft>
              <a:defRPr sz="900" b="1">
                <a:solidFill>
                  <a:srgbClr val="00E5A0"/>
                </a:solidFill>
                <a:latin typeface="Calibri"/>
              </a:defRPr>
            </a:pPr>
            <a:r>
              <a:rPr sz="900" b="1" dirty="0">
                <a:solidFill>
                  <a:srgbClr val="00E5A0"/>
                </a:solidFill>
                <a:latin typeface="Calibri"/>
              </a:rPr>
              <a:t>4 Enforcement Hooks:</a:t>
            </a: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Policy </a:t>
            </a:r>
            <a:endParaRPr lang="en-US" sz="900" dirty="0">
              <a:solidFill>
                <a:srgbClr val="E8ECF0"/>
              </a:solidFill>
              <a:latin typeface="Calibri"/>
            </a:endParaRP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Exception</a:t>
            </a:r>
            <a:endParaRPr lang="en-US" sz="900" dirty="0">
              <a:solidFill>
                <a:srgbClr val="E8ECF0"/>
              </a:solidFill>
              <a:latin typeface="Calibri"/>
            </a:endParaRP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Evidence</a:t>
            </a:r>
            <a:endParaRPr lang="en-US" sz="900" dirty="0">
              <a:solidFill>
                <a:srgbClr val="E8ECF0"/>
              </a:solidFill>
              <a:latin typeface="Calibri"/>
            </a:endParaRPr>
          </a:p>
          <a:p>
            <a:pPr marL="128588" indent="-128588" defTabSz="342900">
              <a:spcAft>
                <a:spcPts val="150"/>
              </a:spcAft>
              <a:buFont typeface="Arial" panose="020B0604020202020204" pitchFamily="34" charset="0"/>
              <a:buChar char="•"/>
              <a:defRPr sz="900" b="0">
                <a:solidFill>
                  <a:srgbClr val="E8ECF0"/>
                </a:solidFill>
                <a:latin typeface="Calibri"/>
              </a:defRPr>
            </a:pPr>
            <a:r>
              <a:rPr sz="900" dirty="0">
                <a:solidFill>
                  <a:srgbClr val="E8ECF0"/>
                </a:solidFill>
                <a:latin typeface="Calibri"/>
              </a:rPr>
              <a:t>Recovery</a:t>
            </a:r>
          </a:p>
          <a:p>
            <a:pPr defTabSz="342900">
              <a:spcAft>
                <a:spcPts val="150"/>
              </a:spcAft>
              <a:defRPr sz="900" b="0">
                <a:solidFill>
                  <a:srgbClr val="A0B0C0"/>
                </a:solidFill>
                <a:latin typeface="Calibri"/>
              </a:defRPr>
            </a:pPr>
            <a:r>
              <a:rPr sz="900" dirty="0">
                <a:solidFill>
                  <a:srgbClr val="A0B0C0"/>
                </a:solidFill>
                <a:latin typeface="Calibri"/>
              </a:rPr>
              <a:t>Deterministic execution + rollback</a:t>
            </a:r>
          </a:p>
        </p:txBody>
      </p:sp>
      <p:sp>
        <p:nvSpPr>
          <p:cNvPr id="15" name="Right Arrow 14"/>
          <p:cNvSpPr/>
          <p:nvPr/>
        </p:nvSpPr>
        <p:spPr>
          <a:xfrm>
            <a:off x="6446520" y="1234440"/>
            <a:ext cx="308610" cy="205740"/>
          </a:xfrm>
          <a:prstGeom prst="rightArrow">
            <a:avLst/>
          </a:prstGeom>
          <a:solidFill>
            <a:srgbClr val="00E5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16" name="Rounded Rectangle 15"/>
          <p:cNvSpPr/>
          <p:nvPr/>
        </p:nvSpPr>
        <p:spPr>
          <a:xfrm>
            <a:off x="6789420" y="925830"/>
            <a:ext cx="1988820" cy="1293162"/>
          </a:xfrm>
          <a:prstGeom prst="roundRect">
            <a:avLst/>
          </a:prstGeom>
          <a:solidFill>
            <a:srgbClr val="162038"/>
          </a:solidFill>
          <a:ln w="19050">
            <a:solidFill>
              <a:srgbClr val="A878FF"/>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17" name="TextBox 16"/>
          <p:cNvSpPr txBox="1"/>
          <p:nvPr/>
        </p:nvSpPr>
        <p:spPr>
          <a:xfrm>
            <a:off x="6858001" y="925830"/>
            <a:ext cx="1851659" cy="205740"/>
          </a:xfrm>
          <a:prstGeom prst="rect">
            <a:avLst/>
          </a:prstGeom>
          <a:noFill/>
        </p:spPr>
        <p:txBody>
          <a:bodyPr wrap="square"/>
          <a:lstStyle/>
          <a:p>
            <a:pPr defTabSz="342900">
              <a:defRPr sz="1100" b="1">
                <a:solidFill>
                  <a:srgbClr val="A878FF"/>
                </a:solidFill>
                <a:latin typeface="Calibri"/>
              </a:defRPr>
            </a:pPr>
            <a:r>
              <a:rPr sz="900" b="1" u="sng">
                <a:solidFill>
                  <a:srgbClr val="A878FF"/>
                </a:solidFill>
                <a:latin typeface="Calibri"/>
              </a:rPr>
              <a:t>AGENTIC WORK GROUPS</a:t>
            </a:r>
          </a:p>
        </p:txBody>
      </p:sp>
      <p:sp>
        <p:nvSpPr>
          <p:cNvPr id="18" name="TextBox 17"/>
          <p:cNvSpPr txBox="1"/>
          <p:nvPr/>
        </p:nvSpPr>
        <p:spPr>
          <a:xfrm>
            <a:off x="6858001" y="1124712"/>
            <a:ext cx="884682" cy="1049274"/>
          </a:xfrm>
          <a:prstGeom prst="rect">
            <a:avLst/>
          </a:prstGeom>
          <a:noFill/>
        </p:spPr>
        <p:txBody>
          <a:bodyPr wrap="square"/>
          <a:lstStyle/>
          <a:p>
            <a:pPr defTabSz="342900">
              <a:spcAft>
                <a:spcPts val="150"/>
              </a:spcAft>
              <a:defRPr sz="900" b="0">
                <a:solidFill>
                  <a:srgbClr val="E8ECF0"/>
                </a:solidFill>
                <a:latin typeface="Calibri"/>
              </a:defRPr>
            </a:pPr>
            <a:r>
              <a:rPr sz="900" u="sng" dirty="0">
                <a:solidFill>
                  <a:srgbClr val="E8ECF0"/>
                </a:solidFill>
                <a:latin typeface="Calibri"/>
              </a:rPr>
              <a:t>Corporate</a:t>
            </a:r>
            <a:endParaRPr lang="en-US" sz="900" u="sng" dirty="0">
              <a:solidFill>
                <a:srgbClr val="E8ECF0"/>
              </a:solidFill>
              <a:latin typeface="Calibri"/>
            </a:endParaRPr>
          </a:p>
          <a:p>
            <a:pPr defTabSz="342900">
              <a:spcAft>
                <a:spcPts val="150"/>
              </a:spcAft>
              <a:defRPr sz="900" b="0">
                <a:solidFill>
                  <a:srgbClr val="E8ECF0"/>
                </a:solidFill>
                <a:latin typeface="Calibri"/>
              </a:defRPr>
            </a:pPr>
            <a:r>
              <a:rPr sz="900" dirty="0">
                <a:solidFill>
                  <a:srgbClr val="E8ECF0"/>
                </a:solidFill>
                <a:latin typeface="Calibri"/>
              </a:rPr>
              <a:t>Finance</a:t>
            </a:r>
            <a:endParaRPr lang="en-US" sz="900" dirty="0">
              <a:solidFill>
                <a:srgbClr val="E8ECF0"/>
              </a:solidFill>
              <a:latin typeface="Calibri"/>
            </a:endParaRPr>
          </a:p>
          <a:p>
            <a:pPr defTabSz="342900">
              <a:spcAft>
                <a:spcPts val="150"/>
              </a:spcAft>
              <a:defRPr sz="900" b="0">
                <a:solidFill>
                  <a:srgbClr val="E8ECF0"/>
                </a:solidFill>
                <a:latin typeface="Calibri"/>
              </a:defRPr>
            </a:pPr>
            <a:r>
              <a:rPr sz="900" dirty="0">
                <a:solidFill>
                  <a:srgbClr val="E8ECF0"/>
                </a:solidFill>
                <a:latin typeface="Calibri"/>
              </a:rPr>
              <a:t>Legal</a:t>
            </a:r>
            <a:r>
              <a:rPr lang="en-US" sz="900" dirty="0">
                <a:solidFill>
                  <a:srgbClr val="E8ECF0"/>
                </a:solidFill>
                <a:latin typeface="Calibri"/>
              </a:rPr>
              <a:t>, </a:t>
            </a:r>
            <a:r>
              <a:rPr sz="900" dirty="0">
                <a:solidFill>
                  <a:srgbClr val="E8ECF0"/>
                </a:solidFill>
                <a:latin typeface="Calibri"/>
              </a:rPr>
              <a:t>Risk</a:t>
            </a:r>
          </a:p>
          <a:p>
            <a:pPr defTabSz="342900">
              <a:spcAft>
                <a:spcPts val="150"/>
              </a:spcAft>
              <a:defRPr sz="900" b="0">
                <a:solidFill>
                  <a:srgbClr val="E8ECF0"/>
                </a:solidFill>
                <a:latin typeface="Calibri"/>
              </a:defRPr>
            </a:pPr>
            <a:r>
              <a:rPr sz="900" dirty="0">
                <a:solidFill>
                  <a:srgbClr val="E8ECF0"/>
                </a:solidFill>
                <a:latin typeface="Calibri"/>
              </a:rPr>
              <a:t>Market </a:t>
            </a:r>
            <a:endParaRPr lang="en-US" sz="900" dirty="0">
              <a:solidFill>
                <a:srgbClr val="E8ECF0"/>
              </a:solidFill>
              <a:latin typeface="Calibri"/>
            </a:endParaRPr>
          </a:p>
          <a:p>
            <a:pPr defTabSz="342900">
              <a:spcAft>
                <a:spcPts val="150"/>
              </a:spcAft>
              <a:defRPr sz="900" b="0">
                <a:solidFill>
                  <a:srgbClr val="E8ECF0"/>
                </a:solidFill>
                <a:latin typeface="Calibri"/>
              </a:defRPr>
            </a:pPr>
            <a:r>
              <a:rPr sz="900" dirty="0">
                <a:solidFill>
                  <a:srgbClr val="E8ECF0"/>
                </a:solidFill>
                <a:latin typeface="Calibri"/>
              </a:rPr>
              <a:t>Ops, Security </a:t>
            </a:r>
            <a:endParaRPr lang="en-US" sz="900" dirty="0">
              <a:solidFill>
                <a:srgbClr val="E8ECF0"/>
              </a:solidFill>
              <a:latin typeface="Calibri"/>
            </a:endParaRPr>
          </a:p>
          <a:p>
            <a:pPr defTabSz="342900">
              <a:spcAft>
                <a:spcPts val="150"/>
              </a:spcAft>
              <a:defRPr sz="900" b="0">
                <a:solidFill>
                  <a:srgbClr val="E8ECF0"/>
                </a:solidFill>
                <a:latin typeface="Calibri"/>
              </a:defRPr>
            </a:pPr>
            <a:r>
              <a:rPr sz="900" dirty="0">
                <a:solidFill>
                  <a:srgbClr val="E8ECF0"/>
                </a:solidFill>
                <a:latin typeface="Calibri"/>
              </a:rPr>
              <a:t>Governance</a:t>
            </a:r>
          </a:p>
        </p:txBody>
      </p:sp>
      <p:grpSp>
        <p:nvGrpSpPr>
          <p:cNvPr id="43" name="Group 42">
            <a:extLst>
              <a:ext uri="{FF2B5EF4-FFF2-40B4-BE49-F238E27FC236}">
                <a16:creationId xmlns:a16="http://schemas.microsoft.com/office/drawing/2014/main" id="{4E1A588F-10D5-9E60-AE89-14A1EB910626}"/>
              </a:ext>
            </a:extLst>
          </p:cNvPr>
          <p:cNvGrpSpPr/>
          <p:nvPr/>
        </p:nvGrpSpPr>
        <p:grpSpPr>
          <a:xfrm>
            <a:off x="1520190" y="2256282"/>
            <a:ext cx="6103620" cy="1378458"/>
            <a:chOff x="1636776" y="3566160"/>
            <a:chExt cx="8138160" cy="1837944"/>
          </a:xfrm>
        </p:grpSpPr>
        <p:sp>
          <p:nvSpPr>
            <p:cNvPr id="19" name="Rounded Rectangle 18"/>
            <p:cNvSpPr/>
            <p:nvPr/>
          </p:nvSpPr>
          <p:spPr>
            <a:xfrm>
              <a:off x="1636776" y="3566160"/>
              <a:ext cx="8138160" cy="393192"/>
            </a:xfrm>
            <a:prstGeom prst="roundRect">
              <a:avLst/>
            </a:prstGeom>
            <a:solidFill>
              <a:srgbClr val="162038"/>
            </a:solidFill>
            <a:ln w="19050">
              <a:solidFill>
                <a:srgbClr val="02809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20" name="TextBox 19"/>
            <p:cNvSpPr txBox="1"/>
            <p:nvPr/>
          </p:nvSpPr>
          <p:spPr>
            <a:xfrm>
              <a:off x="1703832" y="3639310"/>
              <a:ext cx="2103120" cy="256032"/>
            </a:xfrm>
            <a:prstGeom prst="rect">
              <a:avLst/>
            </a:prstGeom>
            <a:noFill/>
          </p:spPr>
          <p:txBody>
            <a:bodyPr wrap="square"/>
            <a:lstStyle/>
            <a:p>
              <a:pPr defTabSz="342900">
                <a:defRPr sz="1000" b="1">
                  <a:solidFill>
                    <a:srgbClr val="028090"/>
                  </a:solidFill>
                  <a:latin typeface="Calibri"/>
                </a:defRPr>
              </a:pPr>
              <a:r>
                <a:rPr sz="900" b="1" dirty="0">
                  <a:solidFill>
                    <a:srgbClr val="028090"/>
                  </a:solidFill>
                  <a:latin typeface="Calibri"/>
                </a:rPr>
                <a:t>POLICY &amp; RISK PLANE</a:t>
              </a:r>
            </a:p>
          </p:txBody>
        </p:sp>
        <p:sp>
          <p:nvSpPr>
            <p:cNvPr id="21" name="TextBox 20"/>
            <p:cNvSpPr txBox="1"/>
            <p:nvPr/>
          </p:nvSpPr>
          <p:spPr>
            <a:xfrm>
              <a:off x="3669793" y="3639310"/>
              <a:ext cx="6105143" cy="502920"/>
            </a:xfrm>
            <a:prstGeom prst="rect">
              <a:avLst/>
            </a:prstGeom>
            <a:noFill/>
          </p:spPr>
          <p:txBody>
            <a:bodyPr wrap="square"/>
            <a:lstStyle/>
            <a:p>
              <a:pPr defTabSz="342900">
                <a:defRPr sz="900" b="0">
                  <a:solidFill>
                    <a:srgbClr val="A0B0C0"/>
                  </a:solidFill>
                  <a:latin typeface="Calibri"/>
                </a:defRPr>
              </a:pPr>
              <a:r>
                <a:rPr sz="788" dirty="0">
                  <a:solidFill>
                    <a:srgbClr val="A0B0C0"/>
                  </a:solidFill>
                  <a:latin typeface="Calibri"/>
                </a:rPr>
                <a:t>Runtime constraint enforcement — monetary thresholds, regulatory triggers, risk tiering, approval routing</a:t>
              </a:r>
            </a:p>
          </p:txBody>
        </p:sp>
        <p:sp>
          <p:nvSpPr>
            <p:cNvPr id="22" name="Rounded Rectangle 21"/>
            <p:cNvSpPr/>
            <p:nvPr/>
          </p:nvSpPr>
          <p:spPr>
            <a:xfrm>
              <a:off x="1636776" y="3977640"/>
              <a:ext cx="8138160" cy="393192"/>
            </a:xfrm>
            <a:prstGeom prst="roundRect">
              <a:avLst/>
            </a:prstGeom>
            <a:solidFill>
              <a:srgbClr val="162038"/>
            </a:solidFill>
            <a:ln w="19050">
              <a:solidFill>
                <a:srgbClr val="1B5E2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23" name="TextBox 22"/>
            <p:cNvSpPr txBox="1"/>
            <p:nvPr/>
          </p:nvSpPr>
          <p:spPr>
            <a:xfrm>
              <a:off x="1703832" y="4023358"/>
              <a:ext cx="2103120" cy="256032"/>
            </a:xfrm>
            <a:prstGeom prst="rect">
              <a:avLst/>
            </a:prstGeom>
            <a:noFill/>
          </p:spPr>
          <p:txBody>
            <a:bodyPr wrap="square"/>
            <a:lstStyle/>
            <a:p>
              <a:pPr defTabSz="342900">
                <a:defRPr sz="1000" b="1">
                  <a:solidFill>
                    <a:srgbClr val="1B5E20"/>
                  </a:solidFill>
                  <a:latin typeface="Calibri"/>
                </a:defRPr>
              </a:pPr>
              <a:r>
                <a:rPr sz="900" b="1" dirty="0">
                  <a:solidFill>
                    <a:srgbClr val="1B5E20"/>
                  </a:solidFill>
                  <a:latin typeface="Calibri"/>
                </a:rPr>
                <a:t>EVIDENCE &amp; AUDIT PLANE</a:t>
              </a:r>
            </a:p>
          </p:txBody>
        </p:sp>
        <p:sp>
          <p:nvSpPr>
            <p:cNvPr id="24" name="TextBox 23"/>
            <p:cNvSpPr txBox="1"/>
            <p:nvPr/>
          </p:nvSpPr>
          <p:spPr>
            <a:xfrm>
              <a:off x="3669792" y="4069080"/>
              <a:ext cx="6105143" cy="502920"/>
            </a:xfrm>
            <a:prstGeom prst="rect">
              <a:avLst/>
            </a:prstGeom>
            <a:noFill/>
          </p:spPr>
          <p:txBody>
            <a:bodyPr wrap="square"/>
            <a:lstStyle/>
            <a:p>
              <a:pPr defTabSz="342900">
                <a:defRPr sz="900" b="0">
                  <a:solidFill>
                    <a:srgbClr val="A0B0C0"/>
                  </a:solidFill>
                  <a:latin typeface="Calibri"/>
                </a:defRPr>
              </a:pPr>
              <a:r>
                <a:rPr sz="788" dirty="0">
                  <a:solidFill>
                    <a:srgbClr val="A0B0C0"/>
                  </a:solidFill>
                  <a:latin typeface="Calibri"/>
                </a:rPr>
                <a:t>Evidence-first execution — decision provenance, causal chains, tamper-resistant records, replay capability</a:t>
              </a:r>
            </a:p>
          </p:txBody>
        </p:sp>
        <p:sp>
          <p:nvSpPr>
            <p:cNvPr id="25" name="Rounded Rectangle 24"/>
            <p:cNvSpPr/>
            <p:nvPr/>
          </p:nvSpPr>
          <p:spPr>
            <a:xfrm>
              <a:off x="1636776" y="4389120"/>
              <a:ext cx="8138160" cy="393192"/>
            </a:xfrm>
            <a:prstGeom prst="roundRect">
              <a:avLst/>
            </a:prstGeom>
            <a:solidFill>
              <a:srgbClr val="162038"/>
            </a:solidFill>
            <a:ln w="19050">
              <a:solidFill>
                <a:srgbClr val="8B50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26" name="TextBox 25"/>
            <p:cNvSpPr txBox="1"/>
            <p:nvPr/>
          </p:nvSpPr>
          <p:spPr>
            <a:xfrm>
              <a:off x="1703832" y="4434838"/>
              <a:ext cx="2103120" cy="256032"/>
            </a:xfrm>
            <a:prstGeom prst="rect">
              <a:avLst/>
            </a:prstGeom>
            <a:noFill/>
          </p:spPr>
          <p:txBody>
            <a:bodyPr wrap="square"/>
            <a:lstStyle/>
            <a:p>
              <a:pPr defTabSz="342900">
                <a:defRPr sz="1000" b="1">
                  <a:solidFill>
                    <a:srgbClr val="8B5000"/>
                  </a:solidFill>
                  <a:latin typeface="Calibri"/>
                </a:defRPr>
              </a:pPr>
              <a:r>
                <a:rPr sz="900" b="1">
                  <a:solidFill>
                    <a:srgbClr val="8B5000"/>
                  </a:solidFill>
                  <a:latin typeface="Calibri"/>
                </a:rPr>
                <a:t>SECURITY &amp; TRUST PLANE</a:t>
              </a:r>
            </a:p>
          </p:txBody>
        </p:sp>
        <p:sp>
          <p:nvSpPr>
            <p:cNvPr id="27" name="TextBox 26"/>
            <p:cNvSpPr txBox="1"/>
            <p:nvPr/>
          </p:nvSpPr>
          <p:spPr>
            <a:xfrm>
              <a:off x="3669792" y="4462272"/>
              <a:ext cx="6105143" cy="502920"/>
            </a:xfrm>
            <a:prstGeom prst="rect">
              <a:avLst/>
            </a:prstGeom>
            <a:noFill/>
          </p:spPr>
          <p:txBody>
            <a:bodyPr wrap="square"/>
            <a:lstStyle/>
            <a:p>
              <a:pPr defTabSz="342900">
                <a:defRPr sz="900" b="0">
                  <a:solidFill>
                    <a:srgbClr val="A0B0C0"/>
                  </a:solidFill>
                  <a:latin typeface="Calibri"/>
                </a:defRPr>
              </a:pPr>
              <a:r>
                <a:rPr sz="750" dirty="0">
                  <a:solidFill>
                    <a:srgbClr val="A0B0C0"/>
                  </a:solidFill>
                  <a:latin typeface="Calibri"/>
                </a:rPr>
                <a:t>Identity enforcement, trust boundaries, prompt abuse resistance, behavioral constraints, autonomy throttling</a:t>
              </a:r>
            </a:p>
          </p:txBody>
        </p:sp>
        <p:sp>
          <p:nvSpPr>
            <p:cNvPr id="28" name="Rounded Rectangle 27"/>
            <p:cNvSpPr/>
            <p:nvPr/>
          </p:nvSpPr>
          <p:spPr>
            <a:xfrm>
              <a:off x="1636776" y="4809744"/>
              <a:ext cx="8138160" cy="393192"/>
            </a:xfrm>
            <a:prstGeom prst="roundRect">
              <a:avLst/>
            </a:prstGeom>
            <a:solidFill>
              <a:srgbClr val="162038"/>
            </a:solidFill>
            <a:ln w="19050">
              <a:solidFill>
                <a:srgbClr val="6A1B9A"/>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29" name="TextBox 28"/>
            <p:cNvSpPr txBox="1"/>
            <p:nvPr/>
          </p:nvSpPr>
          <p:spPr>
            <a:xfrm>
              <a:off x="1703832" y="4855462"/>
              <a:ext cx="2103120" cy="256032"/>
            </a:xfrm>
            <a:prstGeom prst="rect">
              <a:avLst/>
            </a:prstGeom>
            <a:noFill/>
          </p:spPr>
          <p:txBody>
            <a:bodyPr wrap="square"/>
            <a:lstStyle/>
            <a:p>
              <a:pPr defTabSz="342900">
                <a:defRPr sz="1000" b="1">
                  <a:solidFill>
                    <a:srgbClr val="6A1B9A"/>
                  </a:solidFill>
                  <a:latin typeface="Calibri"/>
                </a:defRPr>
              </a:pPr>
              <a:r>
                <a:rPr sz="900" b="1">
                  <a:solidFill>
                    <a:srgbClr val="6A1B9A"/>
                  </a:solidFill>
                  <a:latin typeface="Calibri"/>
                </a:rPr>
                <a:t>STABILITY &amp; DRIFT PLANE</a:t>
              </a:r>
            </a:p>
          </p:txBody>
        </p:sp>
        <p:sp>
          <p:nvSpPr>
            <p:cNvPr id="30" name="TextBox 29"/>
            <p:cNvSpPr txBox="1"/>
            <p:nvPr/>
          </p:nvSpPr>
          <p:spPr>
            <a:xfrm>
              <a:off x="3669792" y="4901184"/>
              <a:ext cx="6105143" cy="502920"/>
            </a:xfrm>
            <a:prstGeom prst="rect">
              <a:avLst/>
            </a:prstGeom>
            <a:noFill/>
          </p:spPr>
          <p:txBody>
            <a:bodyPr wrap="square"/>
            <a:lstStyle/>
            <a:p>
              <a:pPr defTabSz="342900">
                <a:defRPr sz="900" b="0">
                  <a:solidFill>
                    <a:srgbClr val="A0B0C0"/>
                  </a:solidFill>
                  <a:latin typeface="Calibri"/>
                </a:defRPr>
              </a:pPr>
              <a:r>
                <a:rPr sz="788">
                  <a:solidFill>
                    <a:srgbClr val="A0B0C0"/>
                  </a:solidFill>
                  <a:latin typeface="Calibri"/>
                </a:rPr>
                <a:t>Behavioral drift detection, feedback loop monitoring, autonomy budget management, doctrine alignment</a:t>
              </a:r>
            </a:p>
          </p:txBody>
        </p:sp>
      </p:grpSp>
      <p:sp>
        <p:nvSpPr>
          <p:cNvPr id="31" name="Rounded Rectangle 30"/>
          <p:cNvSpPr/>
          <p:nvPr/>
        </p:nvSpPr>
        <p:spPr>
          <a:xfrm>
            <a:off x="342900" y="3607307"/>
            <a:ext cx="3703320" cy="1001268"/>
          </a:xfrm>
          <a:prstGeom prst="roundRect">
            <a:avLst/>
          </a:prstGeom>
          <a:solidFill>
            <a:srgbClr val="162038"/>
          </a:solidFill>
          <a:ln w="19050">
            <a:solidFill>
              <a:srgbClr val="FFD60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32" name="TextBox 31"/>
          <p:cNvSpPr txBox="1"/>
          <p:nvPr/>
        </p:nvSpPr>
        <p:spPr>
          <a:xfrm>
            <a:off x="480060" y="3621023"/>
            <a:ext cx="2400300" cy="171450"/>
          </a:xfrm>
          <a:prstGeom prst="rect">
            <a:avLst/>
          </a:prstGeom>
          <a:noFill/>
        </p:spPr>
        <p:txBody>
          <a:bodyPr wrap="square"/>
          <a:lstStyle/>
          <a:p>
            <a:pPr defTabSz="342900">
              <a:defRPr sz="1000" b="1">
                <a:solidFill>
                  <a:srgbClr val="FFD600"/>
                </a:solidFill>
                <a:latin typeface="Calibri"/>
              </a:defRPr>
            </a:pPr>
            <a:r>
              <a:rPr sz="900" b="1" dirty="0">
                <a:solidFill>
                  <a:srgbClr val="FFD600"/>
                </a:solidFill>
                <a:latin typeface="Calibri"/>
              </a:rPr>
              <a:t>DIGITAL TWIN CONTROL PLANE</a:t>
            </a:r>
          </a:p>
        </p:txBody>
      </p:sp>
      <p:sp>
        <p:nvSpPr>
          <p:cNvPr id="33" name="TextBox 32"/>
          <p:cNvSpPr txBox="1"/>
          <p:nvPr/>
        </p:nvSpPr>
        <p:spPr>
          <a:xfrm>
            <a:off x="480060" y="3826763"/>
            <a:ext cx="3291840" cy="377190"/>
          </a:xfrm>
          <a:prstGeom prst="rect">
            <a:avLst/>
          </a:prstGeom>
          <a:noFill/>
        </p:spPr>
        <p:txBody>
          <a:bodyPr wrap="square"/>
          <a:lstStyle/>
          <a:p>
            <a:pPr defTabSz="342900">
              <a:defRPr sz="900" b="0">
                <a:solidFill>
                  <a:srgbClr val="A0B0C0"/>
                </a:solidFill>
                <a:latin typeface="Calibri"/>
              </a:defRPr>
            </a:pPr>
            <a:r>
              <a:rPr sz="900" dirty="0">
                <a:solidFill>
                  <a:srgbClr val="A0B0C0"/>
                </a:solidFill>
                <a:latin typeface="Calibri"/>
              </a:rPr>
              <a:t>Enterprise | Operational | Economic | Risk &amp; Compliance Twins</a:t>
            </a:r>
          </a:p>
        </p:txBody>
      </p:sp>
      <p:sp>
        <p:nvSpPr>
          <p:cNvPr id="34" name="Rounded Rectangle 33"/>
          <p:cNvSpPr/>
          <p:nvPr/>
        </p:nvSpPr>
        <p:spPr>
          <a:xfrm>
            <a:off x="4526280" y="3607307"/>
            <a:ext cx="2194560" cy="1001267"/>
          </a:xfrm>
          <a:prstGeom prst="roundRect">
            <a:avLst/>
          </a:prstGeom>
          <a:solidFill>
            <a:srgbClr val="162038"/>
          </a:solidFill>
          <a:ln w="19050">
            <a:solidFill>
              <a:srgbClr val="00B4D8"/>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35" name="TextBox 34"/>
          <p:cNvSpPr txBox="1"/>
          <p:nvPr/>
        </p:nvSpPr>
        <p:spPr>
          <a:xfrm>
            <a:off x="4663440" y="3621023"/>
            <a:ext cx="1920240" cy="171450"/>
          </a:xfrm>
          <a:prstGeom prst="rect">
            <a:avLst/>
          </a:prstGeom>
          <a:noFill/>
        </p:spPr>
        <p:txBody>
          <a:bodyPr wrap="square"/>
          <a:lstStyle/>
          <a:p>
            <a:pPr defTabSz="342900">
              <a:defRPr sz="1000" b="1">
                <a:solidFill>
                  <a:srgbClr val="00B4D8"/>
                </a:solidFill>
                <a:latin typeface="Calibri"/>
              </a:defRPr>
            </a:pPr>
            <a:r>
              <a:rPr sz="900" b="1">
                <a:solidFill>
                  <a:srgbClr val="00B4D8"/>
                </a:solidFill>
                <a:latin typeface="Calibri"/>
              </a:rPr>
              <a:t>CORE ENGINE &amp; GRAPH</a:t>
            </a:r>
          </a:p>
        </p:txBody>
      </p:sp>
      <p:sp>
        <p:nvSpPr>
          <p:cNvPr id="36" name="TextBox 35"/>
          <p:cNvSpPr txBox="1"/>
          <p:nvPr/>
        </p:nvSpPr>
        <p:spPr>
          <a:xfrm>
            <a:off x="4663440" y="3806190"/>
            <a:ext cx="1920240" cy="205740"/>
          </a:xfrm>
          <a:prstGeom prst="rect">
            <a:avLst/>
          </a:prstGeom>
          <a:noFill/>
        </p:spPr>
        <p:txBody>
          <a:bodyPr wrap="square"/>
          <a:lstStyle/>
          <a:p>
            <a:pPr defTabSz="342900">
              <a:defRPr sz="900" b="0">
                <a:solidFill>
                  <a:srgbClr val="A0B0C0"/>
                </a:solidFill>
                <a:latin typeface="Calibri"/>
              </a:defRPr>
            </a:pPr>
            <a:r>
              <a:rPr sz="900" dirty="0">
                <a:solidFill>
                  <a:srgbClr val="A0B0C0"/>
                </a:solidFill>
                <a:latin typeface="Calibri"/>
              </a:rPr>
              <a:t>Culture</a:t>
            </a:r>
            <a:endParaRPr lang="en-US" sz="900" dirty="0">
              <a:solidFill>
                <a:srgbClr val="A0B0C0"/>
              </a:solidFill>
              <a:latin typeface="Calibri"/>
            </a:endParaRPr>
          </a:p>
          <a:p>
            <a:pPr defTabSz="342900">
              <a:defRPr sz="900" b="0">
                <a:solidFill>
                  <a:srgbClr val="A0B0C0"/>
                </a:solidFill>
                <a:latin typeface="Calibri"/>
              </a:defRPr>
            </a:pPr>
            <a:r>
              <a:rPr sz="900" dirty="0">
                <a:solidFill>
                  <a:srgbClr val="A0B0C0"/>
                </a:solidFill>
                <a:latin typeface="Calibri"/>
              </a:rPr>
              <a:t>Objectives</a:t>
            </a:r>
            <a:endParaRPr lang="en-US" sz="900" dirty="0">
              <a:solidFill>
                <a:srgbClr val="A0B0C0"/>
              </a:solidFill>
              <a:latin typeface="Calibri"/>
            </a:endParaRPr>
          </a:p>
          <a:p>
            <a:pPr defTabSz="342900">
              <a:defRPr sz="900" b="0">
                <a:solidFill>
                  <a:srgbClr val="A0B0C0"/>
                </a:solidFill>
                <a:latin typeface="Calibri"/>
              </a:defRPr>
            </a:pPr>
            <a:r>
              <a:rPr sz="900" dirty="0">
                <a:solidFill>
                  <a:srgbClr val="A0B0C0"/>
                </a:solidFill>
                <a:latin typeface="Calibri"/>
              </a:rPr>
              <a:t>Rules </a:t>
            </a:r>
            <a:endParaRPr lang="en-US" sz="900" dirty="0">
              <a:solidFill>
                <a:srgbClr val="A0B0C0"/>
              </a:solidFill>
              <a:latin typeface="Calibri"/>
            </a:endParaRPr>
          </a:p>
          <a:p>
            <a:pPr defTabSz="342900">
              <a:defRPr sz="900" b="0">
                <a:solidFill>
                  <a:srgbClr val="A0B0C0"/>
                </a:solidFill>
                <a:latin typeface="Calibri"/>
              </a:defRPr>
            </a:pPr>
            <a:r>
              <a:rPr sz="900" dirty="0">
                <a:solidFill>
                  <a:srgbClr val="A0B0C0"/>
                </a:solidFill>
                <a:latin typeface="Calibri"/>
              </a:rPr>
              <a:t>Expectations</a:t>
            </a:r>
          </a:p>
        </p:txBody>
      </p:sp>
      <p:sp>
        <p:nvSpPr>
          <p:cNvPr id="37" name="Rounded Rectangle 36"/>
          <p:cNvSpPr/>
          <p:nvPr/>
        </p:nvSpPr>
        <p:spPr>
          <a:xfrm>
            <a:off x="6858000" y="3607307"/>
            <a:ext cx="1920240" cy="1001269"/>
          </a:xfrm>
          <a:prstGeom prst="roundRect">
            <a:avLst/>
          </a:prstGeom>
          <a:solidFill>
            <a:srgbClr val="162038"/>
          </a:solidFill>
          <a:ln w="19050">
            <a:solidFill>
              <a:srgbClr val="00E5A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sz="1350">
              <a:solidFill>
                <a:prstClr val="white"/>
              </a:solidFill>
              <a:latin typeface="Calibri"/>
            </a:endParaRPr>
          </a:p>
        </p:txBody>
      </p:sp>
      <p:sp>
        <p:nvSpPr>
          <p:cNvPr id="38" name="TextBox 37"/>
          <p:cNvSpPr txBox="1"/>
          <p:nvPr/>
        </p:nvSpPr>
        <p:spPr>
          <a:xfrm>
            <a:off x="6995160" y="3621023"/>
            <a:ext cx="1714500" cy="171450"/>
          </a:xfrm>
          <a:prstGeom prst="rect">
            <a:avLst/>
          </a:prstGeom>
          <a:noFill/>
        </p:spPr>
        <p:txBody>
          <a:bodyPr wrap="square"/>
          <a:lstStyle/>
          <a:p>
            <a:pPr defTabSz="342900">
              <a:defRPr sz="1000" b="1">
                <a:solidFill>
                  <a:srgbClr val="00E5A0"/>
                </a:solidFill>
                <a:latin typeface="Calibri"/>
              </a:defRPr>
            </a:pPr>
            <a:r>
              <a:rPr sz="900" b="1">
                <a:solidFill>
                  <a:srgbClr val="00E5A0"/>
                </a:solidFill>
                <a:latin typeface="Calibri"/>
              </a:rPr>
              <a:t>META-GOVERNANCE</a:t>
            </a:r>
          </a:p>
        </p:txBody>
      </p:sp>
      <p:sp>
        <p:nvSpPr>
          <p:cNvPr id="39" name="TextBox 38"/>
          <p:cNvSpPr txBox="1"/>
          <p:nvPr/>
        </p:nvSpPr>
        <p:spPr>
          <a:xfrm>
            <a:off x="6995160" y="3806190"/>
            <a:ext cx="1714500" cy="205740"/>
          </a:xfrm>
          <a:prstGeom prst="rect">
            <a:avLst/>
          </a:prstGeom>
          <a:noFill/>
        </p:spPr>
        <p:txBody>
          <a:bodyPr wrap="square"/>
          <a:lstStyle/>
          <a:p>
            <a:pPr defTabSz="342900">
              <a:defRPr sz="900" b="0">
                <a:solidFill>
                  <a:srgbClr val="A0B0C0"/>
                </a:solidFill>
                <a:latin typeface="Calibri"/>
              </a:defRPr>
            </a:pPr>
            <a:r>
              <a:rPr sz="900" dirty="0">
                <a:solidFill>
                  <a:srgbClr val="A0B0C0"/>
                </a:solidFill>
                <a:latin typeface="Calibri"/>
              </a:rPr>
              <a:t>Stability </a:t>
            </a:r>
            <a:endParaRPr lang="en-US" sz="900" dirty="0">
              <a:solidFill>
                <a:srgbClr val="A0B0C0"/>
              </a:solidFill>
              <a:latin typeface="Calibri"/>
            </a:endParaRPr>
          </a:p>
          <a:p>
            <a:pPr defTabSz="342900">
              <a:defRPr sz="900" b="0">
                <a:solidFill>
                  <a:srgbClr val="A0B0C0"/>
                </a:solidFill>
                <a:latin typeface="Calibri"/>
              </a:defRPr>
            </a:pPr>
            <a:r>
              <a:rPr sz="900" dirty="0">
                <a:solidFill>
                  <a:srgbClr val="A0B0C0"/>
                </a:solidFill>
                <a:latin typeface="Calibri"/>
              </a:rPr>
              <a:t>CORE Integrity</a:t>
            </a:r>
            <a:endParaRPr lang="en-US" sz="900" dirty="0">
              <a:solidFill>
                <a:srgbClr val="A0B0C0"/>
              </a:solidFill>
              <a:latin typeface="Calibri"/>
            </a:endParaRPr>
          </a:p>
          <a:p>
            <a:pPr defTabSz="342900">
              <a:defRPr sz="900" b="0">
                <a:solidFill>
                  <a:srgbClr val="A0B0C0"/>
                </a:solidFill>
                <a:latin typeface="Calibri"/>
              </a:defRPr>
            </a:pPr>
            <a:r>
              <a:rPr sz="900" dirty="0">
                <a:solidFill>
                  <a:srgbClr val="A0B0C0"/>
                </a:solidFill>
                <a:latin typeface="Calibri"/>
              </a:rPr>
              <a:t>Self-Audit</a:t>
            </a:r>
          </a:p>
        </p:txBody>
      </p:sp>
      <p:sp>
        <p:nvSpPr>
          <p:cNvPr id="40" name="TextBox 39"/>
          <p:cNvSpPr txBox="1"/>
          <p:nvPr/>
        </p:nvSpPr>
        <p:spPr>
          <a:xfrm>
            <a:off x="445770" y="699516"/>
            <a:ext cx="2057400" cy="150876"/>
          </a:xfrm>
          <a:prstGeom prst="rect">
            <a:avLst/>
          </a:prstGeom>
          <a:noFill/>
        </p:spPr>
        <p:txBody>
          <a:bodyPr wrap="square"/>
          <a:lstStyle/>
          <a:p>
            <a:pPr defTabSz="342900">
              <a:defRPr sz="900" b="1">
                <a:solidFill>
                  <a:srgbClr val="00B4D8"/>
                </a:solidFill>
                <a:latin typeface="Calibri"/>
              </a:defRPr>
            </a:pPr>
            <a:r>
              <a:rPr sz="1200" b="1" dirty="0">
                <a:solidFill>
                  <a:srgbClr val="00B4D8"/>
                </a:solidFill>
                <a:latin typeface="Calibri"/>
              </a:rPr>
              <a:t>INTENT FLOW &gt;&gt;&gt;</a:t>
            </a:r>
          </a:p>
        </p:txBody>
      </p:sp>
      <p:sp>
        <p:nvSpPr>
          <p:cNvPr id="41" name="TextBox 40"/>
          <p:cNvSpPr txBox="1"/>
          <p:nvPr/>
        </p:nvSpPr>
        <p:spPr>
          <a:xfrm rot="16200000">
            <a:off x="714017" y="2690264"/>
            <a:ext cx="1264872" cy="322328"/>
          </a:xfrm>
          <a:prstGeom prst="rect">
            <a:avLst/>
          </a:prstGeom>
          <a:noFill/>
        </p:spPr>
        <p:txBody>
          <a:bodyPr wrap="square"/>
          <a:lstStyle>
            <a:defPPr>
              <a:defRPr lang="en-US"/>
            </a:defPPr>
            <a:lvl1pPr>
              <a:defRPr sz="1600" b="1">
                <a:solidFill>
                  <a:srgbClr val="00B4D8"/>
                </a:solidFill>
                <a:latin typeface="Calibri"/>
              </a:defRPr>
            </a:lvl1pPr>
          </a:lstStyle>
          <a:p>
            <a:pPr defTabSz="342900"/>
            <a:r>
              <a:rPr sz="1200" dirty="0"/>
              <a:t>GUARDRAILS</a:t>
            </a:r>
            <a:r>
              <a:rPr lang="en-US" sz="1500" b="0" dirty="0"/>
              <a:t>&gt;&gt;&gt;</a:t>
            </a:r>
            <a:endParaRPr sz="1200" b="0" dirty="0"/>
          </a:p>
        </p:txBody>
      </p:sp>
      <p:sp>
        <p:nvSpPr>
          <p:cNvPr id="44" name="TextBox 43">
            <a:extLst>
              <a:ext uri="{FF2B5EF4-FFF2-40B4-BE49-F238E27FC236}">
                <a16:creationId xmlns:a16="http://schemas.microsoft.com/office/drawing/2014/main" id="{10866EF9-CB2C-FF69-8C03-D311FFD35975}"/>
              </a:ext>
            </a:extLst>
          </p:cNvPr>
          <p:cNvSpPr txBox="1"/>
          <p:nvPr/>
        </p:nvSpPr>
        <p:spPr>
          <a:xfrm>
            <a:off x="7767829" y="1124711"/>
            <a:ext cx="884682" cy="1049274"/>
          </a:xfrm>
          <a:prstGeom prst="rect">
            <a:avLst/>
          </a:prstGeom>
          <a:noFill/>
        </p:spPr>
        <p:txBody>
          <a:bodyPr wrap="square"/>
          <a:lstStyle/>
          <a:p>
            <a:pPr defTabSz="342900">
              <a:spcAft>
                <a:spcPts val="150"/>
              </a:spcAft>
              <a:defRPr sz="900" b="0">
                <a:solidFill>
                  <a:srgbClr val="E8ECF0"/>
                </a:solidFill>
                <a:latin typeface="Calibri"/>
              </a:defRPr>
            </a:pPr>
            <a:r>
              <a:rPr sz="900" u="sng" dirty="0">
                <a:solidFill>
                  <a:srgbClr val="E8ECF0"/>
                </a:solidFill>
                <a:latin typeface="Calibri"/>
              </a:rPr>
              <a:t>AI-Centric</a:t>
            </a:r>
            <a:r>
              <a:rPr sz="900" dirty="0">
                <a:solidFill>
                  <a:srgbClr val="E8ECF0"/>
                </a:solidFill>
                <a:latin typeface="Calibri"/>
              </a:rPr>
              <a:t> Autonomy</a:t>
            </a:r>
            <a:endParaRPr lang="en-US" sz="900" dirty="0">
              <a:solidFill>
                <a:srgbClr val="E8ECF0"/>
              </a:solidFill>
              <a:latin typeface="Calibri"/>
            </a:endParaRPr>
          </a:p>
          <a:p>
            <a:pPr defTabSz="342900">
              <a:spcAft>
                <a:spcPts val="150"/>
              </a:spcAft>
              <a:defRPr sz="900" b="0">
                <a:solidFill>
                  <a:srgbClr val="E8ECF0"/>
                </a:solidFill>
                <a:latin typeface="Calibri"/>
              </a:defRPr>
            </a:pPr>
            <a:r>
              <a:rPr sz="900" dirty="0">
                <a:solidFill>
                  <a:srgbClr val="E8ECF0"/>
                </a:solidFill>
                <a:latin typeface="Calibri"/>
              </a:rPr>
              <a:t>Audit</a:t>
            </a:r>
            <a:endParaRPr lang="en-US" sz="900" dirty="0">
              <a:solidFill>
                <a:srgbClr val="E8ECF0"/>
              </a:solidFill>
              <a:latin typeface="Calibri"/>
            </a:endParaRPr>
          </a:p>
          <a:p>
            <a:pPr defTabSz="342900">
              <a:spcAft>
                <a:spcPts val="150"/>
              </a:spcAft>
              <a:defRPr sz="900" b="0">
                <a:solidFill>
                  <a:srgbClr val="E8ECF0"/>
                </a:solidFill>
                <a:latin typeface="Calibri"/>
              </a:defRPr>
            </a:pPr>
            <a:r>
              <a:rPr sz="900" dirty="0">
                <a:solidFill>
                  <a:srgbClr val="E8ECF0"/>
                </a:solidFill>
                <a:latin typeface="Calibri"/>
              </a:rPr>
              <a:t>Ethics</a:t>
            </a:r>
            <a:endParaRPr lang="en-US" sz="900" dirty="0">
              <a:solidFill>
                <a:srgbClr val="E8ECF0"/>
              </a:solidFill>
              <a:latin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bg>
      <p:bgPr>
        <a:solidFill>
          <a:schemeClr val="tx2"/>
        </a:solidFill>
        <a:effectLst/>
      </p:bgPr>
    </p:bg>
    <p:spTree>
      <p:nvGrpSpPr>
        <p:cNvPr id="1" name="">
          <a:extLst>
            <a:ext uri="{FF2B5EF4-FFF2-40B4-BE49-F238E27FC236}">
              <a16:creationId xmlns:a16="http://schemas.microsoft.com/office/drawing/2014/main" id="{529C7FA6-FE7B-59F5-A49B-FAE38492D6D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C10E90D-AA8E-F5D9-8708-EE2D896C0099}"/>
              </a:ext>
            </a:extLst>
          </p:cNvPr>
          <p:cNvSpPr/>
          <p:nvPr/>
        </p:nvSpPr>
        <p:spPr>
          <a:xfrm>
            <a:off x="126018" y="39381"/>
            <a:ext cx="8229600" cy="6858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rPr>
              <a:t>ADAM Agent &amp; Governance Model Layers</a:t>
            </a:r>
            <a:endParaRPr lang="en-US" sz="2800" dirty="0"/>
          </a:p>
        </p:txBody>
      </p:sp>
      <p:sp>
        <p:nvSpPr>
          <p:cNvPr id="18" name="Rectangle 17">
            <a:extLst>
              <a:ext uri="{FF2B5EF4-FFF2-40B4-BE49-F238E27FC236}">
                <a16:creationId xmlns:a16="http://schemas.microsoft.com/office/drawing/2014/main" id="{E1BDCF66-CBF6-D175-AF65-054E16A2CED0}"/>
              </a:ext>
            </a:extLst>
          </p:cNvPr>
          <p:cNvSpPr/>
          <p:nvPr/>
        </p:nvSpPr>
        <p:spPr>
          <a:xfrm>
            <a:off x="753037" y="1045028"/>
            <a:ext cx="7407408" cy="3431244"/>
          </a:xfrm>
          <a:prstGeom prst="rect">
            <a:avLst/>
          </a:prstGeom>
          <a:solidFill>
            <a:schemeClr val="accent1">
              <a:lumMod val="5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1400" b="1" dirty="0">
                <a:solidFill>
                  <a:schemeClr val="tx1"/>
                </a:solidFill>
              </a:rPr>
              <a:t>Human Interface: </a:t>
            </a:r>
            <a:r>
              <a:rPr lang="en-US" sz="1400" dirty="0">
                <a:solidFill>
                  <a:schemeClr val="tx1"/>
                </a:solidFill>
              </a:rPr>
              <a:t>Intent Interpretation Interface</a:t>
            </a:r>
            <a:endParaRPr lang="LID4096" sz="1400" dirty="0">
              <a:solidFill>
                <a:schemeClr val="tx1"/>
              </a:solidFill>
            </a:endParaRPr>
          </a:p>
        </p:txBody>
      </p:sp>
      <p:sp>
        <p:nvSpPr>
          <p:cNvPr id="19" name="TextBox 18">
            <a:extLst>
              <a:ext uri="{FF2B5EF4-FFF2-40B4-BE49-F238E27FC236}">
                <a16:creationId xmlns:a16="http://schemas.microsoft.com/office/drawing/2014/main" id="{E7478949-E976-C51C-F850-11BD9127BA99}"/>
              </a:ext>
            </a:extLst>
          </p:cNvPr>
          <p:cNvSpPr txBox="1"/>
          <p:nvPr/>
        </p:nvSpPr>
        <p:spPr>
          <a:xfrm>
            <a:off x="1037346" y="1313969"/>
            <a:ext cx="6831106" cy="3031674"/>
          </a:xfrm>
          <a:prstGeom prst="rect">
            <a:avLst/>
          </a:prstGeom>
          <a:solidFill>
            <a:schemeClr val="accent1">
              <a:lumMod val="40000"/>
              <a:lumOff val="60000"/>
            </a:schemeClr>
          </a:solidFill>
          <a:ln>
            <a:solidFill>
              <a:schemeClr val="bg1"/>
            </a:solidFill>
          </a:ln>
        </p:spPr>
        <p:txBody>
          <a:bodyPr wrap="none" rtlCol="0">
            <a:noAutofit/>
          </a:bodyPr>
          <a:lstStyle/>
          <a:p>
            <a:pPr algn="ctr"/>
            <a:r>
              <a:rPr lang="en-US" sz="1400" b="1" dirty="0"/>
              <a:t>AI-Facing Digital Twins: </a:t>
            </a:r>
            <a:r>
              <a:rPr lang="en-US" sz="1400" dirty="0"/>
              <a:t>Enterprise Twin</a:t>
            </a:r>
            <a:endParaRPr lang="LID4096" sz="1400" dirty="0"/>
          </a:p>
        </p:txBody>
      </p:sp>
      <p:sp>
        <p:nvSpPr>
          <p:cNvPr id="32" name="Rectangle 31">
            <a:extLst>
              <a:ext uri="{FF2B5EF4-FFF2-40B4-BE49-F238E27FC236}">
                <a16:creationId xmlns:a16="http://schemas.microsoft.com/office/drawing/2014/main" id="{029E6BD6-4C30-49FE-7A90-958924975315}"/>
              </a:ext>
            </a:extLst>
          </p:cNvPr>
          <p:cNvSpPr/>
          <p:nvPr/>
        </p:nvSpPr>
        <p:spPr>
          <a:xfrm>
            <a:off x="1352391" y="1582910"/>
            <a:ext cx="6270172" cy="2676123"/>
          </a:xfrm>
          <a:prstGeom prst="rect">
            <a:avLst/>
          </a:prstGeom>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1400" b="1" dirty="0">
                <a:solidFill>
                  <a:schemeClr val="tx1"/>
                </a:solidFill>
              </a:rPr>
              <a:t>Meta-Governance: </a:t>
            </a:r>
            <a:r>
              <a:rPr lang="en-US" sz="1400" dirty="0">
                <a:solidFill>
                  <a:schemeClr val="tx1"/>
                </a:solidFill>
              </a:rPr>
              <a:t>Autonomy Stability</a:t>
            </a:r>
            <a:endParaRPr lang="LID4096" sz="1400" dirty="0">
              <a:solidFill>
                <a:schemeClr val="tx1"/>
              </a:solidFill>
            </a:endParaRPr>
          </a:p>
        </p:txBody>
      </p:sp>
      <p:sp>
        <p:nvSpPr>
          <p:cNvPr id="33" name="Rectangle 32">
            <a:extLst>
              <a:ext uri="{FF2B5EF4-FFF2-40B4-BE49-F238E27FC236}">
                <a16:creationId xmlns:a16="http://schemas.microsoft.com/office/drawing/2014/main" id="{ADCE8354-5058-389F-EF96-F878589AB810}"/>
              </a:ext>
            </a:extLst>
          </p:cNvPr>
          <p:cNvSpPr/>
          <p:nvPr/>
        </p:nvSpPr>
        <p:spPr>
          <a:xfrm>
            <a:off x="1659752" y="1844166"/>
            <a:ext cx="5670817" cy="2351315"/>
          </a:xfrm>
          <a:prstGeom prst="rect">
            <a:avLst/>
          </a:prstGeom>
          <a:solidFill>
            <a:schemeClr val="accent1">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t" anchorCtr="0"/>
          <a:lstStyle/>
          <a:p>
            <a:pPr algn="ctr"/>
            <a:r>
              <a:rPr lang="en-US" sz="1400" b="1" dirty="0">
                <a:solidFill>
                  <a:schemeClr val="tx1"/>
                </a:solidFill>
              </a:rPr>
              <a:t>Orchestration: </a:t>
            </a:r>
            <a:r>
              <a:rPr lang="en-US" sz="1400" dirty="0">
                <a:solidFill>
                  <a:schemeClr val="tx1"/>
                </a:solidFill>
              </a:rPr>
              <a:t>Policy &amp; Governance</a:t>
            </a:r>
            <a:endParaRPr lang="LID4096" sz="1400" dirty="0">
              <a:solidFill>
                <a:schemeClr val="tx1"/>
              </a:solidFill>
            </a:endParaRPr>
          </a:p>
        </p:txBody>
      </p:sp>
      <p:sp>
        <p:nvSpPr>
          <p:cNvPr id="35" name="TextBox 34">
            <a:extLst>
              <a:ext uri="{FF2B5EF4-FFF2-40B4-BE49-F238E27FC236}">
                <a16:creationId xmlns:a16="http://schemas.microsoft.com/office/drawing/2014/main" id="{3C172FE1-FAD7-87FE-4649-49276C41BE7C}"/>
              </a:ext>
            </a:extLst>
          </p:cNvPr>
          <p:cNvSpPr txBox="1"/>
          <p:nvPr/>
        </p:nvSpPr>
        <p:spPr>
          <a:xfrm>
            <a:off x="1967114" y="2097740"/>
            <a:ext cx="5063778" cy="1905640"/>
          </a:xfrm>
          <a:prstGeom prst="rect">
            <a:avLst/>
          </a:prstGeom>
          <a:solidFill>
            <a:srgbClr val="4472C4"/>
          </a:solidFill>
          <a:ln>
            <a:solidFill>
              <a:schemeClr val="bg1"/>
            </a:solidFill>
          </a:ln>
        </p:spPr>
        <p:txBody>
          <a:bodyPr wrap="square" rtlCol="0">
            <a:noAutofit/>
          </a:bodyPr>
          <a:lstStyle/>
          <a:p>
            <a:pPr algn="ctr"/>
            <a:r>
              <a:rPr lang="en-US" sz="1400" b="1" dirty="0"/>
              <a:t>Domain Governance: </a:t>
            </a:r>
            <a:r>
              <a:rPr lang="en-US" sz="1400" dirty="0"/>
              <a:t>Financial Governance</a:t>
            </a:r>
            <a:endParaRPr lang="LID4096" sz="1400" dirty="0"/>
          </a:p>
        </p:txBody>
      </p:sp>
      <p:sp>
        <p:nvSpPr>
          <p:cNvPr id="36" name="TextBox 35">
            <a:extLst>
              <a:ext uri="{FF2B5EF4-FFF2-40B4-BE49-F238E27FC236}">
                <a16:creationId xmlns:a16="http://schemas.microsoft.com/office/drawing/2014/main" id="{DFB6A044-B6C1-4EEB-F6C7-91B452E0B0B2}"/>
              </a:ext>
            </a:extLst>
          </p:cNvPr>
          <p:cNvSpPr txBox="1"/>
          <p:nvPr/>
        </p:nvSpPr>
        <p:spPr>
          <a:xfrm>
            <a:off x="2213003" y="2408943"/>
            <a:ext cx="4548948" cy="1379284"/>
          </a:xfrm>
          <a:prstGeom prst="rect">
            <a:avLst/>
          </a:prstGeom>
          <a:solidFill>
            <a:schemeClr val="accent1">
              <a:lumMod val="75000"/>
            </a:schemeClr>
          </a:solidFill>
          <a:ln>
            <a:solidFill>
              <a:schemeClr val="bg1"/>
            </a:solidFill>
          </a:ln>
        </p:spPr>
        <p:txBody>
          <a:bodyPr wrap="square" rtlCol="0">
            <a:noAutofit/>
          </a:bodyPr>
          <a:lstStyle/>
          <a:p>
            <a:pPr algn="ctr"/>
            <a:r>
              <a:rPr lang="en-US" sz="1400" b="1" dirty="0"/>
              <a:t>Agent Work Groups</a:t>
            </a:r>
            <a:endParaRPr lang="LID4096" sz="1400" b="1" dirty="0"/>
          </a:p>
        </p:txBody>
      </p:sp>
      <p:sp>
        <p:nvSpPr>
          <p:cNvPr id="37" name="TextBox 36">
            <a:extLst>
              <a:ext uri="{FF2B5EF4-FFF2-40B4-BE49-F238E27FC236}">
                <a16:creationId xmlns:a16="http://schemas.microsoft.com/office/drawing/2014/main" id="{369FABAA-B7F9-7D4B-ADC0-B58396DF3358}"/>
              </a:ext>
            </a:extLst>
          </p:cNvPr>
          <p:cNvSpPr txBox="1"/>
          <p:nvPr/>
        </p:nvSpPr>
        <p:spPr>
          <a:xfrm>
            <a:off x="2497312" y="2689410"/>
            <a:ext cx="4018750" cy="852927"/>
          </a:xfrm>
          <a:prstGeom prst="rect">
            <a:avLst/>
          </a:prstGeom>
          <a:solidFill>
            <a:srgbClr val="203864"/>
          </a:solidFill>
          <a:ln>
            <a:solidFill>
              <a:schemeClr val="bg1"/>
            </a:solidFill>
          </a:ln>
        </p:spPr>
        <p:txBody>
          <a:bodyPr wrap="square" rtlCol="0">
            <a:noAutofit/>
          </a:bodyPr>
          <a:lstStyle/>
          <a:p>
            <a:endParaRPr lang="LID4096" sz="1400" dirty="0"/>
          </a:p>
        </p:txBody>
      </p:sp>
      <p:sp>
        <p:nvSpPr>
          <p:cNvPr id="38" name="Oval 37">
            <a:extLst>
              <a:ext uri="{FF2B5EF4-FFF2-40B4-BE49-F238E27FC236}">
                <a16:creationId xmlns:a16="http://schemas.microsoft.com/office/drawing/2014/main" id="{5EF29059-D54F-314A-6B17-ACB55FD194D2}"/>
              </a:ext>
            </a:extLst>
          </p:cNvPr>
          <p:cNvSpPr/>
          <p:nvPr/>
        </p:nvSpPr>
        <p:spPr>
          <a:xfrm>
            <a:off x="2681729" y="2825322"/>
            <a:ext cx="683879" cy="61712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39" name="Oval 38">
            <a:extLst>
              <a:ext uri="{FF2B5EF4-FFF2-40B4-BE49-F238E27FC236}">
                <a16:creationId xmlns:a16="http://schemas.microsoft.com/office/drawing/2014/main" id="{AE35F6FF-FACE-8F1A-0098-BF26B4AF1770}"/>
              </a:ext>
            </a:extLst>
          </p:cNvPr>
          <p:cNvSpPr/>
          <p:nvPr/>
        </p:nvSpPr>
        <p:spPr>
          <a:xfrm>
            <a:off x="3575637" y="2825322"/>
            <a:ext cx="683879" cy="6171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0" name="Oval 39">
            <a:extLst>
              <a:ext uri="{FF2B5EF4-FFF2-40B4-BE49-F238E27FC236}">
                <a16:creationId xmlns:a16="http://schemas.microsoft.com/office/drawing/2014/main" id="{4028C985-40A2-EC53-38F7-A77B915ACD4D}"/>
              </a:ext>
            </a:extLst>
          </p:cNvPr>
          <p:cNvSpPr/>
          <p:nvPr/>
        </p:nvSpPr>
        <p:spPr>
          <a:xfrm>
            <a:off x="4710314" y="2825322"/>
            <a:ext cx="683879" cy="61712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1" name="Oval 40">
            <a:extLst>
              <a:ext uri="{FF2B5EF4-FFF2-40B4-BE49-F238E27FC236}">
                <a16:creationId xmlns:a16="http://schemas.microsoft.com/office/drawing/2014/main" id="{7979D134-05D7-DE71-64F8-9422E16B6382}"/>
              </a:ext>
            </a:extLst>
          </p:cNvPr>
          <p:cNvSpPr/>
          <p:nvPr/>
        </p:nvSpPr>
        <p:spPr>
          <a:xfrm>
            <a:off x="5613188" y="2825322"/>
            <a:ext cx="683879" cy="617124"/>
          </a:xfrm>
          <a:prstGeom prst="ellipse">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2" name="TextBox 41">
            <a:extLst>
              <a:ext uri="{FF2B5EF4-FFF2-40B4-BE49-F238E27FC236}">
                <a16:creationId xmlns:a16="http://schemas.microsoft.com/office/drawing/2014/main" id="{0353AA0D-0894-28E1-9300-C7F10E2797E7}"/>
              </a:ext>
            </a:extLst>
          </p:cNvPr>
          <p:cNvSpPr txBox="1"/>
          <p:nvPr/>
        </p:nvSpPr>
        <p:spPr>
          <a:xfrm>
            <a:off x="3450386" y="2911956"/>
            <a:ext cx="934379" cy="461665"/>
          </a:xfrm>
          <a:prstGeom prst="rect">
            <a:avLst/>
          </a:prstGeom>
          <a:noFill/>
        </p:spPr>
        <p:txBody>
          <a:bodyPr wrap="square" rtlCol="0">
            <a:spAutoFit/>
          </a:bodyPr>
          <a:lstStyle/>
          <a:p>
            <a:pPr algn="ctr"/>
            <a:r>
              <a:rPr lang="en-US" sz="1200" dirty="0"/>
              <a:t>Worker</a:t>
            </a:r>
          </a:p>
          <a:p>
            <a:pPr algn="ctr"/>
            <a:r>
              <a:rPr lang="en-US" sz="1200" dirty="0"/>
              <a:t>Agents</a:t>
            </a:r>
            <a:endParaRPr lang="LID4096" sz="1200" dirty="0"/>
          </a:p>
        </p:txBody>
      </p:sp>
      <p:sp>
        <p:nvSpPr>
          <p:cNvPr id="43" name="TextBox 42">
            <a:extLst>
              <a:ext uri="{FF2B5EF4-FFF2-40B4-BE49-F238E27FC236}">
                <a16:creationId xmlns:a16="http://schemas.microsoft.com/office/drawing/2014/main" id="{0FDE94F9-2118-8A7E-5EAC-AD063FD920C4}"/>
              </a:ext>
            </a:extLst>
          </p:cNvPr>
          <p:cNvSpPr txBox="1"/>
          <p:nvPr/>
        </p:nvSpPr>
        <p:spPr>
          <a:xfrm>
            <a:off x="4594794" y="2899785"/>
            <a:ext cx="934379" cy="461665"/>
          </a:xfrm>
          <a:prstGeom prst="rect">
            <a:avLst/>
          </a:prstGeom>
          <a:noFill/>
        </p:spPr>
        <p:txBody>
          <a:bodyPr wrap="square" rtlCol="0">
            <a:spAutoFit/>
          </a:bodyPr>
          <a:lstStyle/>
          <a:p>
            <a:pPr algn="ctr"/>
            <a:r>
              <a:rPr lang="en-US" sz="1200" dirty="0"/>
              <a:t>Worker</a:t>
            </a:r>
          </a:p>
          <a:p>
            <a:pPr algn="ctr"/>
            <a:r>
              <a:rPr lang="en-US" sz="1200" dirty="0"/>
              <a:t>Agents</a:t>
            </a:r>
            <a:endParaRPr lang="LID4096" sz="1200" dirty="0"/>
          </a:p>
        </p:txBody>
      </p:sp>
      <p:sp>
        <p:nvSpPr>
          <p:cNvPr id="44" name="TextBox 43">
            <a:extLst>
              <a:ext uri="{FF2B5EF4-FFF2-40B4-BE49-F238E27FC236}">
                <a16:creationId xmlns:a16="http://schemas.microsoft.com/office/drawing/2014/main" id="{91CE5735-B64C-C59F-0E82-BE4FFECC3C1B}"/>
              </a:ext>
            </a:extLst>
          </p:cNvPr>
          <p:cNvSpPr txBox="1"/>
          <p:nvPr/>
        </p:nvSpPr>
        <p:spPr>
          <a:xfrm>
            <a:off x="5494853" y="2918068"/>
            <a:ext cx="934379" cy="461665"/>
          </a:xfrm>
          <a:prstGeom prst="rect">
            <a:avLst/>
          </a:prstGeom>
          <a:noFill/>
        </p:spPr>
        <p:txBody>
          <a:bodyPr wrap="square" rtlCol="0">
            <a:spAutoFit/>
          </a:bodyPr>
          <a:lstStyle/>
          <a:p>
            <a:pPr algn="ctr"/>
            <a:r>
              <a:rPr lang="en-US" sz="1200" dirty="0"/>
              <a:t>Watcher</a:t>
            </a:r>
          </a:p>
          <a:p>
            <a:pPr algn="ctr"/>
            <a:r>
              <a:rPr lang="en-US" sz="1200" dirty="0"/>
              <a:t>Agent</a:t>
            </a:r>
            <a:endParaRPr lang="LID4096" sz="1200" dirty="0"/>
          </a:p>
        </p:txBody>
      </p:sp>
      <p:sp>
        <p:nvSpPr>
          <p:cNvPr id="45" name="TextBox 44">
            <a:extLst>
              <a:ext uri="{FF2B5EF4-FFF2-40B4-BE49-F238E27FC236}">
                <a16:creationId xmlns:a16="http://schemas.microsoft.com/office/drawing/2014/main" id="{9C0D7B6A-C4C2-CAA4-6E83-F27B6FE48A3D}"/>
              </a:ext>
            </a:extLst>
          </p:cNvPr>
          <p:cNvSpPr txBox="1"/>
          <p:nvPr/>
        </p:nvSpPr>
        <p:spPr>
          <a:xfrm>
            <a:off x="2563392" y="2909103"/>
            <a:ext cx="934379" cy="461665"/>
          </a:xfrm>
          <a:prstGeom prst="rect">
            <a:avLst/>
          </a:prstGeom>
          <a:noFill/>
        </p:spPr>
        <p:txBody>
          <a:bodyPr wrap="square" rtlCol="0">
            <a:spAutoFit/>
          </a:bodyPr>
          <a:lstStyle/>
          <a:p>
            <a:pPr algn="ctr"/>
            <a:r>
              <a:rPr lang="en-US" sz="1200" dirty="0"/>
              <a:t>Watcher</a:t>
            </a:r>
          </a:p>
          <a:p>
            <a:pPr algn="ctr"/>
            <a:r>
              <a:rPr lang="en-US" sz="1200" dirty="0"/>
              <a:t>Agent</a:t>
            </a:r>
            <a:endParaRPr lang="LID4096" sz="1200" dirty="0"/>
          </a:p>
        </p:txBody>
      </p:sp>
      <p:sp>
        <p:nvSpPr>
          <p:cNvPr id="46" name="Arrow: Right 45">
            <a:extLst>
              <a:ext uri="{FF2B5EF4-FFF2-40B4-BE49-F238E27FC236}">
                <a16:creationId xmlns:a16="http://schemas.microsoft.com/office/drawing/2014/main" id="{2929C69C-81E2-A461-3039-DCC98D8E374F}"/>
              </a:ext>
            </a:extLst>
          </p:cNvPr>
          <p:cNvSpPr/>
          <p:nvPr/>
        </p:nvSpPr>
        <p:spPr>
          <a:xfrm>
            <a:off x="3350240" y="2989088"/>
            <a:ext cx="284309" cy="268941"/>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7" name="Arrow: Right 46">
            <a:extLst>
              <a:ext uri="{FF2B5EF4-FFF2-40B4-BE49-F238E27FC236}">
                <a16:creationId xmlns:a16="http://schemas.microsoft.com/office/drawing/2014/main" id="{C3753582-1D9C-3970-6386-595A012572B6}"/>
              </a:ext>
            </a:extLst>
          </p:cNvPr>
          <p:cNvSpPr/>
          <p:nvPr/>
        </p:nvSpPr>
        <p:spPr>
          <a:xfrm rot="10800000">
            <a:off x="5361536" y="3000921"/>
            <a:ext cx="284309" cy="268941"/>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LID4096"/>
          </a:p>
        </p:txBody>
      </p:sp>
      <p:sp>
        <p:nvSpPr>
          <p:cNvPr id="48" name="TextBox 47">
            <a:extLst>
              <a:ext uri="{FF2B5EF4-FFF2-40B4-BE49-F238E27FC236}">
                <a16:creationId xmlns:a16="http://schemas.microsoft.com/office/drawing/2014/main" id="{CD2DA3C9-7DDC-0951-98A7-2B8D003E8EE4}"/>
              </a:ext>
            </a:extLst>
          </p:cNvPr>
          <p:cNvSpPr txBox="1"/>
          <p:nvPr/>
        </p:nvSpPr>
        <p:spPr>
          <a:xfrm rot="16200000">
            <a:off x="-481900" y="2563855"/>
            <a:ext cx="2730715" cy="307777"/>
          </a:xfrm>
          <a:prstGeom prst="rect">
            <a:avLst/>
          </a:prstGeom>
          <a:noFill/>
        </p:spPr>
        <p:txBody>
          <a:bodyPr wrap="square" rtlCol="0">
            <a:spAutoFit/>
          </a:bodyPr>
          <a:lstStyle/>
          <a:p>
            <a:r>
              <a:rPr lang="en-US" sz="1400" dirty="0"/>
              <a:t>Trust Gateway Interface</a:t>
            </a:r>
            <a:endParaRPr lang="LID4096" sz="1400" dirty="0"/>
          </a:p>
        </p:txBody>
      </p:sp>
      <p:sp>
        <p:nvSpPr>
          <p:cNvPr id="49" name="TextBox 48">
            <a:extLst>
              <a:ext uri="{FF2B5EF4-FFF2-40B4-BE49-F238E27FC236}">
                <a16:creationId xmlns:a16="http://schemas.microsoft.com/office/drawing/2014/main" id="{8894ABA5-FF99-5A9F-07F6-B37F5AB14B52}"/>
              </a:ext>
            </a:extLst>
          </p:cNvPr>
          <p:cNvSpPr txBox="1"/>
          <p:nvPr/>
        </p:nvSpPr>
        <p:spPr>
          <a:xfrm rot="16200000">
            <a:off x="-160452" y="2324371"/>
            <a:ext cx="2730715" cy="307777"/>
          </a:xfrm>
          <a:prstGeom prst="rect">
            <a:avLst/>
          </a:prstGeom>
          <a:noFill/>
        </p:spPr>
        <p:txBody>
          <a:bodyPr wrap="square" rtlCol="0">
            <a:spAutoFit/>
          </a:bodyPr>
          <a:lstStyle/>
          <a:p>
            <a:r>
              <a:rPr lang="en-US" sz="1400" dirty="0"/>
              <a:t>Operational Twin</a:t>
            </a:r>
            <a:endParaRPr lang="LID4096" sz="1400" dirty="0"/>
          </a:p>
        </p:txBody>
      </p:sp>
      <p:sp>
        <p:nvSpPr>
          <p:cNvPr id="50" name="TextBox 49">
            <a:extLst>
              <a:ext uri="{FF2B5EF4-FFF2-40B4-BE49-F238E27FC236}">
                <a16:creationId xmlns:a16="http://schemas.microsoft.com/office/drawing/2014/main" id="{2CE624A1-E800-1662-E706-3256EED94820}"/>
              </a:ext>
            </a:extLst>
          </p:cNvPr>
          <p:cNvSpPr txBox="1"/>
          <p:nvPr/>
        </p:nvSpPr>
        <p:spPr>
          <a:xfrm rot="16200000">
            <a:off x="139224" y="2501103"/>
            <a:ext cx="2730715" cy="307777"/>
          </a:xfrm>
          <a:prstGeom prst="rect">
            <a:avLst/>
          </a:prstGeom>
          <a:noFill/>
        </p:spPr>
        <p:txBody>
          <a:bodyPr wrap="square" rtlCol="0">
            <a:spAutoFit/>
          </a:bodyPr>
          <a:lstStyle/>
          <a:p>
            <a:r>
              <a:rPr lang="en-US" sz="1400" dirty="0"/>
              <a:t>CORE Graph Integrity</a:t>
            </a:r>
            <a:endParaRPr lang="LID4096" sz="1400" dirty="0"/>
          </a:p>
        </p:txBody>
      </p:sp>
      <p:sp>
        <p:nvSpPr>
          <p:cNvPr id="51" name="TextBox 50">
            <a:extLst>
              <a:ext uri="{FF2B5EF4-FFF2-40B4-BE49-F238E27FC236}">
                <a16:creationId xmlns:a16="http://schemas.microsoft.com/office/drawing/2014/main" id="{CF0C888C-7CB3-0FE1-3E2E-14778A2FB6B6}"/>
              </a:ext>
            </a:extLst>
          </p:cNvPr>
          <p:cNvSpPr txBox="1"/>
          <p:nvPr/>
        </p:nvSpPr>
        <p:spPr>
          <a:xfrm rot="16200000">
            <a:off x="415848" y="2516471"/>
            <a:ext cx="2730715" cy="307777"/>
          </a:xfrm>
          <a:prstGeom prst="rect">
            <a:avLst/>
          </a:prstGeom>
          <a:noFill/>
        </p:spPr>
        <p:txBody>
          <a:bodyPr wrap="square" rtlCol="0">
            <a:spAutoFit/>
          </a:bodyPr>
          <a:lstStyle/>
          <a:p>
            <a:r>
              <a:rPr lang="en-US" sz="1400" dirty="0"/>
              <a:t>Exception &amp; Escalation</a:t>
            </a:r>
            <a:endParaRPr lang="LID4096" sz="1400" dirty="0"/>
          </a:p>
        </p:txBody>
      </p:sp>
      <p:sp>
        <p:nvSpPr>
          <p:cNvPr id="52" name="TextBox 51">
            <a:extLst>
              <a:ext uri="{FF2B5EF4-FFF2-40B4-BE49-F238E27FC236}">
                <a16:creationId xmlns:a16="http://schemas.microsoft.com/office/drawing/2014/main" id="{B420067C-EA13-771E-61E3-C7A2BDFE92BF}"/>
              </a:ext>
            </a:extLst>
          </p:cNvPr>
          <p:cNvSpPr txBox="1"/>
          <p:nvPr/>
        </p:nvSpPr>
        <p:spPr>
          <a:xfrm rot="16200000">
            <a:off x="715524" y="2385843"/>
            <a:ext cx="2730715" cy="307777"/>
          </a:xfrm>
          <a:prstGeom prst="rect">
            <a:avLst/>
          </a:prstGeom>
          <a:noFill/>
        </p:spPr>
        <p:txBody>
          <a:bodyPr wrap="square" rtlCol="0">
            <a:spAutoFit/>
          </a:bodyPr>
          <a:lstStyle/>
          <a:p>
            <a:r>
              <a:rPr lang="en-US" sz="1400" dirty="0"/>
              <a:t>Legal &amp; Compliance</a:t>
            </a:r>
            <a:endParaRPr lang="LID4096" sz="1400" dirty="0"/>
          </a:p>
        </p:txBody>
      </p:sp>
      <p:sp>
        <p:nvSpPr>
          <p:cNvPr id="53" name="TextBox 52">
            <a:extLst>
              <a:ext uri="{FF2B5EF4-FFF2-40B4-BE49-F238E27FC236}">
                <a16:creationId xmlns:a16="http://schemas.microsoft.com/office/drawing/2014/main" id="{E3E24F4C-6AC5-6486-2B7B-7BAB39EFC056}"/>
              </a:ext>
            </a:extLst>
          </p:cNvPr>
          <p:cNvSpPr txBox="1"/>
          <p:nvPr/>
        </p:nvSpPr>
        <p:spPr>
          <a:xfrm rot="16200000">
            <a:off x="946044" y="2316687"/>
            <a:ext cx="2730715" cy="307777"/>
          </a:xfrm>
          <a:prstGeom prst="rect">
            <a:avLst/>
          </a:prstGeom>
          <a:noFill/>
        </p:spPr>
        <p:txBody>
          <a:bodyPr wrap="square" rtlCol="0">
            <a:spAutoFit/>
          </a:bodyPr>
          <a:lstStyle/>
          <a:p>
            <a:r>
              <a:rPr lang="en-US" sz="1400" dirty="0"/>
              <a:t>Audit &amp; Evidence</a:t>
            </a:r>
            <a:endParaRPr lang="LID4096" sz="1400" dirty="0"/>
          </a:p>
        </p:txBody>
      </p:sp>
      <p:sp>
        <p:nvSpPr>
          <p:cNvPr id="54" name="TextBox 53">
            <a:extLst>
              <a:ext uri="{FF2B5EF4-FFF2-40B4-BE49-F238E27FC236}">
                <a16:creationId xmlns:a16="http://schemas.microsoft.com/office/drawing/2014/main" id="{ADBE5E9B-D800-7FF7-0BBB-4260D94F3638}"/>
              </a:ext>
            </a:extLst>
          </p:cNvPr>
          <p:cNvSpPr txBox="1"/>
          <p:nvPr/>
        </p:nvSpPr>
        <p:spPr>
          <a:xfrm rot="5400000">
            <a:off x="6655256" y="3361711"/>
            <a:ext cx="2730715" cy="307777"/>
          </a:xfrm>
          <a:prstGeom prst="rect">
            <a:avLst/>
          </a:prstGeom>
          <a:noFill/>
        </p:spPr>
        <p:txBody>
          <a:bodyPr wrap="square" rtlCol="0">
            <a:spAutoFit/>
          </a:bodyPr>
          <a:lstStyle/>
          <a:p>
            <a:r>
              <a:rPr lang="en-US" sz="1400" dirty="0"/>
              <a:t>Explain-Back Interface</a:t>
            </a:r>
            <a:endParaRPr lang="LID4096" sz="1400" dirty="0"/>
          </a:p>
        </p:txBody>
      </p:sp>
      <p:sp>
        <p:nvSpPr>
          <p:cNvPr id="55" name="TextBox 54">
            <a:extLst>
              <a:ext uri="{FF2B5EF4-FFF2-40B4-BE49-F238E27FC236}">
                <a16:creationId xmlns:a16="http://schemas.microsoft.com/office/drawing/2014/main" id="{FE94C97E-321F-B9E2-31D8-C7A8F5300112}"/>
              </a:ext>
            </a:extLst>
          </p:cNvPr>
          <p:cNvSpPr txBox="1"/>
          <p:nvPr/>
        </p:nvSpPr>
        <p:spPr>
          <a:xfrm rot="5400000">
            <a:off x="6392720" y="3529479"/>
            <a:ext cx="2730715" cy="307777"/>
          </a:xfrm>
          <a:prstGeom prst="rect">
            <a:avLst/>
          </a:prstGeom>
          <a:noFill/>
        </p:spPr>
        <p:txBody>
          <a:bodyPr wrap="square" rtlCol="0">
            <a:spAutoFit/>
          </a:bodyPr>
          <a:lstStyle/>
          <a:p>
            <a:r>
              <a:rPr lang="en-US" sz="1400" dirty="0"/>
              <a:t>Economic Twin</a:t>
            </a:r>
            <a:endParaRPr lang="LID4096" sz="1400" dirty="0"/>
          </a:p>
        </p:txBody>
      </p:sp>
      <p:sp>
        <p:nvSpPr>
          <p:cNvPr id="56" name="TextBox 55">
            <a:extLst>
              <a:ext uri="{FF2B5EF4-FFF2-40B4-BE49-F238E27FC236}">
                <a16:creationId xmlns:a16="http://schemas.microsoft.com/office/drawing/2014/main" id="{36F36BA0-4D16-E7EF-ED8F-115E9314EAA2}"/>
              </a:ext>
            </a:extLst>
          </p:cNvPr>
          <p:cNvSpPr txBox="1"/>
          <p:nvPr/>
        </p:nvSpPr>
        <p:spPr>
          <a:xfrm rot="5400000">
            <a:off x="6123780" y="3460323"/>
            <a:ext cx="2730715" cy="307777"/>
          </a:xfrm>
          <a:prstGeom prst="rect">
            <a:avLst/>
          </a:prstGeom>
          <a:noFill/>
        </p:spPr>
        <p:txBody>
          <a:bodyPr wrap="square" rtlCol="0">
            <a:spAutoFit/>
          </a:bodyPr>
          <a:lstStyle/>
          <a:p>
            <a:r>
              <a:rPr lang="en-US" sz="1400" dirty="0"/>
              <a:t>Self-Audit Readiness</a:t>
            </a:r>
            <a:endParaRPr lang="LID4096" sz="1400" dirty="0"/>
          </a:p>
        </p:txBody>
      </p:sp>
      <p:sp>
        <p:nvSpPr>
          <p:cNvPr id="57" name="TextBox 56">
            <a:extLst>
              <a:ext uri="{FF2B5EF4-FFF2-40B4-BE49-F238E27FC236}">
                <a16:creationId xmlns:a16="http://schemas.microsoft.com/office/drawing/2014/main" id="{F0B116C6-EC21-F985-8782-8F310062DB50}"/>
              </a:ext>
            </a:extLst>
          </p:cNvPr>
          <p:cNvSpPr txBox="1"/>
          <p:nvPr/>
        </p:nvSpPr>
        <p:spPr>
          <a:xfrm rot="5400000">
            <a:off x="5847156" y="3567899"/>
            <a:ext cx="2730715" cy="307777"/>
          </a:xfrm>
          <a:prstGeom prst="rect">
            <a:avLst/>
          </a:prstGeom>
          <a:noFill/>
        </p:spPr>
        <p:txBody>
          <a:bodyPr wrap="square" rtlCol="0">
            <a:spAutoFit/>
          </a:bodyPr>
          <a:lstStyle/>
          <a:p>
            <a:r>
              <a:rPr lang="en-US" sz="1400" dirty="0"/>
              <a:t>Evidence Capture</a:t>
            </a:r>
            <a:endParaRPr lang="LID4096" sz="1400" dirty="0"/>
          </a:p>
        </p:txBody>
      </p:sp>
      <p:sp>
        <p:nvSpPr>
          <p:cNvPr id="58" name="TextBox 57">
            <a:extLst>
              <a:ext uri="{FF2B5EF4-FFF2-40B4-BE49-F238E27FC236}">
                <a16:creationId xmlns:a16="http://schemas.microsoft.com/office/drawing/2014/main" id="{BC869021-CB17-EF10-FD80-B3C8A8006904}"/>
              </a:ext>
            </a:extLst>
          </p:cNvPr>
          <p:cNvSpPr txBox="1"/>
          <p:nvPr/>
        </p:nvSpPr>
        <p:spPr>
          <a:xfrm rot="5400000">
            <a:off x="5539796" y="3583267"/>
            <a:ext cx="2730715" cy="307777"/>
          </a:xfrm>
          <a:prstGeom prst="rect">
            <a:avLst/>
          </a:prstGeom>
          <a:noFill/>
        </p:spPr>
        <p:txBody>
          <a:bodyPr wrap="square" rtlCol="0">
            <a:spAutoFit/>
          </a:bodyPr>
          <a:lstStyle/>
          <a:p>
            <a:r>
              <a:rPr lang="en-US" sz="1400" dirty="0"/>
              <a:t>Enterprise Risk</a:t>
            </a:r>
            <a:endParaRPr lang="LID4096" sz="1400" dirty="0"/>
          </a:p>
        </p:txBody>
      </p:sp>
      <p:sp>
        <p:nvSpPr>
          <p:cNvPr id="59" name="TextBox 58">
            <a:extLst>
              <a:ext uri="{FF2B5EF4-FFF2-40B4-BE49-F238E27FC236}">
                <a16:creationId xmlns:a16="http://schemas.microsoft.com/office/drawing/2014/main" id="{1499B086-3041-8613-5E8D-48753D7460F0}"/>
              </a:ext>
            </a:extLst>
          </p:cNvPr>
          <p:cNvSpPr txBox="1"/>
          <p:nvPr/>
        </p:nvSpPr>
        <p:spPr>
          <a:xfrm rot="5400000">
            <a:off x="5293908" y="3583267"/>
            <a:ext cx="2730715" cy="307777"/>
          </a:xfrm>
          <a:prstGeom prst="rect">
            <a:avLst/>
          </a:prstGeom>
          <a:noFill/>
        </p:spPr>
        <p:txBody>
          <a:bodyPr wrap="square" rtlCol="0">
            <a:spAutoFit/>
          </a:bodyPr>
          <a:lstStyle/>
          <a:p>
            <a:r>
              <a:rPr lang="en-US" sz="1400" dirty="0"/>
              <a:t>Ethics, Risk, Trust</a:t>
            </a:r>
            <a:endParaRPr lang="LID4096" sz="1400" dirty="0"/>
          </a:p>
        </p:txBody>
      </p:sp>
      <p:sp>
        <p:nvSpPr>
          <p:cNvPr id="60" name="TextBox 59">
            <a:extLst>
              <a:ext uri="{FF2B5EF4-FFF2-40B4-BE49-F238E27FC236}">
                <a16:creationId xmlns:a16="http://schemas.microsoft.com/office/drawing/2014/main" id="{BE75D4D6-18A2-48F8-20C7-02AA9BC9CE46}"/>
              </a:ext>
            </a:extLst>
          </p:cNvPr>
          <p:cNvSpPr txBox="1"/>
          <p:nvPr/>
        </p:nvSpPr>
        <p:spPr>
          <a:xfrm>
            <a:off x="2472557" y="3520948"/>
            <a:ext cx="4692902" cy="307777"/>
          </a:xfrm>
          <a:prstGeom prst="rect">
            <a:avLst/>
          </a:prstGeom>
          <a:noFill/>
        </p:spPr>
        <p:txBody>
          <a:bodyPr wrap="square" rtlCol="0">
            <a:spAutoFit/>
          </a:bodyPr>
          <a:lstStyle/>
          <a:p>
            <a:r>
              <a:rPr lang="en-US" sz="1400" dirty="0"/>
              <a:t>Model, Data &amp; Knowledge, Innovation, Corp Strategy</a:t>
            </a:r>
            <a:endParaRPr lang="LID4096" sz="1400" dirty="0"/>
          </a:p>
        </p:txBody>
      </p:sp>
      <p:sp>
        <p:nvSpPr>
          <p:cNvPr id="61" name="TextBox 60">
            <a:extLst>
              <a:ext uri="{FF2B5EF4-FFF2-40B4-BE49-F238E27FC236}">
                <a16:creationId xmlns:a16="http://schemas.microsoft.com/office/drawing/2014/main" id="{2D60A60B-691B-0033-C0D9-95E532D58354}"/>
              </a:ext>
            </a:extLst>
          </p:cNvPr>
          <p:cNvSpPr txBox="1"/>
          <p:nvPr/>
        </p:nvSpPr>
        <p:spPr>
          <a:xfrm>
            <a:off x="3055261" y="3742504"/>
            <a:ext cx="4692902" cy="307777"/>
          </a:xfrm>
          <a:prstGeom prst="rect">
            <a:avLst/>
          </a:prstGeom>
          <a:noFill/>
        </p:spPr>
        <p:txBody>
          <a:bodyPr wrap="square" rtlCol="0">
            <a:spAutoFit/>
          </a:bodyPr>
          <a:lstStyle/>
          <a:p>
            <a:r>
              <a:rPr lang="en-US" sz="1400" dirty="0"/>
              <a:t>Market &amp; Ecosystem, Enterprise Strategy</a:t>
            </a:r>
            <a:endParaRPr lang="LID4096" sz="1400" dirty="0"/>
          </a:p>
        </p:txBody>
      </p:sp>
      <p:sp>
        <p:nvSpPr>
          <p:cNvPr id="62" name="TextBox 61">
            <a:extLst>
              <a:ext uri="{FF2B5EF4-FFF2-40B4-BE49-F238E27FC236}">
                <a16:creationId xmlns:a16="http://schemas.microsoft.com/office/drawing/2014/main" id="{F369F2FD-1B25-A256-26A4-20DA18C6BF31}"/>
              </a:ext>
            </a:extLst>
          </p:cNvPr>
          <p:cNvSpPr txBox="1"/>
          <p:nvPr/>
        </p:nvSpPr>
        <p:spPr>
          <a:xfrm>
            <a:off x="3892817" y="3942288"/>
            <a:ext cx="2358987" cy="307777"/>
          </a:xfrm>
          <a:prstGeom prst="rect">
            <a:avLst/>
          </a:prstGeom>
          <a:noFill/>
        </p:spPr>
        <p:txBody>
          <a:bodyPr wrap="square" rtlCol="0">
            <a:spAutoFit/>
          </a:bodyPr>
          <a:lstStyle/>
          <a:p>
            <a:r>
              <a:rPr lang="en-US" sz="1400" dirty="0"/>
              <a:t>Recovery &amp; Rollback</a:t>
            </a:r>
            <a:endParaRPr lang="LID4096" sz="1400" dirty="0"/>
          </a:p>
        </p:txBody>
      </p:sp>
    </p:spTree>
    <p:extLst>
      <p:ext uri="{BB962C8B-B14F-4D97-AF65-F5344CB8AC3E}">
        <p14:creationId xmlns:p14="http://schemas.microsoft.com/office/powerpoint/2010/main" val="15594254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name="Slide 12">
    <p:bg>
      <p:bgPr>
        <a:solidFill>
          <a:srgbClr val="0D1B2A"/>
        </a:solidFill>
        <a:effectLst/>
      </p:bgPr>
    </p:bg>
    <p:spTree>
      <p:nvGrpSpPr>
        <p:cNvPr id="1" name=""/>
        <p:cNvGrpSpPr/>
        <p:nvPr/>
      </p:nvGrpSpPr>
      <p:grpSpPr>
        <a:xfrm>
          <a:off x="0" y="0"/>
          <a:ext cx="0" cy="0"/>
          <a:chOff x="0" y="0"/>
          <a:chExt cx="0" cy="0"/>
        </a:xfrm>
      </p:grpSpPr>
      <p:sp>
        <p:nvSpPr>
          <p:cNvPr id="2" name="Text 0"/>
          <p:cNvSpPr/>
          <p:nvPr/>
        </p:nvSpPr>
        <p:spPr>
          <a:xfrm>
            <a:off x="548640" y="182880"/>
            <a:ext cx="8229600" cy="685800"/>
          </a:xfrm>
          <a:prstGeom prst="rect">
            <a:avLst/>
          </a:prstGeom>
          <a:noFill/>
          <a:ln/>
        </p:spPr>
        <p:txBody>
          <a:bodyPr wrap="square" lIns="0" tIns="0" rIns="0" bIns="0" rtlCol="0" anchor="ctr"/>
          <a:lstStyle/>
          <a:p>
            <a:pPr marL="0" indent="0">
              <a:buNone/>
            </a:pPr>
            <a:r>
              <a:rPr lang="en-US" sz="3200" b="1" dirty="0">
                <a:solidFill>
                  <a:srgbClr val="FFFFFF"/>
                </a:solidFill>
                <a:latin typeface="Trebuchet MS" pitchFamily="34" charset="0"/>
                <a:ea typeface="Trebuchet MS" pitchFamily="34" charset="-122"/>
                <a:cs typeface="Trebuchet MS" pitchFamily="34" charset="-120"/>
              </a:rPr>
              <a:t>Legally Grounded. Globally Mapped.</a:t>
            </a:r>
            <a:endParaRPr lang="en-US" sz="3200" dirty="0"/>
          </a:p>
        </p:txBody>
      </p:sp>
      <p:pic>
        <p:nvPicPr>
          <p:cNvPr id="3" name="Image 0" descr="preencoded.png"/>
          <p:cNvPicPr>
            <a:picLocks noChangeAspect="1"/>
          </p:cNvPicPr>
          <p:nvPr/>
        </p:nvPicPr>
        <p:blipFill>
          <a:blip r:embed="rId3">
            <a:alphaModFix amt="35000"/>
          </a:blip>
          <a:stretch>
            <a:fillRect/>
          </a:stretch>
        </p:blipFill>
        <p:spPr>
          <a:xfrm>
            <a:off x="7772400" y="137160"/>
            <a:ext cx="1005840" cy="1005840"/>
          </a:xfrm>
          <a:prstGeom prst="rect">
            <a:avLst/>
          </a:prstGeom>
        </p:spPr>
      </p:pic>
      <p:sp>
        <p:nvSpPr>
          <p:cNvPr id="4" name="Shape 1"/>
          <p:cNvSpPr/>
          <p:nvPr/>
        </p:nvSpPr>
        <p:spPr>
          <a:xfrm>
            <a:off x="457200" y="1051560"/>
            <a:ext cx="3931920" cy="2468880"/>
          </a:xfrm>
          <a:prstGeom prst="rect">
            <a:avLst/>
          </a:prstGeom>
          <a:solidFill>
            <a:srgbClr val="1E3A5F"/>
          </a:solidFill>
          <a:ln/>
          <a:effectLst>
            <a:outerShdw blurRad="101600" dist="38100" dir="8100000" algn="bl" rotWithShape="0">
              <a:srgbClr val="000000">
                <a:alpha val="25000"/>
              </a:srgbClr>
            </a:outerShdw>
          </a:effectLst>
        </p:spPr>
      </p:sp>
      <p:sp>
        <p:nvSpPr>
          <p:cNvPr id="5" name="Shape 2"/>
          <p:cNvSpPr/>
          <p:nvPr/>
        </p:nvSpPr>
        <p:spPr>
          <a:xfrm>
            <a:off x="457200" y="1051560"/>
            <a:ext cx="3931920" cy="411480"/>
          </a:xfrm>
          <a:prstGeom prst="rect">
            <a:avLst/>
          </a:prstGeom>
          <a:solidFill>
            <a:srgbClr val="2A9D8F"/>
          </a:solidFill>
          <a:ln/>
        </p:spPr>
      </p:sp>
      <p:sp>
        <p:nvSpPr>
          <p:cNvPr id="6" name="Text 3"/>
          <p:cNvSpPr/>
          <p:nvPr/>
        </p:nvSpPr>
        <p:spPr>
          <a:xfrm>
            <a:off x="457200" y="1051560"/>
            <a:ext cx="393192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ADAM IS</a:t>
            </a:r>
            <a:endParaRPr lang="en-US" sz="1500" dirty="0"/>
          </a:p>
        </p:txBody>
      </p:sp>
      <p:sp>
        <p:nvSpPr>
          <p:cNvPr id="7" name="Text 4"/>
          <p:cNvSpPr/>
          <p:nvPr/>
        </p:nvSpPr>
        <p:spPr>
          <a:xfrm>
            <a:off x="658368" y="157276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A constitutional operating model</a:t>
            </a:r>
            <a:endParaRPr lang="en-US" sz="1100" dirty="0"/>
          </a:p>
        </p:txBody>
      </p:sp>
      <p:sp>
        <p:nvSpPr>
          <p:cNvPr id="8" name="Text 5"/>
          <p:cNvSpPr/>
          <p:nvPr/>
        </p:nvSpPr>
        <p:spPr>
          <a:xfrm>
            <a:off x="658368" y="193852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Delegated authority — explicit, scoped, revocable</a:t>
            </a:r>
            <a:endParaRPr lang="en-US" sz="1100" dirty="0"/>
          </a:p>
        </p:txBody>
      </p:sp>
      <p:sp>
        <p:nvSpPr>
          <p:cNvPr id="9" name="Text 6"/>
          <p:cNvSpPr/>
          <p:nvPr/>
        </p:nvSpPr>
        <p:spPr>
          <a:xfrm>
            <a:off x="658368" y="230428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EU AI Act compatible by design</a:t>
            </a:r>
            <a:endParaRPr lang="en-US" sz="1100" dirty="0"/>
          </a:p>
        </p:txBody>
      </p:sp>
      <p:sp>
        <p:nvSpPr>
          <p:cNvPr id="10" name="Text 7"/>
          <p:cNvSpPr/>
          <p:nvPr/>
        </p:nvSpPr>
        <p:spPr>
          <a:xfrm>
            <a:off x="658368" y="267004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Human accountability at every level</a:t>
            </a:r>
            <a:endParaRPr lang="en-US" sz="1100" dirty="0"/>
          </a:p>
        </p:txBody>
      </p:sp>
      <p:sp>
        <p:nvSpPr>
          <p:cNvPr id="11" name="Text 8"/>
          <p:cNvSpPr/>
          <p:nvPr/>
        </p:nvSpPr>
        <p:spPr>
          <a:xfrm>
            <a:off x="658368" y="303580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Sovereign, vendor-neutral architecture</a:t>
            </a:r>
            <a:endParaRPr lang="en-US" sz="1100" dirty="0"/>
          </a:p>
        </p:txBody>
      </p:sp>
      <p:sp>
        <p:nvSpPr>
          <p:cNvPr id="12" name="Shape 9"/>
          <p:cNvSpPr/>
          <p:nvPr/>
        </p:nvSpPr>
        <p:spPr>
          <a:xfrm>
            <a:off x="4754880" y="1051560"/>
            <a:ext cx="3931920" cy="2468880"/>
          </a:xfrm>
          <a:prstGeom prst="rect">
            <a:avLst/>
          </a:prstGeom>
          <a:solidFill>
            <a:srgbClr val="1E3A5F"/>
          </a:solidFill>
          <a:ln/>
          <a:effectLst>
            <a:outerShdw blurRad="101600" dist="38100" dir="8100000" algn="bl" rotWithShape="0">
              <a:srgbClr val="000000">
                <a:alpha val="25000"/>
              </a:srgbClr>
            </a:outerShdw>
          </a:effectLst>
        </p:spPr>
      </p:sp>
      <p:sp>
        <p:nvSpPr>
          <p:cNvPr id="13" name="Shape 10"/>
          <p:cNvSpPr/>
          <p:nvPr/>
        </p:nvSpPr>
        <p:spPr>
          <a:xfrm>
            <a:off x="4754880" y="1051560"/>
            <a:ext cx="3931920" cy="411480"/>
          </a:xfrm>
          <a:prstGeom prst="rect">
            <a:avLst/>
          </a:prstGeom>
          <a:solidFill>
            <a:srgbClr val="E63946"/>
          </a:solidFill>
          <a:ln/>
        </p:spPr>
      </p:sp>
      <p:sp>
        <p:nvSpPr>
          <p:cNvPr id="14" name="Text 11"/>
          <p:cNvSpPr/>
          <p:nvPr/>
        </p:nvSpPr>
        <p:spPr>
          <a:xfrm>
            <a:off x="4754880" y="1051560"/>
            <a:ext cx="3931920" cy="411480"/>
          </a:xfrm>
          <a:prstGeom prst="rect">
            <a:avLst/>
          </a:prstGeom>
          <a:noFill/>
          <a:ln/>
        </p:spPr>
        <p:txBody>
          <a:bodyPr wrap="square" lIns="0" tIns="0" rIns="0" bIns="0" rtlCol="0" anchor="ctr"/>
          <a:lstStyle/>
          <a:p>
            <a:pPr marL="0" indent="0" algn="ctr">
              <a:buNone/>
            </a:pPr>
            <a:r>
              <a:rPr lang="en-US" sz="1500" b="1" dirty="0">
                <a:solidFill>
                  <a:srgbClr val="FFFFFF"/>
                </a:solidFill>
                <a:latin typeface="Trebuchet MS" pitchFamily="34" charset="0"/>
                <a:ea typeface="Trebuchet MS" pitchFamily="34" charset="-122"/>
                <a:cs typeface="Trebuchet MS" pitchFamily="34" charset="-120"/>
              </a:rPr>
              <a:t>ADAM IS NOT</a:t>
            </a:r>
            <a:endParaRPr lang="en-US" sz="1500" dirty="0"/>
          </a:p>
        </p:txBody>
      </p:sp>
      <p:sp>
        <p:nvSpPr>
          <p:cNvPr id="15" name="Text 12"/>
          <p:cNvSpPr/>
          <p:nvPr/>
        </p:nvSpPr>
        <p:spPr>
          <a:xfrm>
            <a:off x="4956048" y="157276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A legal person or entity</a:t>
            </a:r>
            <a:endParaRPr lang="en-US" sz="1100" dirty="0"/>
          </a:p>
        </p:txBody>
      </p:sp>
      <p:sp>
        <p:nvSpPr>
          <p:cNvPr id="16" name="Text 13"/>
          <p:cNvSpPr/>
          <p:nvPr/>
        </p:nvSpPr>
        <p:spPr>
          <a:xfrm>
            <a:off x="4956048" y="193852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A DAO or blockchain governance</a:t>
            </a:r>
            <a:endParaRPr lang="en-US" sz="1100" dirty="0"/>
          </a:p>
        </p:txBody>
      </p:sp>
      <p:sp>
        <p:nvSpPr>
          <p:cNvPr id="17" name="Text 14"/>
          <p:cNvSpPr/>
          <p:nvPr/>
        </p:nvSpPr>
        <p:spPr>
          <a:xfrm>
            <a:off x="4956048" y="230428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A chatbot framework or AI wrapper</a:t>
            </a:r>
            <a:endParaRPr lang="en-US" sz="1100" dirty="0"/>
          </a:p>
        </p:txBody>
      </p:sp>
      <p:sp>
        <p:nvSpPr>
          <p:cNvPr id="18" name="Text 15"/>
          <p:cNvSpPr/>
          <p:nvPr/>
        </p:nvSpPr>
        <p:spPr>
          <a:xfrm>
            <a:off x="4956048" y="267004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A claim liability shifts to machines</a:t>
            </a:r>
            <a:endParaRPr lang="en-US" sz="1100" dirty="0"/>
          </a:p>
        </p:txBody>
      </p:sp>
      <p:sp>
        <p:nvSpPr>
          <p:cNvPr id="19" name="Text 16"/>
          <p:cNvSpPr/>
          <p:nvPr/>
        </p:nvSpPr>
        <p:spPr>
          <a:xfrm>
            <a:off x="4956048" y="3035808"/>
            <a:ext cx="3474720" cy="320040"/>
          </a:xfrm>
          <a:prstGeom prst="rect">
            <a:avLst/>
          </a:prstGeom>
          <a:noFill/>
          <a:ln/>
        </p:spPr>
        <p:txBody>
          <a:bodyPr wrap="square" lIns="0" tIns="0" rIns="0" bIns="0" rtlCol="0" anchor="ctr"/>
          <a:lstStyle/>
          <a:p>
            <a:pPr marL="0" indent="0">
              <a:buNone/>
            </a:pPr>
            <a:r>
              <a:rPr lang="en-US" sz="1100" dirty="0">
                <a:solidFill>
                  <a:srgbClr val="CAD2C5"/>
                </a:solidFill>
                <a:latin typeface="Calibri" pitchFamily="34" charset="0"/>
                <a:ea typeface="Calibri" pitchFamily="34" charset="-122"/>
                <a:cs typeface="Calibri" pitchFamily="34" charset="-120"/>
              </a:rPr>
              <a:t>✗  Self-amending without human approval</a:t>
            </a:r>
            <a:endParaRPr lang="en-US" sz="1100" dirty="0"/>
          </a:p>
        </p:txBody>
      </p:sp>
      <p:sp>
        <p:nvSpPr>
          <p:cNvPr id="20" name="Shape 17"/>
          <p:cNvSpPr/>
          <p:nvPr/>
        </p:nvSpPr>
        <p:spPr>
          <a:xfrm>
            <a:off x="457200" y="3703320"/>
            <a:ext cx="8229600" cy="1005840"/>
          </a:xfrm>
          <a:prstGeom prst="rect">
            <a:avLst/>
          </a:prstGeom>
          <a:solidFill>
            <a:srgbClr val="1B2838"/>
          </a:solidFill>
          <a:ln/>
        </p:spPr>
      </p:sp>
      <p:sp>
        <p:nvSpPr>
          <p:cNvPr id="21" name="Shape 18"/>
          <p:cNvSpPr/>
          <p:nvPr/>
        </p:nvSpPr>
        <p:spPr>
          <a:xfrm>
            <a:off x="457200" y="3703320"/>
            <a:ext cx="8229600" cy="54864"/>
          </a:xfrm>
          <a:prstGeom prst="rect">
            <a:avLst/>
          </a:prstGeom>
          <a:solidFill>
            <a:srgbClr val="00B4D8"/>
          </a:solidFill>
          <a:ln/>
        </p:spPr>
      </p:sp>
      <p:sp>
        <p:nvSpPr>
          <p:cNvPr id="22" name="Text 19"/>
          <p:cNvSpPr/>
          <p:nvPr/>
        </p:nvSpPr>
        <p:spPr>
          <a:xfrm>
            <a:off x="640080" y="3794760"/>
            <a:ext cx="7863840" cy="274320"/>
          </a:xfrm>
          <a:prstGeom prst="rect">
            <a:avLst/>
          </a:prstGeom>
          <a:noFill/>
          <a:ln/>
        </p:spPr>
        <p:txBody>
          <a:bodyPr wrap="square" lIns="0" tIns="0" rIns="0" bIns="0" rtlCol="0" anchor="ctr"/>
          <a:lstStyle/>
          <a:p>
            <a:pPr marL="0" indent="0">
              <a:buNone/>
            </a:pPr>
            <a:r>
              <a:rPr lang="en-US" sz="1300" b="1" dirty="0">
                <a:solidFill>
                  <a:srgbClr val="00B4D8"/>
                </a:solidFill>
                <a:latin typeface="Trebuchet MS" pitchFamily="34" charset="0"/>
                <a:ea typeface="Trebuchet MS" pitchFamily="34" charset="-122"/>
                <a:cs typeface="Trebuchet MS" pitchFamily="34" charset="-120"/>
              </a:rPr>
              <a:t>BOSS Dimensions Map Directly to Global Compliance Frameworks</a:t>
            </a:r>
            <a:endParaRPr lang="en-US" sz="1300" dirty="0"/>
          </a:p>
        </p:txBody>
      </p:sp>
      <p:sp>
        <p:nvSpPr>
          <p:cNvPr id="23" name="Text 20"/>
          <p:cNvSpPr/>
          <p:nvPr/>
        </p:nvSpPr>
        <p:spPr>
          <a:xfrm>
            <a:off x="640080" y="4114800"/>
            <a:ext cx="7863840" cy="274320"/>
          </a:xfrm>
          <a:prstGeom prst="rect">
            <a:avLst/>
          </a:prstGeom>
          <a:noFill/>
          <a:ln/>
        </p:spPr>
        <p:txBody>
          <a:bodyPr wrap="square" lIns="0" tIns="0" rIns="0" bIns="0" rtlCol="0" anchor="ctr"/>
          <a:lstStyle/>
          <a:p>
            <a:pPr marL="0" indent="0">
              <a:buNone/>
            </a:pPr>
            <a:r>
              <a:rPr lang="en-US" sz="1000" dirty="0">
                <a:solidFill>
                  <a:srgbClr val="FFB703"/>
                </a:solidFill>
                <a:latin typeface="Calibri" pitchFamily="34" charset="0"/>
                <a:ea typeface="Calibri" pitchFamily="34" charset="-122"/>
                <a:cs typeface="Calibri" pitchFamily="34" charset="-120"/>
              </a:rPr>
              <a:t>Sovereignty → EU SEAL  |  Financial → FAIR + COSO  |  Regulatory → EU AI Act + CMMC  |  Security → NIST + MITRE  |  Rights → WIPO  |  Reputation → RepTrak + SASB</a:t>
            </a:r>
            <a:endParaRPr lang="en-US" sz="1000" dirty="0"/>
          </a:p>
        </p:txBody>
      </p:sp>
      <p:sp>
        <p:nvSpPr>
          <p:cNvPr id="24" name="Text 21"/>
          <p:cNvSpPr/>
          <p:nvPr/>
        </p:nvSpPr>
        <p:spPr>
          <a:xfrm>
            <a:off x="640080" y="4407408"/>
            <a:ext cx="7863840" cy="228600"/>
          </a:xfrm>
          <a:prstGeom prst="rect">
            <a:avLst/>
          </a:prstGeom>
          <a:noFill/>
          <a:ln/>
        </p:spPr>
        <p:txBody>
          <a:bodyPr wrap="square" lIns="0" tIns="0" rIns="0" bIns="0" rtlCol="0" anchor="ctr"/>
          <a:lstStyle/>
          <a:p>
            <a:pPr marL="0" indent="0">
              <a:buNone/>
            </a:pPr>
            <a:r>
              <a:rPr lang="en-US" sz="1000" b="1" i="1" dirty="0">
                <a:solidFill>
                  <a:srgbClr val="CAD2C5"/>
                </a:solidFill>
                <a:latin typeface="Calibri" pitchFamily="34" charset="0"/>
                <a:ea typeface="Calibri" pitchFamily="34" charset="-122"/>
                <a:cs typeface="Calibri" pitchFamily="34" charset="-120"/>
              </a:rPr>
              <a:t>Every BOSS score is traceable to an industry framework every auditor recognizes and every regulator expects.</a:t>
            </a:r>
            <a:endParaRPr lang="en-US" sz="1000" b="1" dirty="0"/>
          </a:p>
        </p:txBody>
      </p:sp>
      <p:sp>
        <p:nvSpPr>
          <p:cNvPr id="25" name="Text 22"/>
          <p:cNvSpPr/>
          <p:nvPr/>
        </p:nvSpPr>
        <p:spPr>
          <a:xfrm>
            <a:off x="457200" y="4754880"/>
            <a:ext cx="8412480" cy="320040"/>
          </a:xfrm>
          <a:prstGeom prst="rect">
            <a:avLst/>
          </a:prstGeom>
          <a:noFill/>
          <a:ln/>
        </p:spPr>
        <p:txBody>
          <a:bodyPr wrap="square" lIns="0" tIns="0" rIns="0" bIns="0" rtlCol="0" anchor="ctr"/>
          <a:lstStyle/>
          <a:p>
            <a:pPr marL="0" indent="0">
              <a:buNone/>
            </a:pPr>
            <a:r>
              <a:rPr lang="en-US" sz="1050" i="1" dirty="0">
                <a:solidFill>
                  <a:srgbClr val="00B4D8"/>
                </a:solidFill>
                <a:latin typeface="Calibri" pitchFamily="34" charset="0"/>
                <a:ea typeface="Calibri" pitchFamily="34" charset="-122"/>
                <a:cs typeface="Calibri" pitchFamily="34" charset="-120"/>
              </a:rPr>
              <a:t>ADAM executes autonomously at scale. Legal responsibility remains attached to identifiable humans through delegation, constraints, and evidence.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7AA2CB3-3738-44BC-8CD0-CE927F72D27E}">
  <we:reference id="wa200010001" version="1.0.0.1" store="en-US" storeType="OMEX"/>
  <we:alternateReferences>
    <we:reference id="WA200010001" version="1.0.0.1" store="" storeType="OMEX"/>
  </we:alternateReferences>
  <we:properties>
    <we:property name="claude.fileId" value="&quot;ea0c4acc-ed22-47c3-8d29-94c69106eb07&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521</TotalTime>
  <Words>12435</Words>
  <Application>Microsoft Office PowerPoint</Application>
  <PresentationFormat>On-screen Show (16:9)</PresentationFormat>
  <Paragraphs>1054</Paragraphs>
  <Slides>21</Slides>
  <Notes>21</Notes>
  <HiddenSlides>4</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21</vt:i4>
      </vt:variant>
    </vt:vector>
  </HeadingPairs>
  <TitlesOfParts>
    <vt:vector size="28" baseType="lpstr">
      <vt:lpstr>Arial</vt:lpstr>
      <vt:lpstr>Calibri</vt:lpstr>
      <vt:lpstr>Georgia</vt:lpstr>
      <vt:lpstr>Tahoma</vt:lpstr>
      <vt:lpstr>Trebuchet MS</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ADAM - Autonomy Doctrine &amp; Architecture Model</dc:title>
  <dc:subject>PptxGenJS Presentation</dc:subject>
  <dc:creator>Michael Lamb</dc:creator>
  <cp:lastModifiedBy>Michael Lamb</cp:lastModifiedBy>
  <cp:revision>1</cp:revision>
  <dcterms:created xsi:type="dcterms:W3CDTF">2026-03-29T11:40:53Z</dcterms:created>
  <dcterms:modified xsi:type="dcterms:W3CDTF">2026-04-21T02:49:59Z</dcterms:modified>
</cp:coreProperties>
</file>